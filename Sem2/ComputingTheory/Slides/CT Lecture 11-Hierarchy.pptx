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9" r:id="rId12"/>
    <p:sldId id="385" r:id="rId13"/>
    <p:sldId id="386" r:id="rId14"/>
    <p:sldId id="387" r:id="rId15"/>
    <p:sldId id="388" r:id="rId16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BC5EF-8B5F-1544-93D9-9BBB71EC0137}" v="461" dt="2025-11-06T01:01:39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Illiani Binti Hassan" userId="388f1f68-cffa-4d1d-b286-28c48f091183" providerId="ADAL" clId="{C7D0F4BA-967C-480F-9E05-6C51CE078137}"/>
    <pc:docChg chg="custSel modSld">
      <pc:chgData name="Farhana Illiani Binti Hassan" userId="388f1f68-cffa-4d1d-b286-28c48f091183" providerId="ADAL" clId="{C7D0F4BA-967C-480F-9E05-6C51CE078137}" dt="2025-11-06T00:32:43.005" v="4" actId="478"/>
      <pc:docMkLst>
        <pc:docMk/>
      </pc:docMkLst>
      <pc:sldChg chg="delSp mod">
        <pc:chgData name="Farhana Illiani Binti Hassan" userId="388f1f68-cffa-4d1d-b286-28c48f091183" providerId="ADAL" clId="{C7D0F4BA-967C-480F-9E05-6C51CE078137}" dt="2025-11-06T00:32:21.821" v="0" actId="478"/>
        <pc:sldMkLst>
          <pc:docMk/>
          <pc:sldMk cId="1594168116" sldId="376"/>
        </pc:sldMkLst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2" creationId="{A37915ED-71CE-338F-5BFD-B79928C95EDC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20" creationId="{F9A8B016-74AD-23CC-1C9A-049CA4094887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21" creationId="{4B03C210-5F4C-ED95-29E7-97DA321BAFFB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31" creationId="{80F88BFD-682A-BB07-58CB-A5CBA8F0E238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43" creationId="{4518BBD8-F588-FB36-8189-89468B96B17D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56" creationId="{07B11ED9-600B-901B-0264-E084684A3685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57" creationId="{AC20902B-EC54-6460-24F7-FAF8DC39921B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58" creationId="{94F2F98F-771D-6DC8-29C6-B17B55CFA8F4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397" creationId="{B010B868-9FD9-1001-81BF-E6D01573340C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398" creationId="{C849D7EC-CBCC-111B-D7CE-E8A40843145F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412" creationId="{B2744A83-C828-BC1C-BD57-FBE8B90D439F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421" creationId="{D00ECE86-6FB3-58FD-588A-7462CFD6D121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434" creationId="{B1F8B6B8-628C-2BA9-11E8-D97B2CD630DB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435" creationId="{398ECB14-95F1-C07B-BB7B-3ED7469BD845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457" creationId="{A7DC7DC2-2400-68C0-D0FD-D8132872D7B2}"/>
          </ac:inkMkLst>
        </pc:inkChg>
        <pc:inkChg chg="del">
          <ac:chgData name="Farhana Illiani Binti Hassan" userId="388f1f68-cffa-4d1d-b286-28c48f091183" providerId="ADAL" clId="{C7D0F4BA-967C-480F-9E05-6C51CE078137}" dt="2025-11-06T00:32:21.821" v="0" actId="478"/>
          <ac:inkMkLst>
            <pc:docMk/>
            <pc:sldMk cId="1594168116" sldId="376"/>
            <ac:inkMk id="16458" creationId="{57F95448-C5C5-C031-7BDA-DDEA245AD945}"/>
          </ac:inkMkLst>
        </pc:inkChg>
      </pc:sldChg>
      <pc:sldChg chg="delSp modSp mod">
        <pc:chgData name="Farhana Illiani Binti Hassan" userId="388f1f68-cffa-4d1d-b286-28c48f091183" providerId="ADAL" clId="{C7D0F4BA-967C-480F-9E05-6C51CE078137}" dt="2025-11-06T00:32:34.581" v="2" actId="478"/>
        <pc:sldMkLst>
          <pc:docMk/>
          <pc:sldMk cId="58573603" sldId="384"/>
        </pc:sldMkLst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14" creationId="{FBC02963-3D24-6BEC-1345-38E362626614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2" creationId="{7DB52F0D-8859-A5DE-55A8-41A34873CD77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8" creationId="{1F3A494D-7DBF-F4AF-2AB2-7C236F51CB1D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37" creationId="{724C9C45-7B3E-2B3A-8872-B1E0F864E708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55" creationId="{C0976228-A731-BFD7-2E79-2FACF75D8982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63" creationId="{29E21652-ECD8-9FBB-6D2F-11CA5E2411DE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577" creationId="{A65E5D65-3D54-93A5-0076-6165BC35B5BB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579" creationId="{DD597885-B772-29D3-67DE-04DA8C40816F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580" creationId="{3AEC90BE-1712-369D-4DE9-AF706395DFF3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590" creationId="{1B0C778A-0683-1C99-1734-1FB2748A2167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591" creationId="{6B450729-1866-8FD8-8E2F-664D08DA0C9E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597" creationId="{BAF0E238-CCA8-79F8-31C2-BE6046D50775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607" creationId="{59444808-43AA-2527-13BB-6E93AC5B1009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608" creationId="{2C142269-8092-178F-2CD9-AAE52740D957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618" creationId="{E1ABD5F6-3D38-DF1B-C878-9723120CA2B9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625" creationId="{50D7EDC9-56DA-3363-0449-692C353572B8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24626" creationId="{39033B1D-C6B3-9C86-80EF-ECFBB3BFD591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333836" creationId="{7FF186AD-146D-F05D-60E5-E9C8A5551EB9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333839" creationId="{33EBE095-2FD8-B51F-5D3A-60228F83EC8D}"/>
          </ac:inkMkLst>
        </pc:inkChg>
        <pc:inkChg chg="add del mod">
          <ac:chgData name="Farhana Illiani Binti Hassan" userId="388f1f68-cffa-4d1d-b286-28c48f091183" providerId="ADAL" clId="{C7D0F4BA-967C-480F-9E05-6C51CE078137}" dt="2025-11-06T00:32:34.581" v="2" actId="478"/>
          <ac:inkMkLst>
            <pc:docMk/>
            <pc:sldMk cId="58573603" sldId="384"/>
            <ac:inkMk id="333847" creationId="{9A2A2BEC-94FE-220A-65C4-6988BC8DE4E5}"/>
          </ac:inkMkLst>
        </pc:inkChg>
        <pc:inkChg chg="add del mod">
          <ac:chgData name="Farhana Illiani Binti Hassan" userId="388f1f68-cffa-4d1d-b286-28c48f091183" providerId="ADAL" clId="{C7D0F4BA-967C-480F-9E05-6C51CE078137}" dt="2025-11-06T00:32:34.581" v="2" actId="478"/>
          <ac:inkMkLst>
            <pc:docMk/>
            <pc:sldMk cId="58573603" sldId="384"/>
            <ac:inkMk id="333863" creationId="{FD617FDD-96FC-0BB9-7542-46BAEF58248A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333870" creationId="{F2957E12-25E3-E4D7-4DFC-410EF0AD1FD9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333871" creationId="{3399B26B-BDC4-5E15-3C28-7064DFC12016}"/>
          </ac:inkMkLst>
        </pc:inkChg>
        <pc:inkChg chg="del">
          <ac:chgData name="Farhana Illiani Binti Hassan" userId="388f1f68-cffa-4d1d-b286-28c48f091183" providerId="ADAL" clId="{C7D0F4BA-967C-480F-9E05-6C51CE078137}" dt="2025-11-06T00:32:31.804" v="1" actId="478"/>
          <ac:inkMkLst>
            <pc:docMk/>
            <pc:sldMk cId="58573603" sldId="384"/>
            <ac:inkMk id="333881" creationId="{E4B69B50-18DA-99CE-B7C7-E1CE94E03A3D}"/>
          </ac:inkMkLst>
        </pc:inkChg>
      </pc:sldChg>
      <pc:sldChg chg="delSp modSp mod">
        <pc:chgData name="Farhana Illiani Binti Hassan" userId="388f1f68-cffa-4d1d-b286-28c48f091183" providerId="ADAL" clId="{C7D0F4BA-967C-480F-9E05-6C51CE078137}" dt="2025-11-06T00:32:43.005" v="4" actId="478"/>
        <pc:sldMkLst>
          <pc:docMk/>
          <pc:sldMk cId="471089175" sldId="389"/>
        </pc:sldMkLst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8" creationId="{241BF106-F04B-238B-B494-960AB517BCCA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6" creationId="{3F970267-550B-D08B-41A9-1EF8E01E4487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5" creationId="{0351BAE1-CB55-2AD1-E2FE-F9D507C21A2C}"/>
          </ac:inkMkLst>
        </pc:inkChg>
        <pc:inkChg chg="add del mod">
          <ac:chgData name="Farhana Illiani Binti Hassan" userId="388f1f68-cffa-4d1d-b286-28c48f091183" providerId="ADAL" clId="{C7D0F4BA-967C-480F-9E05-6C51CE078137}" dt="2025-11-06T00:32:43.005" v="4" actId="478"/>
          <ac:inkMkLst>
            <pc:docMk/>
            <pc:sldMk cId="471089175" sldId="389"/>
            <ac:inkMk id="34" creationId="{B760722F-A5BE-621D-94DD-EA3C752C2EB2}"/>
          </ac:inkMkLst>
        </pc:inkChg>
        <pc:inkChg chg="add del mod">
          <ac:chgData name="Farhana Illiani Binti Hassan" userId="388f1f68-cffa-4d1d-b286-28c48f091183" providerId="ADAL" clId="{C7D0F4BA-967C-480F-9E05-6C51CE078137}" dt="2025-11-06T00:32:43.005" v="4" actId="478"/>
          <ac:inkMkLst>
            <pc:docMk/>
            <pc:sldMk cId="471089175" sldId="389"/>
            <ac:inkMk id="39" creationId="{CC1F1E3F-AE65-C0F7-77A4-7832DFD2E79C}"/>
          </ac:inkMkLst>
        </pc:inkChg>
        <pc:inkChg chg="add del mod">
          <ac:chgData name="Farhana Illiani Binti Hassan" userId="388f1f68-cffa-4d1d-b286-28c48f091183" providerId="ADAL" clId="{C7D0F4BA-967C-480F-9E05-6C51CE078137}" dt="2025-11-06T00:32:43.005" v="4" actId="478"/>
          <ac:inkMkLst>
            <pc:docMk/>
            <pc:sldMk cId="471089175" sldId="389"/>
            <ac:inkMk id="42" creationId="{0219DEC1-5057-CBEB-5330-C918938F3C91}"/>
          </ac:inkMkLst>
        </pc:inkChg>
        <pc:inkChg chg="add del mod">
          <ac:chgData name="Farhana Illiani Binti Hassan" userId="388f1f68-cffa-4d1d-b286-28c48f091183" providerId="ADAL" clId="{C7D0F4BA-967C-480F-9E05-6C51CE078137}" dt="2025-11-06T00:32:43.005" v="4" actId="478"/>
          <ac:inkMkLst>
            <pc:docMk/>
            <pc:sldMk cId="471089175" sldId="389"/>
            <ac:inkMk id="46" creationId="{A85896A3-C297-7401-1EA4-EC64F784B50D}"/>
          </ac:inkMkLst>
        </pc:inkChg>
        <pc:inkChg chg="del">
          <ac:chgData name="Farhana Illiani Binti Hassan" userId="388f1f68-cffa-4d1d-b286-28c48f091183" providerId="ADAL" clId="{C7D0F4BA-967C-480F-9E05-6C51CE078137}" dt="2025-11-06T00:32:43.005" v="4" actId="478"/>
          <ac:inkMkLst>
            <pc:docMk/>
            <pc:sldMk cId="471089175" sldId="389"/>
            <ac:inkMk id="47" creationId="{C0343D14-24F9-729D-CDB9-A839240F8F83}"/>
          </ac:inkMkLst>
        </pc:inkChg>
        <pc:inkChg chg="del">
          <ac:chgData name="Farhana Illiani Binti Hassan" userId="388f1f68-cffa-4d1d-b286-28c48f091183" providerId="ADAL" clId="{C7D0F4BA-967C-480F-9E05-6C51CE078137}" dt="2025-11-06T00:32:43.005" v="4" actId="478"/>
          <ac:inkMkLst>
            <pc:docMk/>
            <pc:sldMk cId="471089175" sldId="389"/>
            <ac:inkMk id="63" creationId="{D8D52D64-20E5-10DC-9FB2-5F5B8C9D204B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72" creationId="{24E86340-5B09-09AD-8365-8BC7806235C0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73" creationId="{A05DA716-FB1B-FC19-7736-9BF833267EEA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74" creationId="{9B1DF6C9-A6FA-06F6-00B1-51B8026AB0E5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79" creationId="{3365BECF-588B-A471-335A-2E51C618D4CD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83" creationId="{1933A28E-1F0A-12AE-0638-A500AB9323D9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00" creationId="{6DFAFCD9-5F34-1920-F7FC-43AC59213323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22" creationId="{95A14D14-380A-33D5-AAD3-3DE417C24654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23" creationId="{536C82DD-5229-1B61-2918-541223563130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24" creationId="{EDF3C036-6EC5-65D4-AFB1-F796B86D670F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25" creationId="{8C8726D6-93FE-1EF0-F134-CA54AF7A9AF3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26" creationId="{D8229BBC-69FB-C7A2-BECB-7CA449BA032C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48" creationId="{B8A9E2B3-0E47-5B17-B0E8-1F8E4F4FE0A9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49" creationId="{08A9FECC-EEC9-2113-E419-E07F5B3F5A18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50" creationId="{49391FA5-FEF9-6B60-2446-A487A7084A51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62" creationId="{1A3E01D5-0BC7-C234-39CF-ECC773D9F5F1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63" creationId="{8C4F1952-BD0B-4790-295C-ED64864FC743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78" creationId="{566AF240-611A-8323-267B-7942E0B25BD8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79" creationId="{EBF8C58C-C0B4-714D-BA1C-CD099A16F1B2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80" creationId="{3DE2C116-4274-1D4D-91F7-270D86BF1A06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94" creationId="{912AC63B-1F6B-52E4-008C-EC45F4A5D28E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95" creationId="{E05C0953-7F66-EE17-D3ED-4BD060615559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96" creationId="{6634FDF9-DEF4-2910-96BA-0DA84629E881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197" creationId="{A71DEEAB-B5AF-ED9F-DF4A-B62AC82B0A18}"/>
          </ac:inkMkLst>
        </pc:inkChg>
        <pc:inkChg chg="add mod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18" creationId="{A0E3A932-351C-3BA4-A481-21D56984BD37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19" creationId="{136BC7E4-C615-E2D4-31F9-F2C58DBFB62D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20" creationId="{9E916D8F-166B-FB47-EFC9-24652C1EFD15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39" creationId="{CC4A7B55-3559-6BF3-14E0-798A693474BE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40" creationId="{C3F2FD2D-B41B-3910-CF59-417BD27BFA42}"/>
          </ac:inkMkLst>
        </pc:inkChg>
        <pc:inkChg chg="del">
          <ac:chgData name="Farhana Illiani Binti Hassan" userId="388f1f68-cffa-4d1d-b286-28c48f091183" providerId="ADAL" clId="{C7D0F4BA-967C-480F-9E05-6C51CE078137}" dt="2025-11-06T00:32:40.866" v="3" actId="478"/>
          <ac:inkMkLst>
            <pc:docMk/>
            <pc:sldMk cId="471089175" sldId="389"/>
            <ac:inkMk id="241" creationId="{4B2C0910-185F-15BD-0A62-1CB83A6FAAE6}"/>
          </ac:inkMkLst>
        </pc:inkChg>
      </pc:sldChg>
    </pc:docChg>
  </pc:docChgLst>
  <pc:docChgLst>
    <pc:chgData name="Farhana Illiani Binti Hassan" userId="388f1f68-cffa-4d1d-b286-28c48f091183" providerId="ADAL" clId="{AB0D0C86-F665-4E90-977F-8DA9A592D847}"/>
    <pc:docChg chg="custSel modSld">
      <pc:chgData name="Farhana Illiani Binti Hassan" userId="388f1f68-cffa-4d1d-b286-28c48f091183" providerId="ADAL" clId="{AB0D0C86-F665-4E90-977F-8DA9A592D847}" dt="2025-11-06T01:01:39.110" v="460"/>
      <pc:docMkLst>
        <pc:docMk/>
      </pc:docMkLst>
      <pc:sldChg chg="addSp mod">
        <pc:chgData name="Farhana Illiani Binti Hassan" userId="388f1f68-cffa-4d1d-b286-28c48f091183" providerId="ADAL" clId="{AB0D0C86-F665-4E90-977F-8DA9A592D847}" dt="2025-11-06T00:39:20.142" v="0"/>
        <pc:sldMkLst>
          <pc:docMk/>
          <pc:sldMk cId="0" sldId="256"/>
        </pc:sldMkLst>
        <pc:inkChg chg="add">
          <ac:chgData name="Farhana Illiani Binti Hassan" userId="388f1f68-cffa-4d1d-b286-28c48f091183" providerId="ADAL" clId="{AB0D0C86-F665-4E90-977F-8DA9A592D847}" dt="2025-11-06T00:39:20.142" v="0"/>
          <ac:inkMkLst>
            <pc:docMk/>
            <pc:sldMk cId="0" sldId="256"/>
            <ac:inkMk id="2" creationId="{D385F332-8214-F609-3F30-49B827DD125E}"/>
          </ac:inkMkLst>
        </pc:inkChg>
      </pc:sldChg>
      <pc:sldChg chg="addSp delSp modSp mod">
        <pc:chgData name="Farhana Illiani Binti Hassan" userId="388f1f68-cffa-4d1d-b286-28c48f091183" providerId="ADAL" clId="{AB0D0C86-F665-4E90-977F-8DA9A592D847}" dt="2025-11-06T00:55:36.687" v="265"/>
        <pc:sldMkLst>
          <pc:docMk/>
          <pc:sldMk cId="58573603" sldId="384"/>
        </pc:sldMkLst>
        <pc:inkChg chg="add">
          <ac:chgData name="Farhana Illiani Binti Hassan" userId="388f1f68-cffa-4d1d-b286-28c48f091183" providerId="ADAL" clId="{AB0D0C86-F665-4E90-977F-8DA9A592D847}" dt="2025-11-06T00:41:52.350" v="1"/>
          <ac:inkMkLst>
            <pc:docMk/>
            <pc:sldMk cId="58573603" sldId="384"/>
            <ac:inkMk id="2" creationId="{01B0D16D-63AC-E4CF-30AC-370229284558}"/>
          </ac:inkMkLst>
        </pc:inkChg>
        <pc:inkChg chg="add">
          <ac:chgData name="Farhana Illiani Binti Hassan" userId="388f1f68-cffa-4d1d-b286-28c48f091183" providerId="ADAL" clId="{AB0D0C86-F665-4E90-977F-8DA9A592D847}" dt="2025-11-06T00:41:52.996" v="2"/>
          <ac:inkMkLst>
            <pc:docMk/>
            <pc:sldMk cId="58573603" sldId="384"/>
            <ac:inkMk id="3" creationId="{3B27EF80-0916-194C-109F-2A0D22FB865C}"/>
          </ac:inkMkLst>
        </pc:inkChg>
        <pc:inkChg chg="add">
          <ac:chgData name="Farhana Illiani Binti Hassan" userId="388f1f68-cffa-4d1d-b286-28c48f091183" providerId="ADAL" clId="{AB0D0C86-F665-4E90-977F-8DA9A592D847}" dt="2025-11-06T00:41:53.396" v="3"/>
          <ac:inkMkLst>
            <pc:docMk/>
            <pc:sldMk cId="58573603" sldId="384"/>
            <ac:inkMk id="4" creationId="{CDA39ADA-C885-E6B0-0BE8-C066F7C9865C}"/>
          </ac:inkMkLst>
        </pc:inkChg>
        <pc:inkChg chg="add">
          <ac:chgData name="Farhana Illiani Binti Hassan" userId="388f1f68-cffa-4d1d-b286-28c48f091183" providerId="ADAL" clId="{AB0D0C86-F665-4E90-977F-8DA9A592D847}" dt="2025-11-06T00:41:53.716" v="4"/>
          <ac:inkMkLst>
            <pc:docMk/>
            <pc:sldMk cId="58573603" sldId="384"/>
            <ac:inkMk id="6" creationId="{65D55B7B-DF10-E4E7-82A5-29A57CD7304F}"/>
          </ac:inkMkLst>
        </pc:inkChg>
        <pc:inkChg chg="add">
          <ac:chgData name="Farhana Illiani Binti Hassan" userId="388f1f68-cffa-4d1d-b286-28c48f091183" providerId="ADAL" clId="{AB0D0C86-F665-4E90-977F-8DA9A592D847}" dt="2025-11-06T00:41:53.935" v="5"/>
          <ac:inkMkLst>
            <pc:docMk/>
            <pc:sldMk cId="58573603" sldId="384"/>
            <ac:inkMk id="7" creationId="{633AA8AE-0274-22F9-F009-20C8B1B46522}"/>
          </ac:inkMkLst>
        </pc:inkChg>
        <pc:inkChg chg="add">
          <ac:chgData name="Farhana Illiani Binti Hassan" userId="388f1f68-cffa-4d1d-b286-28c48f091183" providerId="ADAL" clId="{AB0D0C86-F665-4E90-977F-8DA9A592D847}" dt="2025-11-06T00:41:54.133" v="6"/>
          <ac:inkMkLst>
            <pc:docMk/>
            <pc:sldMk cId="58573603" sldId="384"/>
            <ac:inkMk id="8" creationId="{66B1341A-88BC-C4E8-3614-EBC2C3F15B46}"/>
          </ac:inkMkLst>
        </pc:inkChg>
        <pc:inkChg chg="add">
          <ac:chgData name="Farhana Illiani Binti Hassan" userId="388f1f68-cffa-4d1d-b286-28c48f091183" providerId="ADAL" clId="{AB0D0C86-F665-4E90-977F-8DA9A592D847}" dt="2025-11-06T00:41:56.400" v="7"/>
          <ac:inkMkLst>
            <pc:docMk/>
            <pc:sldMk cId="58573603" sldId="384"/>
            <ac:inkMk id="11" creationId="{C60EADEC-39A7-53F4-31AC-606DE22B69C5}"/>
          </ac:inkMkLst>
        </pc:inkChg>
        <pc:inkChg chg="add">
          <ac:chgData name="Farhana Illiani Binti Hassan" userId="388f1f68-cffa-4d1d-b286-28c48f091183" providerId="ADAL" clId="{AB0D0C86-F665-4E90-977F-8DA9A592D847}" dt="2025-11-06T00:41:56.599" v="8"/>
          <ac:inkMkLst>
            <pc:docMk/>
            <pc:sldMk cId="58573603" sldId="384"/>
            <ac:inkMk id="12" creationId="{E0191A1E-7CB8-5FE5-457E-550D003EBF6A}"/>
          </ac:inkMkLst>
        </pc:inkChg>
        <pc:inkChg chg="add">
          <ac:chgData name="Farhana Illiani Binti Hassan" userId="388f1f68-cffa-4d1d-b286-28c48f091183" providerId="ADAL" clId="{AB0D0C86-F665-4E90-977F-8DA9A592D847}" dt="2025-11-06T00:41:56.781" v="9"/>
          <ac:inkMkLst>
            <pc:docMk/>
            <pc:sldMk cId="58573603" sldId="384"/>
            <ac:inkMk id="13" creationId="{50C72E43-618D-22C8-3CBD-79C80EEBBBC8}"/>
          </ac:inkMkLst>
        </pc:inkChg>
        <pc:inkChg chg="add">
          <ac:chgData name="Farhana Illiani Binti Hassan" userId="388f1f68-cffa-4d1d-b286-28c48f091183" providerId="ADAL" clId="{AB0D0C86-F665-4E90-977F-8DA9A592D847}" dt="2025-11-06T00:41:57.318" v="10"/>
          <ac:inkMkLst>
            <pc:docMk/>
            <pc:sldMk cId="58573603" sldId="384"/>
            <ac:inkMk id="14" creationId="{53B4B827-57F5-4FC8-7C15-C9F8EA523549}"/>
          </ac:inkMkLst>
        </pc:inkChg>
        <pc:inkChg chg="add">
          <ac:chgData name="Farhana Illiani Binti Hassan" userId="388f1f68-cffa-4d1d-b286-28c48f091183" providerId="ADAL" clId="{AB0D0C86-F665-4E90-977F-8DA9A592D847}" dt="2025-11-06T00:41:57.729" v="11"/>
          <ac:inkMkLst>
            <pc:docMk/>
            <pc:sldMk cId="58573603" sldId="384"/>
            <ac:inkMk id="15" creationId="{CBA620A9-F934-0E8C-7758-B86DFE1CF441}"/>
          </ac:inkMkLst>
        </pc:inkChg>
        <pc:inkChg chg="add">
          <ac:chgData name="Farhana Illiani Binti Hassan" userId="388f1f68-cffa-4d1d-b286-28c48f091183" providerId="ADAL" clId="{AB0D0C86-F665-4E90-977F-8DA9A592D847}" dt="2025-11-06T00:41:57.933" v="12"/>
          <ac:inkMkLst>
            <pc:docMk/>
            <pc:sldMk cId="58573603" sldId="384"/>
            <ac:inkMk id="16" creationId="{1BEFACB0-D774-F3E6-8359-F57E03FECD6E}"/>
          </ac:inkMkLst>
        </pc:inkChg>
        <pc:inkChg chg="add">
          <ac:chgData name="Farhana Illiani Binti Hassan" userId="388f1f68-cffa-4d1d-b286-28c48f091183" providerId="ADAL" clId="{AB0D0C86-F665-4E90-977F-8DA9A592D847}" dt="2025-11-06T00:41:58.299" v="13"/>
          <ac:inkMkLst>
            <pc:docMk/>
            <pc:sldMk cId="58573603" sldId="384"/>
            <ac:inkMk id="17" creationId="{875F3A26-2AF8-CFD6-D62D-1C2E05688DE3}"/>
          </ac:inkMkLst>
        </pc:inkChg>
        <pc:inkChg chg="add">
          <ac:chgData name="Farhana Illiani Binti Hassan" userId="388f1f68-cffa-4d1d-b286-28c48f091183" providerId="ADAL" clId="{AB0D0C86-F665-4E90-977F-8DA9A592D847}" dt="2025-11-06T00:42:02.365" v="14"/>
          <ac:inkMkLst>
            <pc:docMk/>
            <pc:sldMk cId="58573603" sldId="384"/>
            <ac:inkMk id="22" creationId="{5B8DB8BA-5A45-FC14-9D25-3377D61A4EC5}"/>
          </ac:inkMkLst>
        </pc:inkChg>
        <pc:inkChg chg="add">
          <ac:chgData name="Farhana Illiani Binti Hassan" userId="388f1f68-cffa-4d1d-b286-28c48f091183" providerId="ADAL" clId="{AB0D0C86-F665-4E90-977F-8DA9A592D847}" dt="2025-11-06T00:42:02.940" v="15"/>
          <ac:inkMkLst>
            <pc:docMk/>
            <pc:sldMk cId="58573603" sldId="384"/>
            <ac:inkMk id="23" creationId="{C1EEC525-81E8-38AA-7F5F-6FDBC5626040}"/>
          </ac:inkMkLst>
        </pc:inkChg>
        <pc:inkChg chg="add">
          <ac:chgData name="Farhana Illiani Binti Hassan" userId="388f1f68-cffa-4d1d-b286-28c48f091183" providerId="ADAL" clId="{AB0D0C86-F665-4E90-977F-8DA9A592D847}" dt="2025-11-06T00:42:03.266" v="16"/>
          <ac:inkMkLst>
            <pc:docMk/>
            <pc:sldMk cId="58573603" sldId="384"/>
            <ac:inkMk id="24" creationId="{DE6FB196-C063-0DD8-6591-3FD0CC7E1348}"/>
          </ac:inkMkLst>
        </pc:inkChg>
        <pc:inkChg chg="add">
          <ac:chgData name="Farhana Illiani Binti Hassan" userId="388f1f68-cffa-4d1d-b286-28c48f091183" providerId="ADAL" clId="{AB0D0C86-F665-4E90-977F-8DA9A592D847}" dt="2025-11-06T00:42:03.582" v="17"/>
          <ac:inkMkLst>
            <pc:docMk/>
            <pc:sldMk cId="58573603" sldId="384"/>
            <ac:inkMk id="25" creationId="{4A1C76EB-3362-7320-B674-3C2A457735AC}"/>
          </ac:inkMkLst>
        </pc:inkChg>
        <pc:inkChg chg="add">
          <ac:chgData name="Farhana Illiani Binti Hassan" userId="388f1f68-cffa-4d1d-b286-28c48f091183" providerId="ADAL" clId="{AB0D0C86-F665-4E90-977F-8DA9A592D847}" dt="2025-11-06T00:42:03.799" v="18"/>
          <ac:inkMkLst>
            <pc:docMk/>
            <pc:sldMk cId="58573603" sldId="384"/>
            <ac:inkMk id="26" creationId="{8466BC5B-DAFB-E5B9-0ADB-49954F81A701}"/>
          </ac:inkMkLst>
        </pc:inkChg>
        <pc:inkChg chg="add">
          <ac:chgData name="Farhana Illiani Binti Hassan" userId="388f1f68-cffa-4d1d-b286-28c48f091183" providerId="ADAL" clId="{AB0D0C86-F665-4E90-977F-8DA9A592D847}" dt="2025-11-06T00:42:03.983" v="19"/>
          <ac:inkMkLst>
            <pc:docMk/>
            <pc:sldMk cId="58573603" sldId="384"/>
            <ac:inkMk id="27" creationId="{4C02815D-CB9B-72BF-BF39-E0BB5D592DB6}"/>
          </ac:inkMkLst>
        </pc:inkChg>
        <pc:inkChg chg="add">
          <ac:chgData name="Farhana Illiani Binti Hassan" userId="388f1f68-cffa-4d1d-b286-28c48f091183" providerId="ADAL" clId="{AB0D0C86-F665-4E90-977F-8DA9A592D847}" dt="2025-11-06T00:42:04.629" v="20"/>
          <ac:inkMkLst>
            <pc:docMk/>
            <pc:sldMk cId="58573603" sldId="384"/>
            <ac:inkMk id="28" creationId="{E5C3FC94-CDAE-273E-2ED4-35C62218F6F7}"/>
          </ac:inkMkLst>
        </pc:inkChg>
        <pc:inkChg chg="add">
          <ac:chgData name="Farhana Illiani Binti Hassan" userId="388f1f68-cffa-4d1d-b286-28c48f091183" providerId="ADAL" clId="{AB0D0C86-F665-4E90-977F-8DA9A592D847}" dt="2025-11-06T00:42:04.912" v="21"/>
          <ac:inkMkLst>
            <pc:docMk/>
            <pc:sldMk cId="58573603" sldId="384"/>
            <ac:inkMk id="29" creationId="{98DDD862-5F55-2A2D-2725-F3FFF2349B9C}"/>
          </ac:inkMkLst>
        </pc:inkChg>
        <pc:inkChg chg="add">
          <ac:chgData name="Farhana Illiani Binti Hassan" userId="388f1f68-cffa-4d1d-b286-28c48f091183" providerId="ADAL" clId="{AB0D0C86-F665-4E90-977F-8DA9A592D847}" dt="2025-11-06T00:42:05.398" v="22"/>
          <ac:inkMkLst>
            <pc:docMk/>
            <pc:sldMk cId="58573603" sldId="384"/>
            <ac:inkMk id="30" creationId="{BAE05783-D518-00B9-52E8-4A25950A8158}"/>
          </ac:inkMkLst>
        </pc:inkChg>
        <pc:inkChg chg="add">
          <ac:chgData name="Farhana Illiani Binti Hassan" userId="388f1f68-cffa-4d1d-b286-28c48f091183" providerId="ADAL" clId="{AB0D0C86-F665-4E90-977F-8DA9A592D847}" dt="2025-11-06T00:42:05.796" v="23"/>
          <ac:inkMkLst>
            <pc:docMk/>
            <pc:sldMk cId="58573603" sldId="384"/>
            <ac:inkMk id="31" creationId="{1CAD4AE8-CDED-32A3-D468-994B990DFC1D}"/>
          </ac:inkMkLst>
        </pc:inkChg>
        <pc:inkChg chg="add">
          <ac:chgData name="Farhana Illiani Binti Hassan" userId="388f1f68-cffa-4d1d-b286-28c48f091183" providerId="ADAL" clId="{AB0D0C86-F665-4E90-977F-8DA9A592D847}" dt="2025-11-06T00:42:05.980" v="24"/>
          <ac:inkMkLst>
            <pc:docMk/>
            <pc:sldMk cId="58573603" sldId="384"/>
            <ac:inkMk id="32" creationId="{61281885-A466-21A6-F392-5638358F4F65}"/>
          </ac:inkMkLst>
        </pc:inkChg>
        <pc:inkChg chg="add">
          <ac:chgData name="Farhana Illiani Binti Hassan" userId="388f1f68-cffa-4d1d-b286-28c48f091183" providerId="ADAL" clId="{AB0D0C86-F665-4E90-977F-8DA9A592D847}" dt="2025-11-06T00:42:06.298" v="25"/>
          <ac:inkMkLst>
            <pc:docMk/>
            <pc:sldMk cId="58573603" sldId="384"/>
            <ac:inkMk id="33" creationId="{C25F12E1-77F9-CBC9-EB9B-A5335D81ED72}"/>
          </ac:inkMkLst>
        </pc:inkChg>
        <pc:inkChg chg="add">
          <ac:chgData name="Farhana Illiani Binti Hassan" userId="388f1f68-cffa-4d1d-b286-28c48f091183" providerId="ADAL" clId="{AB0D0C86-F665-4E90-977F-8DA9A592D847}" dt="2025-11-06T00:42:06.498" v="26"/>
          <ac:inkMkLst>
            <pc:docMk/>
            <pc:sldMk cId="58573603" sldId="384"/>
            <ac:inkMk id="34" creationId="{240AEE42-3115-1DFA-C25B-DB0E306B010B}"/>
          </ac:inkMkLst>
        </pc:inkChg>
        <pc:inkChg chg="add">
          <ac:chgData name="Farhana Illiani Binti Hassan" userId="388f1f68-cffa-4d1d-b286-28c48f091183" providerId="ADAL" clId="{AB0D0C86-F665-4E90-977F-8DA9A592D847}" dt="2025-11-06T00:42:06.663" v="27"/>
          <ac:inkMkLst>
            <pc:docMk/>
            <pc:sldMk cId="58573603" sldId="384"/>
            <ac:inkMk id="35" creationId="{A75EF0F9-3052-45C2-EB55-7F34C558168F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39" creationId="{2138286C-CCEA-BC7B-1CC6-3B2973ED6E93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0" creationId="{3FF2A4D7-D710-D13A-748B-CD49E74E1FF7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1" creationId="{95B631DE-9C96-F5C4-7346-56723DF78D5D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2" creationId="{55DF88BB-2E97-FCB6-04E6-161A3242021D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3" creationId="{503A1E72-8B43-B58C-A030-8270C4DF9EE0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4" creationId="{949CE80A-286A-16D3-77D2-33DCAC190DC2}"/>
          </ac:inkMkLst>
        </pc:inkChg>
        <pc:inkChg chg="add">
          <ac:chgData name="Farhana Illiani Binti Hassan" userId="388f1f68-cffa-4d1d-b286-28c48f091183" providerId="ADAL" clId="{AB0D0C86-F665-4E90-977F-8DA9A592D847}" dt="2025-11-06T00:43:30.294" v="34"/>
          <ac:inkMkLst>
            <pc:docMk/>
            <pc:sldMk cId="58573603" sldId="384"/>
            <ac:inkMk id="45" creationId="{AD9E25B6-7496-3764-E731-633AF9118E24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6" creationId="{2DA52E0E-1AD7-086A-0272-54068719B9F0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7" creationId="{BB1A592F-3BE0-2C14-4847-E2070DF3B4B3}"/>
          </ac:inkMkLst>
        </pc:inkChg>
        <pc:inkChg chg="add del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48" creationId="{B7EC0DC5-8A0E-A310-8DEA-2F4FF93D9CCC}"/>
          </ac:inkMkLst>
        </pc:inkChg>
        <pc:inkChg chg="add">
          <ac:chgData name="Farhana Illiani Binti Hassan" userId="388f1f68-cffa-4d1d-b286-28c48f091183" providerId="ADAL" clId="{AB0D0C86-F665-4E90-977F-8DA9A592D847}" dt="2025-11-06T00:43:32.408" v="38"/>
          <ac:inkMkLst>
            <pc:docMk/>
            <pc:sldMk cId="58573603" sldId="384"/>
            <ac:inkMk id="49" creationId="{D4F678B0-5B72-BAF2-4A67-664724FC309C}"/>
          </ac:inkMkLst>
        </pc:inkChg>
        <pc:inkChg chg="add reco">
          <ac:chgData name="Farhana Illiani Binti Hassan" userId="388f1f68-cffa-4d1d-b286-28c48f091183" providerId="ADAL" clId="{AB0D0C86-F665-4E90-977F-8DA9A592D847}" dt="2025-11-06T00:43:33.061" v="39"/>
          <ac:inkMkLst>
            <pc:docMk/>
            <pc:sldMk cId="58573603" sldId="384"/>
            <ac:inkMk id="50" creationId="{79C7512F-A18D-3A6F-7724-AF4F903D4C91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1" creationId="{8A742F13-4DA3-DF7F-3153-13006942A24B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2" creationId="{E627E5D8-9FF6-5B00-8F85-C33040290A32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3" creationId="{6B8C2FC8-E69E-31A4-3AA5-ED4025F19488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4" creationId="{34299707-8C8B-C7E5-1497-E7DE651AFE70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5" creationId="{92B9D496-51EB-8867-EB42-63D70B57FBB5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6" creationId="{6579CCE4-F368-9E29-070D-0068781C716F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7" creationId="{370F43CA-00BB-C17E-D0DF-D513DDB3B286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8" creationId="{99EF4441-D00E-D957-E0DA-797279226A3F}"/>
          </ac:inkMkLst>
        </pc:inkChg>
        <pc:inkChg chg="add del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59" creationId="{A3F9B519-9CF9-5E24-A221-AD528BD3AD74}"/>
          </ac:inkMkLst>
        </pc:inkChg>
        <pc:inkChg chg="add reco">
          <ac:chgData name="Farhana Illiani Binti Hassan" userId="388f1f68-cffa-4d1d-b286-28c48f091183" providerId="ADAL" clId="{AB0D0C86-F665-4E90-977F-8DA9A592D847}" dt="2025-11-06T00:44:04.977" v="49"/>
          <ac:inkMkLst>
            <pc:docMk/>
            <pc:sldMk cId="58573603" sldId="384"/>
            <ac:inkMk id="60" creationId="{02C13824-A1F7-7199-98CF-060C1B66D1A6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61" creationId="{FC19860F-2602-79E2-91A8-8E19A2A8CFEC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62" creationId="{5787149E-B739-4AE7-ADF4-F65172C2517F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63" creationId="{B80517FA-4D72-0EFF-74F2-09856554B65A}"/>
          </ac:inkMkLst>
        </pc:inkChg>
        <pc:inkChg chg="add del">
          <ac:chgData name="Farhana Illiani Binti Hassan" userId="388f1f68-cffa-4d1d-b286-28c48f091183" providerId="ADAL" clId="{AB0D0C86-F665-4E90-977F-8DA9A592D847}" dt="2025-11-06T00:45:48.343" v="119"/>
          <ac:inkMkLst>
            <pc:docMk/>
            <pc:sldMk cId="58573603" sldId="384"/>
            <ac:inkMk id="24576" creationId="{71116DBD-8995-1555-3001-041DFF733A7D}"/>
          </ac:inkMkLst>
        </pc:inkChg>
        <pc:inkChg chg="add del">
          <ac:chgData name="Farhana Illiani Binti Hassan" userId="388f1f68-cffa-4d1d-b286-28c48f091183" providerId="ADAL" clId="{AB0D0C86-F665-4E90-977F-8DA9A592D847}" dt="2025-11-06T00:45:48.343" v="119"/>
          <ac:inkMkLst>
            <pc:docMk/>
            <pc:sldMk cId="58573603" sldId="384"/>
            <ac:inkMk id="24577" creationId="{03C531D2-76DA-20B5-C94C-F7E7C761F67B}"/>
          </ac:inkMkLst>
        </pc:inkChg>
        <pc:inkChg chg="add del">
          <ac:chgData name="Farhana Illiani Binti Hassan" userId="388f1f68-cffa-4d1d-b286-28c48f091183" providerId="ADAL" clId="{AB0D0C86-F665-4E90-977F-8DA9A592D847}" dt="2025-11-06T00:45:48.343" v="119"/>
          <ac:inkMkLst>
            <pc:docMk/>
            <pc:sldMk cId="58573603" sldId="384"/>
            <ac:inkMk id="24579" creationId="{DF8C1236-BEC0-69A2-A09E-03261FFDA002}"/>
          </ac:inkMkLst>
        </pc:inkChg>
        <pc:inkChg chg="add del">
          <ac:chgData name="Farhana Illiani Binti Hassan" userId="388f1f68-cffa-4d1d-b286-28c48f091183" providerId="ADAL" clId="{AB0D0C86-F665-4E90-977F-8DA9A592D847}" dt="2025-11-06T00:45:48.343" v="119"/>
          <ac:inkMkLst>
            <pc:docMk/>
            <pc:sldMk cId="58573603" sldId="384"/>
            <ac:inkMk id="24580" creationId="{EA393B36-CE8A-641E-8B85-7994FF1DA097}"/>
          </ac:inkMkLst>
        </pc:inkChg>
        <pc:inkChg chg="add reco">
          <ac:chgData name="Farhana Illiani Binti Hassan" userId="388f1f68-cffa-4d1d-b286-28c48f091183" providerId="ADAL" clId="{AB0D0C86-F665-4E90-977F-8DA9A592D847}" dt="2025-11-06T00:45:48.343" v="119"/>
          <ac:inkMkLst>
            <pc:docMk/>
            <pc:sldMk cId="58573603" sldId="384"/>
            <ac:inkMk id="24581" creationId="{65FDFB6F-0666-10BA-C1D9-0F0EFB89B84D}"/>
          </ac:inkMkLst>
        </pc:inkChg>
        <pc:inkChg chg="add del">
          <ac:chgData name="Farhana Illiani Binti Hassan" userId="388f1f68-cffa-4d1d-b286-28c48f091183" providerId="ADAL" clId="{AB0D0C86-F665-4E90-977F-8DA9A592D847}" dt="2025-11-06T00:46:19.555" v="125"/>
          <ac:inkMkLst>
            <pc:docMk/>
            <pc:sldMk cId="58573603" sldId="384"/>
            <ac:inkMk id="24582" creationId="{C5FCAAE7-C4A7-B9D1-340D-F3940AE9B6A9}"/>
          </ac:inkMkLst>
        </pc:inkChg>
        <pc:inkChg chg="add del">
          <ac:chgData name="Farhana Illiani Binti Hassan" userId="388f1f68-cffa-4d1d-b286-28c48f091183" providerId="ADAL" clId="{AB0D0C86-F665-4E90-977F-8DA9A592D847}" dt="2025-11-06T00:46:19.555" v="125"/>
          <ac:inkMkLst>
            <pc:docMk/>
            <pc:sldMk cId="58573603" sldId="384"/>
            <ac:inkMk id="24583" creationId="{A9DDFD67-B9C4-BBBB-59D7-44A9B9471149}"/>
          </ac:inkMkLst>
        </pc:inkChg>
        <pc:inkChg chg="add del">
          <ac:chgData name="Farhana Illiani Binti Hassan" userId="388f1f68-cffa-4d1d-b286-28c48f091183" providerId="ADAL" clId="{AB0D0C86-F665-4E90-977F-8DA9A592D847}" dt="2025-11-06T00:46:19.555" v="125"/>
          <ac:inkMkLst>
            <pc:docMk/>
            <pc:sldMk cId="58573603" sldId="384"/>
            <ac:inkMk id="24584" creationId="{01A6D4F0-21DB-5A15-0275-5398717765B1}"/>
          </ac:inkMkLst>
        </pc:inkChg>
        <pc:inkChg chg="add del">
          <ac:chgData name="Farhana Illiani Binti Hassan" userId="388f1f68-cffa-4d1d-b286-28c48f091183" providerId="ADAL" clId="{AB0D0C86-F665-4E90-977F-8DA9A592D847}" dt="2025-11-06T00:46:19.555" v="125"/>
          <ac:inkMkLst>
            <pc:docMk/>
            <pc:sldMk cId="58573603" sldId="384"/>
            <ac:inkMk id="24585" creationId="{DF8809E8-E451-C7F6-49A0-85FCB19D2D91}"/>
          </ac:inkMkLst>
        </pc:inkChg>
        <pc:inkChg chg="add del">
          <ac:chgData name="Farhana Illiani Binti Hassan" userId="388f1f68-cffa-4d1d-b286-28c48f091183" providerId="ADAL" clId="{AB0D0C86-F665-4E90-977F-8DA9A592D847}" dt="2025-11-06T00:46:19.555" v="125"/>
          <ac:inkMkLst>
            <pc:docMk/>
            <pc:sldMk cId="58573603" sldId="384"/>
            <ac:inkMk id="24586" creationId="{30932F0B-DD57-38EC-3A4B-49B517EFADD4}"/>
          </ac:inkMkLst>
        </pc:inkChg>
        <pc:inkChg chg="add reco">
          <ac:chgData name="Farhana Illiani Binti Hassan" userId="388f1f68-cffa-4d1d-b286-28c48f091183" providerId="ADAL" clId="{AB0D0C86-F665-4E90-977F-8DA9A592D847}" dt="2025-11-06T00:46:19.555" v="125"/>
          <ac:inkMkLst>
            <pc:docMk/>
            <pc:sldMk cId="58573603" sldId="384"/>
            <ac:inkMk id="24587" creationId="{5599ADFA-DFE1-65DD-BD96-B5E056C4C459}"/>
          </ac:inkMkLst>
        </pc:inkChg>
        <pc:inkChg chg="add del">
          <ac:chgData name="Farhana Illiani Binti Hassan" userId="388f1f68-cffa-4d1d-b286-28c48f091183" providerId="ADAL" clId="{AB0D0C86-F665-4E90-977F-8DA9A592D847}" dt="2025-11-06T00:46:49.681" v="130"/>
          <ac:inkMkLst>
            <pc:docMk/>
            <pc:sldMk cId="58573603" sldId="384"/>
            <ac:inkMk id="24588" creationId="{2D5D6949-1C00-1F59-FF7C-F64C13A13D2F}"/>
          </ac:inkMkLst>
        </pc:inkChg>
        <pc:inkChg chg="add del">
          <ac:chgData name="Farhana Illiani Binti Hassan" userId="388f1f68-cffa-4d1d-b286-28c48f091183" providerId="ADAL" clId="{AB0D0C86-F665-4E90-977F-8DA9A592D847}" dt="2025-11-06T00:46:49.681" v="130"/>
          <ac:inkMkLst>
            <pc:docMk/>
            <pc:sldMk cId="58573603" sldId="384"/>
            <ac:inkMk id="24589" creationId="{0337EFDD-FBB9-1EB3-6CD5-CC1AFFFD173C}"/>
          </ac:inkMkLst>
        </pc:inkChg>
        <pc:inkChg chg="add del">
          <ac:chgData name="Farhana Illiani Binti Hassan" userId="388f1f68-cffa-4d1d-b286-28c48f091183" providerId="ADAL" clId="{AB0D0C86-F665-4E90-977F-8DA9A592D847}" dt="2025-11-06T00:46:49.681" v="130"/>
          <ac:inkMkLst>
            <pc:docMk/>
            <pc:sldMk cId="58573603" sldId="384"/>
            <ac:inkMk id="24590" creationId="{5C2FE89B-C54F-79F2-084E-3E9A08AEA955}"/>
          </ac:inkMkLst>
        </pc:inkChg>
        <pc:inkChg chg="add del">
          <ac:chgData name="Farhana Illiani Binti Hassan" userId="388f1f68-cffa-4d1d-b286-28c48f091183" providerId="ADAL" clId="{AB0D0C86-F665-4E90-977F-8DA9A592D847}" dt="2025-11-06T00:47:01.506" v="132"/>
          <ac:inkMkLst>
            <pc:docMk/>
            <pc:sldMk cId="58573603" sldId="384"/>
            <ac:inkMk id="24591" creationId="{52E6885E-8119-241D-B304-A72A25060FA4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47:01.790" v="133"/>
          <ac:inkMkLst>
            <pc:docMk/>
            <pc:sldMk cId="58573603" sldId="384"/>
            <ac:inkMk id="24592" creationId="{62AF9FCD-6D8D-D64A-A953-C70A4BE79BED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3" creationId="{2114A728-071B-46A9-3ED1-5B626D04AA5F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4" creationId="{500F84BF-2527-F15D-5DB6-B7837B203B19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5" creationId="{91194C13-9CC9-015D-CBE5-C882A541D39A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6" creationId="{55C0F1F5-25C3-3534-A845-679529C5488D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7" creationId="{560F5687-93D8-F853-29D0-7F8BEBBDFDBF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8" creationId="{D1F87576-E062-1FB2-89CD-4BBC916FA56A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599" creationId="{00C7A58E-F0C2-97A0-47E4-6B5F4D7B6E95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600" creationId="{BF85722D-E086-3452-A285-654952FFBE32}"/>
          </ac:inkMkLst>
        </pc:inkChg>
        <pc:inkChg chg="add del">
          <ac:chgData name="Farhana Illiani Binti Hassan" userId="388f1f68-cffa-4d1d-b286-28c48f091183" providerId="ADAL" clId="{AB0D0C86-F665-4E90-977F-8DA9A592D847}" dt="2025-11-06T00:47:11.692" v="143"/>
          <ac:inkMkLst>
            <pc:docMk/>
            <pc:sldMk cId="58573603" sldId="384"/>
            <ac:inkMk id="24601" creationId="{E206E610-75A9-FC3E-CD0E-6F5C6A680403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47:48.652" v="152"/>
          <ac:inkMkLst>
            <pc:docMk/>
            <pc:sldMk cId="58573603" sldId="384"/>
            <ac:inkMk id="24602" creationId="{F74A21BC-B7DF-D294-1D3F-69ABEE3960FC}"/>
          </ac:inkMkLst>
        </pc:inkChg>
        <pc:inkChg chg="add del">
          <ac:chgData name="Farhana Illiani Binti Hassan" userId="388f1f68-cffa-4d1d-b286-28c48f091183" providerId="ADAL" clId="{AB0D0C86-F665-4E90-977F-8DA9A592D847}" dt="2025-11-06T00:47:18.030" v="150"/>
          <ac:inkMkLst>
            <pc:docMk/>
            <pc:sldMk cId="58573603" sldId="384"/>
            <ac:inkMk id="24603" creationId="{032819A1-617B-010D-2C2A-577FA80CE1A8}"/>
          </ac:inkMkLst>
        </pc:inkChg>
        <pc:inkChg chg="add del">
          <ac:chgData name="Farhana Illiani Binti Hassan" userId="388f1f68-cffa-4d1d-b286-28c48f091183" providerId="ADAL" clId="{AB0D0C86-F665-4E90-977F-8DA9A592D847}" dt="2025-11-06T00:47:18.030" v="150"/>
          <ac:inkMkLst>
            <pc:docMk/>
            <pc:sldMk cId="58573603" sldId="384"/>
            <ac:inkMk id="24604" creationId="{F274E472-A4F8-B1B8-DDCF-FA9A37D2011D}"/>
          </ac:inkMkLst>
        </pc:inkChg>
        <pc:inkChg chg="add del">
          <ac:chgData name="Farhana Illiani Binti Hassan" userId="388f1f68-cffa-4d1d-b286-28c48f091183" providerId="ADAL" clId="{AB0D0C86-F665-4E90-977F-8DA9A592D847}" dt="2025-11-06T00:47:18.030" v="150"/>
          <ac:inkMkLst>
            <pc:docMk/>
            <pc:sldMk cId="58573603" sldId="384"/>
            <ac:inkMk id="24605" creationId="{85C8EAB1-0DD1-BFF4-D6E9-4BF8C8675A47}"/>
          </ac:inkMkLst>
        </pc:inkChg>
        <pc:inkChg chg="add del">
          <ac:chgData name="Farhana Illiani Binti Hassan" userId="388f1f68-cffa-4d1d-b286-28c48f091183" providerId="ADAL" clId="{AB0D0C86-F665-4E90-977F-8DA9A592D847}" dt="2025-11-06T00:47:18.030" v="150"/>
          <ac:inkMkLst>
            <pc:docMk/>
            <pc:sldMk cId="58573603" sldId="384"/>
            <ac:inkMk id="24606" creationId="{14CEC917-FA75-ADB2-933F-02799142AB74}"/>
          </ac:inkMkLst>
        </pc:inkChg>
        <pc:inkChg chg="add del">
          <ac:chgData name="Farhana Illiani Binti Hassan" userId="388f1f68-cffa-4d1d-b286-28c48f091183" providerId="ADAL" clId="{AB0D0C86-F665-4E90-977F-8DA9A592D847}" dt="2025-11-06T00:47:18.030" v="150"/>
          <ac:inkMkLst>
            <pc:docMk/>
            <pc:sldMk cId="58573603" sldId="384"/>
            <ac:inkMk id="24607" creationId="{58333BC8-0A55-64E7-AB66-269FD9C67761}"/>
          </ac:inkMkLst>
        </pc:inkChg>
        <pc:inkChg chg="add del">
          <ac:chgData name="Farhana Illiani Binti Hassan" userId="388f1f68-cffa-4d1d-b286-28c48f091183" providerId="ADAL" clId="{AB0D0C86-F665-4E90-977F-8DA9A592D847}" dt="2025-11-06T00:47:18.030" v="150"/>
          <ac:inkMkLst>
            <pc:docMk/>
            <pc:sldMk cId="58573603" sldId="384"/>
            <ac:inkMk id="24608" creationId="{F81C011E-F64F-F6F8-B955-EB151875D4F9}"/>
          </ac:inkMkLst>
        </pc:inkChg>
        <pc:inkChg chg="add del reco">
          <ac:chgData name="Farhana Illiani Binti Hassan" userId="388f1f68-cffa-4d1d-b286-28c48f091183" providerId="ADAL" clId="{AB0D0C86-F665-4E90-977F-8DA9A592D847}" dt="2025-11-06T00:51:55.552" v="228"/>
          <ac:inkMkLst>
            <pc:docMk/>
            <pc:sldMk cId="58573603" sldId="384"/>
            <ac:inkMk id="24609" creationId="{6C2D2B7C-E7DD-CE61-BA67-4E82BA2A6755}"/>
          </ac:inkMkLst>
        </pc:inkChg>
        <pc:inkChg chg="add del">
          <ac:chgData name="Farhana Illiani Binti Hassan" userId="388f1f68-cffa-4d1d-b286-28c48f091183" providerId="ADAL" clId="{AB0D0C86-F665-4E90-977F-8DA9A592D847}" dt="2025-11-06T00:48:19.263" v="155"/>
          <ac:inkMkLst>
            <pc:docMk/>
            <pc:sldMk cId="58573603" sldId="384"/>
            <ac:inkMk id="24610" creationId="{5F0C2990-4477-436E-E612-3BCF503FBB59}"/>
          </ac:inkMkLst>
        </pc:inkChg>
        <pc:inkChg chg="add del">
          <ac:chgData name="Farhana Illiani Binti Hassan" userId="388f1f68-cffa-4d1d-b286-28c48f091183" providerId="ADAL" clId="{AB0D0C86-F665-4E90-977F-8DA9A592D847}" dt="2025-11-06T00:48:19.263" v="155"/>
          <ac:inkMkLst>
            <pc:docMk/>
            <pc:sldMk cId="58573603" sldId="384"/>
            <ac:inkMk id="24612" creationId="{58CA64EE-545D-B45F-D305-BDCF3C7E3C12}"/>
          </ac:inkMkLst>
        </pc:inkChg>
        <pc:inkChg chg="add del reco">
          <ac:chgData name="Farhana Illiani Binti Hassan" userId="388f1f68-cffa-4d1d-b286-28c48f091183" providerId="ADAL" clId="{AB0D0C86-F665-4E90-977F-8DA9A592D847}" dt="2025-11-06T00:48:32.387" v="156"/>
          <ac:inkMkLst>
            <pc:docMk/>
            <pc:sldMk cId="58573603" sldId="384"/>
            <ac:inkMk id="24613" creationId="{87428339-C730-1736-C5F0-3DB7BA912213}"/>
          </ac:inkMkLst>
        </pc:inkChg>
        <pc:inkChg chg="add del">
          <ac:chgData name="Farhana Illiani Binti Hassan" userId="388f1f68-cffa-4d1d-b286-28c48f091183" providerId="ADAL" clId="{AB0D0C86-F665-4E90-977F-8DA9A592D847}" dt="2025-11-06T00:48:37.101" v="159"/>
          <ac:inkMkLst>
            <pc:docMk/>
            <pc:sldMk cId="58573603" sldId="384"/>
            <ac:inkMk id="24614" creationId="{21CF27A7-DBCE-7B33-1964-C4A5482EFF2C}"/>
          </ac:inkMkLst>
        </pc:inkChg>
        <pc:inkChg chg="add del">
          <ac:chgData name="Farhana Illiani Binti Hassan" userId="388f1f68-cffa-4d1d-b286-28c48f091183" providerId="ADAL" clId="{AB0D0C86-F665-4E90-977F-8DA9A592D847}" dt="2025-11-06T00:48:37.101" v="159"/>
          <ac:inkMkLst>
            <pc:docMk/>
            <pc:sldMk cId="58573603" sldId="384"/>
            <ac:inkMk id="24615" creationId="{D86F1F45-1E15-E53E-7A27-81364B5B96EF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1:54.407" v="227"/>
          <ac:inkMkLst>
            <pc:docMk/>
            <pc:sldMk cId="58573603" sldId="384"/>
            <ac:inkMk id="24616" creationId="{7472944E-1FE3-12C3-36AD-AF9B7B8376E0}"/>
          </ac:inkMkLst>
        </pc:inkChg>
        <pc:inkChg chg="add del">
          <ac:chgData name="Farhana Illiani Binti Hassan" userId="388f1f68-cffa-4d1d-b286-28c48f091183" providerId="ADAL" clId="{AB0D0C86-F665-4E90-977F-8DA9A592D847}" dt="2025-11-06T00:51:31.178" v="225"/>
          <ac:inkMkLst>
            <pc:docMk/>
            <pc:sldMk cId="58573603" sldId="384"/>
            <ac:inkMk id="24617" creationId="{DB3FB8D6-159A-C6B3-9213-2634B4AA7EA2}"/>
          </ac:inkMkLst>
        </pc:inkChg>
        <pc:inkChg chg="add del">
          <ac:chgData name="Farhana Illiani Binti Hassan" userId="388f1f68-cffa-4d1d-b286-28c48f091183" providerId="ADAL" clId="{AB0D0C86-F665-4E90-977F-8DA9A592D847}" dt="2025-11-06T00:51:31.178" v="225"/>
          <ac:inkMkLst>
            <pc:docMk/>
            <pc:sldMk cId="58573603" sldId="384"/>
            <ac:inkMk id="24618" creationId="{EE716FF6-A942-0ADD-FC9E-1CBCCEE3F66F}"/>
          </ac:inkMkLst>
        </pc:inkChg>
        <pc:inkChg chg="add del">
          <ac:chgData name="Farhana Illiani Binti Hassan" userId="388f1f68-cffa-4d1d-b286-28c48f091183" providerId="ADAL" clId="{AB0D0C86-F665-4E90-977F-8DA9A592D847}" dt="2025-11-06T00:51:31.178" v="225"/>
          <ac:inkMkLst>
            <pc:docMk/>
            <pc:sldMk cId="58573603" sldId="384"/>
            <ac:inkMk id="24619" creationId="{CE2B86E8-175E-6CD7-A13E-FB6C3FA18EAF}"/>
          </ac:inkMkLst>
        </pc:inkChg>
        <pc:inkChg chg="add del">
          <ac:chgData name="Farhana Illiani Binti Hassan" userId="388f1f68-cffa-4d1d-b286-28c48f091183" providerId="ADAL" clId="{AB0D0C86-F665-4E90-977F-8DA9A592D847}" dt="2025-11-06T00:51:31.178" v="225"/>
          <ac:inkMkLst>
            <pc:docMk/>
            <pc:sldMk cId="58573603" sldId="384"/>
            <ac:inkMk id="24620" creationId="{F59F8578-CAA9-A663-E0ED-C169C4D9EC9F}"/>
          </ac:inkMkLst>
        </pc:inkChg>
        <pc:inkChg chg="add del">
          <ac:chgData name="Farhana Illiani Binti Hassan" userId="388f1f68-cffa-4d1d-b286-28c48f091183" providerId="ADAL" clId="{AB0D0C86-F665-4E90-977F-8DA9A592D847}" dt="2025-11-06T00:51:31.178" v="225"/>
          <ac:inkMkLst>
            <pc:docMk/>
            <pc:sldMk cId="58573603" sldId="384"/>
            <ac:inkMk id="24621" creationId="{BF03FE71-BD94-63B0-EE07-0B58F4B52292}"/>
          </ac:inkMkLst>
        </pc:inkChg>
        <pc:inkChg chg="add reco">
          <ac:chgData name="Farhana Illiani Binti Hassan" userId="388f1f68-cffa-4d1d-b286-28c48f091183" providerId="ADAL" clId="{AB0D0C86-F665-4E90-977F-8DA9A592D847}" dt="2025-11-06T00:51:31.178" v="225"/>
          <ac:inkMkLst>
            <pc:docMk/>
            <pc:sldMk cId="58573603" sldId="384"/>
            <ac:inkMk id="24622" creationId="{4A8BEABB-4A70-7F29-17C4-B17D32B72681}"/>
          </ac:inkMkLst>
        </pc:inkChg>
        <pc:inkChg chg="add del">
          <ac:chgData name="Farhana Illiani Binti Hassan" userId="388f1f68-cffa-4d1d-b286-28c48f091183" providerId="ADAL" clId="{AB0D0C86-F665-4E90-977F-8DA9A592D847}" dt="2025-11-06T00:51:59.625" v="231"/>
          <ac:inkMkLst>
            <pc:docMk/>
            <pc:sldMk cId="58573603" sldId="384"/>
            <ac:inkMk id="24623" creationId="{C1B7B059-8223-ACF2-A75F-1A28D3BD291B}"/>
          </ac:inkMkLst>
        </pc:inkChg>
        <pc:inkChg chg="add del">
          <ac:chgData name="Farhana Illiani Binti Hassan" userId="388f1f68-cffa-4d1d-b286-28c48f091183" providerId="ADAL" clId="{AB0D0C86-F665-4E90-977F-8DA9A592D847}" dt="2025-11-06T00:51:59.625" v="231"/>
          <ac:inkMkLst>
            <pc:docMk/>
            <pc:sldMk cId="58573603" sldId="384"/>
            <ac:inkMk id="24624" creationId="{4FD1BCA4-BB1B-A525-964D-90532670FB7D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3:19.097" v="233"/>
          <ac:inkMkLst>
            <pc:docMk/>
            <pc:sldMk cId="58573603" sldId="384"/>
            <ac:inkMk id="24625" creationId="{3C291029-AAF8-89F2-6C86-C46860AC641C}"/>
          </ac:inkMkLst>
        </pc:inkChg>
        <pc:inkChg chg="add del">
          <ac:chgData name="Farhana Illiani Binti Hassan" userId="388f1f68-cffa-4d1d-b286-28c48f091183" providerId="ADAL" clId="{AB0D0C86-F665-4E90-977F-8DA9A592D847}" dt="2025-11-06T00:53:32.380" v="235"/>
          <ac:inkMkLst>
            <pc:docMk/>
            <pc:sldMk cId="58573603" sldId="384"/>
            <ac:inkMk id="24626" creationId="{3017A873-9C85-9300-98B7-6B4EE91F6BDC}"/>
          </ac:inkMkLst>
        </pc:inkChg>
        <pc:inkChg chg="add del">
          <ac:chgData name="Farhana Illiani Binti Hassan" userId="388f1f68-cffa-4d1d-b286-28c48f091183" providerId="ADAL" clId="{AB0D0C86-F665-4E90-977F-8DA9A592D847}" dt="2025-11-06T00:53:40.227" v="239"/>
          <ac:inkMkLst>
            <pc:docMk/>
            <pc:sldMk cId="58573603" sldId="384"/>
            <ac:inkMk id="24627" creationId="{6285E4B6-CD7F-2283-4DE0-A57535DB5183}"/>
          </ac:inkMkLst>
        </pc:inkChg>
        <pc:inkChg chg="add del">
          <ac:chgData name="Farhana Illiani Binti Hassan" userId="388f1f68-cffa-4d1d-b286-28c48f091183" providerId="ADAL" clId="{AB0D0C86-F665-4E90-977F-8DA9A592D847}" dt="2025-11-06T00:53:40.227" v="239"/>
          <ac:inkMkLst>
            <pc:docMk/>
            <pc:sldMk cId="58573603" sldId="384"/>
            <ac:inkMk id="24628" creationId="{762E08AA-7CF7-4DAF-64F3-A8F9945A33F5}"/>
          </ac:inkMkLst>
        </pc:inkChg>
        <pc:inkChg chg="add del">
          <ac:chgData name="Farhana Illiani Binti Hassan" userId="388f1f68-cffa-4d1d-b286-28c48f091183" providerId="ADAL" clId="{AB0D0C86-F665-4E90-977F-8DA9A592D847}" dt="2025-11-06T00:53:40.227" v="239"/>
          <ac:inkMkLst>
            <pc:docMk/>
            <pc:sldMk cId="58573603" sldId="384"/>
            <ac:inkMk id="24629" creationId="{69254328-8FA9-F046-46E2-D643E6117ED4}"/>
          </ac:inkMkLst>
        </pc:inkChg>
        <pc:inkChg chg="add reco">
          <ac:chgData name="Farhana Illiani Binti Hassan" userId="388f1f68-cffa-4d1d-b286-28c48f091183" providerId="ADAL" clId="{AB0D0C86-F665-4E90-977F-8DA9A592D847}" dt="2025-11-06T00:53:40.227" v="239"/>
          <ac:inkMkLst>
            <pc:docMk/>
            <pc:sldMk cId="58573603" sldId="384"/>
            <ac:inkMk id="24630" creationId="{2C695213-8B17-4AE4-F3BE-E93DE53DD77B}"/>
          </ac:inkMkLst>
        </pc:inkChg>
        <pc:inkChg chg="add del">
          <ac:chgData name="Farhana Illiani Binti Hassan" userId="388f1f68-cffa-4d1d-b286-28c48f091183" providerId="ADAL" clId="{AB0D0C86-F665-4E90-977F-8DA9A592D847}" dt="2025-11-06T00:53:43.555" v="244"/>
          <ac:inkMkLst>
            <pc:docMk/>
            <pc:sldMk cId="58573603" sldId="384"/>
            <ac:inkMk id="24631" creationId="{229856A5-39DD-3DFD-15AA-A67B58146995}"/>
          </ac:inkMkLst>
        </pc:inkChg>
        <pc:inkChg chg="add del">
          <ac:chgData name="Farhana Illiani Binti Hassan" userId="388f1f68-cffa-4d1d-b286-28c48f091183" providerId="ADAL" clId="{AB0D0C86-F665-4E90-977F-8DA9A592D847}" dt="2025-11-06T00:53:43.555" v="244"/>
          <ac:inkMkLst>
            <pc:docMk/>
            <pc:sldMk cId="58573603" sldId="384"/>
            <ac:inkMk id="24632" creationId="{D6230F29-E492-FAC9-8645-2235482063F0}"/>
          </ac:inkMkLst>
        </pc:inkChg>
        <pc:inkChg chg="add del">
          <ac:chgData name="Farhana Illiani Binti Hassan" userId="388f1f68-cffa-4d1d-b286-28c48f091183" providerId="ADAL" clId="{AB0D0C86-F665-4E90-977F-8DA9A592D847}" dt="2025-11-06T00:53:43.555" v="244"/>
          <ac:inkMkLst>
            <pc:docMk/>
            <pc:sldMk cId="58573603" sldId="384"/>
            <ac:inkMk id="24633" creationId="{A5358A02-9711-F324-6F89-D478C15C3F26}"/>
          </ac:inkMkLst>
        </pc:inkChg>
        <pc:inkChg chg="add del">
          <ac:chgData name="Farhana Illiani Binti Hassan" userId="388f1f68-cffa-4d1d-b286-28c48f091183" providerId="ADAL" clId="{AB0D0C86-F665-4E90-977F-8DA9A592D847}" dt="2025-11-06T00:53:43.555" v="244"/>
          <ac:inkMkLst>
            <pc:docMk/>
            <pc:sldMk cId="58573603" sldId="384"/>
            <ac:inkMk id="24634" creationId="{5F54D89B-88A4-B5F7-12C9-0671DACE43A5}"/>
          </ac:inkMkLst>
        </pc:inkChg>
        <pc:inkChg chg="add reco">
          <ac:chgData name="Farhana Illiani Binti Hassan" userId="388f1f68-cffa-4d1d-b286-28c48f091183" providerId="ADAL" clId="{AB0D0C86-F665-4E90-977F-8DA9A592D847}" dt="2025-11-06T00:53:43.555" v="244"/>
          <ac:inkMkLst>
            <pc:docMk/>
            <pc:sldMk cId="58573603" sldId="384"/>
            <ac:inkMk id="24635" creationId="{08BE35C5-C1BF-2E9B-5B10-837378AB8B70}"/>
          </ac:inkMkLst>
        </pc:inkChg>
        <pc:inkChg chg="add del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24636" creationId="{185326EE-CC48-B45C-58D8-65C96995C51D}"/>
          </ac:inkMkLst>
        </pc:inkChg>
        <pc:inkChg chg="add del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24637" creationId="{427C8328-0854-62F6-DED0-FF0BB7A3E893}"/>
          </ac:inkMkLst>
        </pc:inkChg>
        <pc:inkChg chg="add del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24638" creationId="{75E08152-C877-A866-241A-E190ACC75066}"/>
          </ac:inkMkLst>
        </pc:inkChg>
        <pc:inkChg chg="add del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24639" creationId="{8F3DB4A9-5364-DEA2-12A2-E39DD4B9C84E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333824" creationId="{C1CF6255-44C8-5BD9-66BB-3C6B183C4548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333825" creationId="{ED583F61-D300-16B4-8B59-438BBEE737BF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333826" creationId="{47CE6781-C949-D24C-8B1A-1FEBCEFD817B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333828" creationId="{C7A787F2-265E-8D2C-597C-67C75F466CD1}"/>
          </ac:inkMkLst>
        </pc:inkChg>
        <pc:inkChg chg="add del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333829" creationId="{863692F1-4C7F-2BA1-8B22-8A2A81D91BD8}"/>
          </ac:inkMkLst>
        </pc:inkChg>
        <pc:inkChg chg="add reco">
          <ac:chgData name="Farhana Illiani Binti Hassan" userId="388f1f68-cffa-4d1d-b286-28c48f091183" providerId="ADAL" clId="{AB0D0C86-F665-4E90-977F-8DA9A592D847}" dt="2025-11-06T00:44:07.794" v="58"/>
          <ac:inkMkLst>
            <pc:docMk/>
            <pc:sldMk cId="58573603" sldId="384"/>
            <ac:inkMk id="333830" creationId="{13E7B903-11C4-96D0-04C3-E19C2D6E2996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1" creationId="{587CFD92-497E-B02F-651B-DB7C1B629782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2" creationId="{A3B8E0B6-71D6-6DA5-EE30-E022988203A4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3" creationId="{3925B22D-C524-D968-5050-92239A3DDC33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4" creationId="{6A99394E-B1D8-B955-67B8-FCB339685D88}"/>
          </ac:inkMkLst>
        </pc:inkChg>
        <pc:inkChg chg="add">
          <ac:chgData name="Farhana Illiani Binti Hassan" userId="388f1f68-cffa-4d1d-b286-28c48f091183" providerId="ADAL" clId="{AB0D0C86-F665-4E90-977F-8DA9A592D847}" dt="2025-11-06T00:44:09.903" v="63"/>
          <ac:inkMkLst>
            <pc:docMk/>
            <pc:sldMk cId="58573603" sldId="384"/>
            <ac:inkMk id="333835" creationId="{8ED2F488-62FB-FEEA-D835-59961340C8FD}"/>
          </ac:inkMkLst>
        </pc:inkChg>
        <pc:inkChg chg="add">
          <ac:chgData name="Farhana Illiani Binti Hassan" userId="388f1f68-cffa-4d1d-b286-28c48f091183" providerId="ADAL" clId="{AB0D0C86-F665-4E90-977F-8DA9A592D847}" dt="2025-11-06T00:44:10.136" v="64"/>
          <ac:inkMkLst>
            <pc:docMk/>
            <pc:sldMk cId="58573603" sldId="384"/>
            <ac:inkMk id="333836" creationId="{9BA5F24A-76B7-8669-1E47-CE689944DB50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7" creationId="{E862DE14-4BAF-35A5-B739-8BE090E777AD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8" creationId="{7E526584-20EA-2D8F-F3E9-D8FBCEB37EDC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39" creationId="{2946B575-87DA-0D91-A40C-2B61221DF23E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40" creationId="{F60E412E-0E83-9439-01D1-4C0CDD8F526B}"/>
          </ac:inkMkLst>
        </pc:inkChg>
        <pc:inkChg chg="add del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41" creationId="{CBCD76CC-BF89-C6B1-527C-DB0416598C0B}"/>
          </ac:inkMkLst>
        </pc:inkChg>
        <pc:inkChg chg="add reco">
          <ac:chgData name="Farhana Illiani Binti Hassan" userId="388f1f68-cffa-4d1d-b286-28c48f091183" providerId="ADAL" clId="{AB0D0C86-F665-4E90-977F-8DA9A592D847}" dt="2025-11-06T00:44:12.114" v="70"/>
          <ac:inkMkLst>
            <pc:docMk/>
            <pc:sldMk cId="58573603" sldId="384"/>
            <ac:inkMk id="333842" creationId="{5FA8E0CF-BDF7-A660-164C-BA04C6E59474}"/>
          </ac:inkMkLst>
        </pc:inkChg>
        <pc:inkChg chg="add del">
          <ac:chgData name="Farhana Illiani Binti Hassan" userId="388f1f68-cffa-4d1d-b286-28c48f091183" providerId="ADAL" clId="{AB0D0C86-F665-4E90-977F-8DA9A592D847}" dt="2025-11-06T00:44:39.556" v="73"/>
          <ac:inkMkLst>
            <pc:docMk/>
            <pc:sldMk cId="58573603" sldId="384"/>
            <ac:inkMk id="333843" creationId="{EBD2BC3E-C33B-6FF9-F12E-BB9736BF817D}"/>
          </ac:inkMkLst>
        </pc:inkChg>
        <pc:inkChg chg="add del">
          <ac:chgData name="Farhana Illiani Binti Hassan" userId="388f1f68-cffa-4d1d-b286-28c48f091183" providerId="ADAL" clId="{AB0D0C86-F665-4E90-977F-8DA9A592D847}" dt="2025-11-06T00:44:39.556" v="73"/>
          <ac:inkMkLst>
            <pc:docMk/>
            <pc:sldMk cId="58573603" sldId="384"/>
            <ac:inkMk id="333844" creationId="{E9728A13-B945-367F-2040-17EED3598CD1}"/>
          </ac:inkMkLst>
        </pc:inkChg>
        <pc:inkChg chg="add reco">
          <ac:chgData name="Farhana Illiani Binti Hassan" userId="388f1f68-cffa-4d1d-b286-28c48f091183" providerId="ADAL" clId="{AB0D0C86-F665-4E90-977F-8DA9A592D847}" dt="2025-11-06T00:44:39.556" v="73"/>
          <ac:inkMkLst>
            <pc:docMk/>
            <pc:sldMk cId="58573603" sldId="384"/>
            <ac:inkMk id="333845" creationId="{A7D3BB5A-A485-6F3E-F54B-AFA7EB75CB03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46" creationId="{BA90CD9F-E5B3-80EE-80BF-F7EF61624926}"/>
          </ac:inkMkLst>
        </pc:inkChg>
        <pc:inkChg chg="add">
          <ac:chgData name="Farhana Illiani Binti Hassan" userId="388f1f68-cffa-4d1d-b286-28c48f091183" providerId="ADAL" clId="{AB0D0C86-F665-4E90-977F-8DA9A592D847}" dt="2025-11-06T00:44:50.488" v="75"/>
          <ac:inkMkLst>
            <pc:docMk/>
            <pc:sldMk cId="58573603" sldId="384"/>
            <ac:inkMk id="333847" creationId="{0D5086FC-1876-EA2A-9DD9-91B41B642B41}"/>
          </ac:inkMkLst>
        </pc:inkChg>
        <pc:inkChg chg="add">
          <ac:chgData name="Farhana Illiani Binti Hassan" userId="388f1f68-cffa-4d1d-b286-28c48f091183" providerId="ADAL" clId="{AB0D0C86-F665-4E90-977F-8DA9A592D847}" dt="2025-11-06T00:44:50.902" v="76"/>
          <ac:inkMkLst>
            <pc:docMk/>
            <pc:sldMk cId="58573603" sldId="384"/>
            <ac:inkMk id="333848" creationId="{856217F1-02F0-F6A4-FAB9-2330DD88FD95}"/>
          </ac:inkMkLst>
        </pc:inkChg>
        <pc:inkChg chg="add">
          <ac:chgData name="Farhana Illiani Binti Hassan" userId="388f1f68-cffa-4d1d-b286-28c48f091183" providerId="ADAL" clId="{AB0D0C86-F665-4E90-977F-8DA9A592D847}" dt="2025-11-06T00:44:51.235" v="77"/>
          <ac:inkMkLst>
            <pc:docMk/>
            <pc:sldMk cId="58573603" sldId="384"/>
            <ac:inkMk id="333849" creationId="{5F677949-ABAB-FB78-819F-67ED958056FC}"/>
          </ac:inkMkLst>
        </pc:inkChg>
        <pc:inkChg chg="add">
          <ac:chgData name="Farhana Illiani Binti Hassan" userId="388f1f68-cffa-4d1d-b286-28c48f091183" providerId="ADAL" clId="{AB0D0C86-F665-4E90-977F-8DA9A592D847}" dt="2025-11-06T00:44:51.433" v="78"/>
          <ac:inkMkLst>
            <pc:docMk/>
            <pc:sldMk cId="58573603" sldId="384"/>
            <ac:inkMk id="333850" creationId="{1C1AD58B-F59C-2690-646C-337267C5C82C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51" creationId="{A0431835-D866-D913-C475-826B61681C69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52" creationId="{EC5ACC0E-9EFD-C45D-D9F4-D5705A9C888B}"/>
          </ac:inkMkLst>
        </pc:inkChg>
        <pc:inkChg chg="add">
          <ac:chgData name="Farhana Illiani Binti Hassan" userId="388f1f68-cffa-4d1d-b286-28c48f091183" providerId="ADAL" clId="{AB0D0C86-F665-4E90-977F-8DA9A592D847}" dt="2025-11-06T00:44:52.750" v="81"/>
          <ac:inkMkLst>
            <pc:docMk/>
            <pc:sldMk cId="58573603" sldId="384"/>
            <ac:inkMk id="333853" creationId="{EE8C971C-29A7-142E-6E78-6014A3D90E98}"/>
          </ac:inkMkLst>
        </pc:inkChg>
        <pc:inkChg chg="add">
          <ac:chgData name="Farhana Illiani Binti Hassan" userId="388f1f68-cffa-4d1d-b286-28c48f091183" providerId="ADAL" clId="{AB0D0C86-F665-4E90-977F-8DA9A592D847}" dt="2025-11-06T00:44:52.933" v="82"/>
          <ac:inkMkLst>
            <pc:docMk/>
            <pc:sldMk cId="58573603" sldId="384"/>
            <ac:inkMk id="333854" creationId="{AC7D227B-C35B-938B-4200-82EE6ED63760}"/>
          </ac:inkMkLst>
        </pc:inkChg>
        <pc:inkChg chg="add">
          <ac:chgData name="Farhana Illiani Binti Hassan" userId="388f1f68-cffa-4d1d-b286-28c48f091183" providerId="ADAL" clId="{AB0D0C86-F665-4E90-977F-8DA9A592D847}" dt="2025-11-06T00:44:53.133" v="83"/>
          <ac:inkMkLst>
            <pc:docMk/>
            <pc:sldMk cId="58573603" sldId="384"/>
            <ac:inkMk id="333855" creationId="{0458605E-0ADC-6B7B-F6F4-1CE8C4FA23F5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56" creationId="{891F6678-8D43-E704-53FF-784114B1B3A6}"/>
          </ac:inkMkLst>
        </pc:inkChg>
        <pc:inkChg chg="add">
          <ac:chgData name="Farhana Illiani Binti Hassan" userId="388f1f68-cffa-4d1d-b286-28c48f091183" providerId="ADAL" clId="{AB0D0C86-F665-4E90-977F-8DA9A592D847}" dt="2025-11-06T00:44:53.533" v="85"/>
          <ac:inkMkLst>
            <pc:docMk/>
            <pc:sldMk cId="58573603" sldId="384"/>
            <ac:inkMk id="333857" creationId="{7D24C5D1-0DFA-A53B-B73E-77148447E72D}"/>
          </ac:inkMkLst>
        </pc:inkChg>
        <pc:inkChg chg="add">
          <ac:chgData name="Farhana Illiani Binti Hassan" userId="388f1f68-cffa-4d1d-b286-28c48f091183" providerId="ADAL" clId="{AB0D0C86-F665-4E90-977F-8DA9A592D847}" dt="2025-11-06T00:44:53.852" v="86"/>
          <ac:inkMkLst>
            <pc:docMk/>
            <pc:sldMk cId="58573603" sldId="384"/>
            <ac:inkMk id="333858" creationId="{E26FD8A1-CED3-4DB6-FC31-CC1F17F02199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59" creationId="{FA5A6DAE-F72F-41D1-E873-0CFD355F2AE2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60" creationId="{E39F80D4-6374-EA0E-FBB7-C71387584496}"/>
          </ac:inkMkLst>
        </pc:inkChg>
        <pc:inkChg chg="add">
          <ac:chgData name="Farhana Illiani Binti Hassan" userId="388f1f68-cffa-4d1d-b286-28c48f091183" providerId="ADAL" clId="{AB0D0C86-F665-4E90-977F-8DA9A592D847}" dt="2025-11-06T00:44:54.620" v="89"/>
          <ac:inkMkLst>
            <pc:docMk/>
            <pc:sldMk cId="58573603" sldId="384"/>
            <ac:inkMk id="333861" creationId="{FEF21961-9DD5-F9AB-25ED-1475724AA30C}"/>
          </ac:inkMkLst>
        </pc:inkChg>
        <pc:inkChg chg="add">
          <ac:chgData name="Farhana Illiani Binti Hassan" userId="388f1f68-cffa-4d1d-b286-28c48f091183" providerId="ADAL" clId="{AB0D0C86-F665-4E90-977F-8DA9A592D847}" dt="2025-11-06T00:44:54.921" v="90"/>
          <ac:inkMkLst>
            <pc:docMk/>
            <pc:sldMk cId="58573603" sldId="384"/>
            <ac:inkMk id="333862" creationId="{13AB2AAC-BAFE-AE6C-E9E8-800403804ED3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63" creationId="{5E32516C-F8EC-AA03-B79E-1C8AF7F12FD0}"/>
          </ac:inkMkLst>
        </pc:inkChg>
        <pc:inkChg chg="add">
          <ac:chgData name="Farhana Illiani Binti Hassan" userId="388f1f68-cffa-4d1d-b286-28c48f091183" providerId="ADAL" clId="{AB0D0C86-F665-4E90-977F-8DA9A592D847}" dt="2025-11-06T00:44:55.433" v="92"/>
          <ac:inkMkLst>
            <pc:docMk/>
            <pc:sldMk cId="58573603" sldId="384"/>
            <ac:inkMk id="333864" creationId="{C329716D-F2CC-7C13-A565-71522981CD44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65" creationId="{DC68312B-144C-BC90-5FA9-2DC42A22DD78}"/>
          </ac:inkMkLst>
        </pc:inkChg>
        <pc:inkChg chg="add del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66" creationId="{A04D9C99-630C-6B3E-6177-31BEF4279F3F}"/>
          </ac:inkMkLst>
        </pc:inkChg>
        <pc:inkChg chg="add">
          <ac:chgData name="Farhana Illiani Binti Hassan" userId="388f1f68-cffa-4d1d-b286-28c48f091183" providerId="ADAL" clId="{AB0D0C86-F665-4E90-977F-8DA9A592D847}" dt="2025-11-06T00:44:56.482" v="95"/>
          <ac:inkMkLst>
            <pc:docMk/>
            <pc:sldMk cId="58573603" sldId="384"/>
            <ac:inkMk id="333867" creationId="{CE0EED8F-A736-79CD-106D-70623C8B3F6C}"/>
          </ac:inkMkLst>
        </pc:inkChg>
        <pc:inkChg chg="add reco">
          <ac:chgData name="Farhana Illiani Binti Hassan" userId="388f1f68-cffa-4d1d-b286-28c48f091183" providerId="ADAL" clId="{AB0D0C86-F665-4E90-977F-8DA9A592D847}" dt="2025-11-06T00:44:57.048" v="96"/>
          <ac:inkMkLst>
            <pc:docMk/>
            <pc:sldMk cId="58573603" sldId="384"/>
            <ac:inkMk id="333868" creationId="{FCB5ADF2-68DE-0388-E6C6-7FA18828E7A5}"/>
          </ac:inkMkLst>
        </pc:inkChg>
        <pc:inkChg chg="add del">
          <ac:chgData name="Farhana Illiani Binti Hassan" userId="388f1f68-cffa-4d1d-b286-28c48f091183" providerId="ADAL" clId="{AB0D0C86-F665-4E90-977F-8DA9A592D847}" dt="2025-11-06T00:45:06.953" v="99"/>
          <ac:inkMkLst>
            <pc:docMk/>
            <pc:sldMk cId="58573603" sldId="384"/>
            <ac:inkMk id="333870" creationId="{D9C90E3E-D9DD-DF33-34B1-889867A84ECD}"/>
          </ac:inkMkLst>
        </pc:inkChg>
        <pc:inkChg chg="add del">
          <ac:chgData name="Farhana Illiani Binti Hassan" userId="388f1f68-cffa-4d1d-b286-28c48f091183" providerId="ADAL" clId="{AB0D0C86-F665-4E90-977F-8DA9A592D847}" dt="2025-11-06T00:45:06.953" v="99"/>
          <ac:inkMkLst>
            <pc:docMk/>
            <pc:sldMk cId="58573603" sldId="384"/>
            <ac:inkMk id="333871" creationId="{B4531307-98D3-9172-55C4-9382EA03F8A3}"/>
          </ac:inkMkLst>
        </pc:inkChg>
        <pc:inkChg chg="add reco">
          <ac:chgData name="Farhana Illiani Binti Hassan" userId="388f1f68-cffa-4d1d-b286-28c48f091183" providerId="ADAL" clId="{AB0D0C86-F665-4E90-977F-8DA9A592D847}" dt="2025-11-06T00:45:06.953" v="99"/>
          <ac:inkMkLst>
            <pc:docMk/>
            <pc:sldMk cId="58573603" sldId="384"/>
            <ac:inkMk id="333872" creationId="{32A37498-3A72-6031-27EA-1CDE4C799F02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3" creationId="{8DA95F70-3799-6237-015E-CD57999B76CA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4" creationId="{254AE685-E4FF-D201-BC0A-E190971A94C9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5" creationId="{834DF39B-60ED-BDB6-ABB7-88F2715F6D7B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6" creationId="{4FFC8067-E1D1-A604-119D-AECECFC6287E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7" creationId="{3F0C45B4-FFB3-3D62-EAEF-FC1862C3D426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8" creationId="{2821ABFB-CE18-15EF-B068-C8479205B93C}"/>
          </ac:inkMkLst>
        </pc:inkChg>
        <pc:inkChg chg="add del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79" creationId="{A75AD931-B425-C5B5-6681-48EE76F82D3C}"/>
          </ac:inkMkLst>
        </pc:inkChg>
        <pc:inkChg chg="add reco">
          <ac:chgData name="Farhana Illiani Binti Hassan" userId="388f1f68-cffa-4d1d-b286-28c48f091183" providerId="ADAL" clId="{AB0D0C86-F665-4E90-977F-8DA9A592D847}" dt="2025-11-06T00:45:40.451" v="107"/>
          <ac:inkMkLst>
            <pc:docMk/>
            <pc:sldMk cId="58573603" sldId="384"/>
            <ac:inkMk id="333880" creationId="{579F9CF9-7BCA-1A9C-2E68-BB74B4FA9781}"/>
          </ac:inkMkLst>
        </pc:inkChg>
        <pc:inkChg chg="add del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1" creationId="{B35AE5F6-D6A1-4363-EAA3-9B475C505890}"/>
          </ac:inkMkLst>
        </pc:inkChg>
        <pc:inkChg chg="add del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2" creationId="{B2C35B5C-AA64-2525-6A98-B8A1566346ED}"/>
          </ac:inkMkLst>
        </pc:inkChg>
        <pc:inkChg chg="add del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3" creationId="{8DFF123C-4DFD-0EE2-3119-EFEB0532BF6B}"/>
          </ac:inkMkLst>
        </pc:inkChg>
        <pc:inkChg chg="add del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4" creationId="{2C653344-25AF-67A9-DBE4-7F4B78C3C419}"/>
          </ac:inkMkLst>
        </pc:inkChg>
        <pc:inkChg chg="add del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5" creationId="{81A17A34-E9A8-FB2D-AE0A-2CE452B63EA3}"/>
          </ac:inkMkLst>
        </pc:inkChg>
        <pc:inkChg chg="add del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6" creationId="{C3817484-F0F4-1AA3-95F6-AC59D0C4A4AB}"/>
          </ac:inkMkLst>
        </pc:inkChg>
        <pc:inkChg chg="add reco">
          <ac:chgData name="Farhana Illiani Binti Hassan" userId="388f1f68-cffa-4d1d-b286-28c48f091183" providerId="ADAL" clId="{AB0D0C86-F665-4E90-977F-8DA9A592D847}" dt="2025-11-06T00:45:44.465" v="114"/>
          <ac:inkMkLst>
            <pc:docMk/>
            <pc:sldMk cId="58573603" sldId="384"/>
            <ac:inkMk id="333887" creationId="{7B2CF1AE-7FB0-8D55-AC9F-DA6BB7015721}"/>
          </ac:inkMkLst>
        </pc:inkChg>
        <pc:inkChg chg="add del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333888" creationId="{DB5A099D-EB33-DE78-C4F8-D9C843DF18C4}"/>
          </ac:inkMkLst>
        </pc:inkChg>
        <pc:inkChg chg="add del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333889" creationId="{EB685F8E-5EF4-D566-A4B3-0103838AA465}"/>
          </ac:inkMkLst>
        </pc:inkChg>
        <pc:inkChg chg="add reco">
          <ac:chgData name="Farhana Illiani Binti Hassan" userId="388f1f68-cffa-4d1d-b286-28c48f091183" providerId="ADAL" clId="{AB0D0C86-F665-4E90-977F-8DA9A592D847}" dt="2025-11-06T00:53:50.627" v="251"/>
          <ac:inkMkLst>
            <pc:docMk/>
            <pc:sldMk cId="58573603" sldId="384"/>
            <ac:inkMk id="333890" creationId="{DF055F6B-20E3-9A1F-30CA-012B58D8673C}"/>
          </ac:inkMkLst>
        </pc:inkChg>
        <pc:inkChg chg="add del">
          <ac:chgData name="Farhana Illiani Binti Hassan" userId="388f1f68-cffa-4d1d-b286-28c48f091183" providerId="ADAL" clId="{AB0D0C86-F665-4E90-977F-8DA9A592D847}" dt="2025-11-06T00:53:53.961" v="255"/>
          <ac:inkMkLst>
            <pc:docMk/>
            <pc:sldMk cId="58573603" sldId="384"/>
            <ac:inkMk id="333891" creationId="{C8D3A42A-C6A7-4065-51D4-356658FBD52A}"/>
          </ac:inkMkLst>
        </pc:inkChg>
        <pc:inkChg chg="add del">
          <ac:chgData name="Farhana Illiani Binti Hassan" userId="388f1f68-cffa-4d1d-b286-28c48f091183" providerId="ADAL" clId="{AB0D0C86-F665-4E90-977F-8DA9A592D847}" dt="2025-11-06T00:53:53.961" v="255"/>
          <ac:inkMkLst>
            <pc:docMk/>
            <pc:sldMk cId="58573603" sldId="384"/>
            <ac:inkMk id="333892" creationId="{0F01EA15-4C37-EF11-8E93-71A44CB1F283}"/>
          </ac:inkMkLst>
        </pc:inkChg>
        <pc:inkChg chg="add del">
          <ac:chgData name="Farhana Illiani Binti Hassan" userId="388f1f68-cffa-4d1d-b286-28c48f091183" providerId="ADAL" clId="{AB0D0C86-F665-4E90-977F-8DA9A592D847}" dt="2025-11-06T00:53:53.961" v="255"/>
          <ac:inkMkLst>
            <pc:docMk/>
            <pc:sldMk cId="58573603" sldId="384"/>
            <ac:inkMk id="333893" creationId="{8084553A-2E96-002D-F838-C04D5E30D747}"/>
          </ac:inkMkLst>
        </pc:inkChg>
        <pc:inkChg chg="add reco">
          <ac:chgData name="Farhana Illiani Binti Hassan" userId="388f1f68-cffa-4d1d-b286-28c48f091183" providerId="ADAL" clId="{AB0D0C86-F665-4E90-977F-8DA9A592D847}" dt="2025-11-06T00:53:53.961" v="255"/>
          <ac:inkMkLst>
            <pc:docMk/>
            <pc:sldMk cId="58573603" sldId="384"/>
            <ac:inkMk id="333894" creationId="{07D1E52A-5B91-0739-1933-0C42D02B2E90}"/>
          </ac:inkMkLst>
        </pc:inkChg>
        <pc:inkChg chg="add del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895" creationId="{4992704A-0896-B0AE-7975-6582B4019A3A}"/>
          </ac:inkMkLst>
        </pc:inkChg>
        <pc:inkChg chg="add del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896" creationId="{7A6865C9-E9F9-2AEC-31BD-6801B4308342}"/>
          </ac:inkMkLst>
        </pc:inkChg>
        <pc:inkChg chg="add del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897" creationId="{121011B0-D353-6A36-02A2-CB3C0C45951F}"/>
          </ac:inkMkLst>
        </pc:inkChg>
        <pc:inkChg chg="add del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898" creationId="{CBF66510-4093-02BB-0688-5F03E9B542BD}"/>
          </ac:inkMkLst>
        </pc:inkChg>
        <pc:inkChg chg="add del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899" creationId="{8564D3DD-7477-DD17-28D4-ECBEAA213E65}"/>
          </ac:inkMkLst>
        </pc:inkChg>
        <pc:inkChg chg="add del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900" creationId="{469D554B-92F9-2E78-D86C-F07664056C0D}"/>
          </ac:inkMkLst>
        </pc:inkChg>
        <pc:inkChg chg="add">
          <ac:chgData name="Farhana Illiani Binti Hassan" userId="388f1f68-cffa-4d1d-b286-28c48f091183" providerId="ADAL" clId="{AB0D0C86-F665-4E90-977F-8DA9A592D847}" dt="2025-11-06T00:53:57.890" v="262"/>
          <ac:inkMkLst>
            <pc:docMk/>
            <pc:sldMk cId="58573603" sldId="384"/>
            <ac:inkMk id="333901" creationId="{6BBB6EF8-9776-960E-BC30-6D20283481E3}"/>
          </ac:inkMkLst>
        </pc:inkChg>
        <pc:inkChg chg="add reco">
          <ac:chgData name="Farhana Illiani Binti Hassan" userId="388f1f68-cffa-4d1d-b286-28c48f091183" providerId="ADAL" clId="{AB0D0C86-F665-4E90-977F-8DA9A592D847}" dt="2025-11-06T00:53:58.475" v="263"/>
          <ac:inkMkLst>
            <pc:docMk/>
            <pc:sldMk cId="58573603" sldId="384"/>
            <ac:inkMk id="333902" creationId="{B77717D3-E430-0B2F-3B43-CF94048D1A53}"/>
          </ac:inkMkLst>
        </pc:inkChg>
        <pc:inkChg chg="add">
          <ac:chgData name="Farhana Illiani Binti Hassan" userId="388f1f68-cffa-4d1d-b286-28c48f091183" providerId="ADAL" clId="{AB0D0C86-F665-4E90-977F-8DA9A592D847}" dt="2025-11-06T00:55:33.903" v="264"/>
          <ac:inkMkLst>
            <pc:docMk/>
            <pc:sldMk cId="58573603" sldId="384"/>
            <ac:inkMk id="333903" creationId="{BAD4D00F-A342-6024-C393-1D3363A8201C}"/>
          </ac:inkMkLst>
        </pc:inkChg>
        <pc:inkChg chg="add">
          <ac:chgData name="Farhana Illiani Binti Hassan" userId="388f1f68-cffa-4d1d-b286-28c48f091183" providerId="ADAL" clId="{AB0D0C86-F665-4E90-977F-8DA9A592D847}" dt="2025-11-06T00:55:36.687" v="265"/>
          <ac:inkMkLst>
            <pc:docMk/>
            <pc:sldMk cId="58573603" sldId="384"/>
            <ac:inkMk id="333904" creationId="{38442A14-10B2-E262-61BD-768EBE8DECBA}"/>
          </ac:inkMkLst>
        </pc:inkChg>
      </pc:sldChg>
      <pc:sldChg chg="addSp delSp modSp mod">
        <pc:chgData name="Farhana Illiani Binti Hassan" userId="388f1f68-cffa-4d1d-b286-28c48f091183" providerId="ADAL" clId="{AB0D0C86-F665-4E90-977F-8DA9A592D847}" dt="2025-11-06T01:01:39.110" v="460"/>
        <pc:sldMkLst>
          <pc:docMk/>
          <pc:sldMk cId="471089175" sldId="389"/>
        </pc:sldMkLst>
        <pc:inkChg chg="add del">
          <ac:chgData name="Farhana Illiani Binti Hassan" userId="388f1f68-cffa-4d1d-b286-28c48f091183" providerId="ADAL" clId="{AB0D0C86-F665-4E90-977F-8DA9A592D847}" dt="2025-11-06T00:49:48.163" v="165"/>
          <ac:inkMkLst>
            <pc:docMk/>
            <pc:sldMk cId="471089175" sldId="389"/>
            <ac:inkMk id="2" creationId="{5FB62950-CB47-D79D-BE5C-2B255EB84C0D}"/>
          </ac:inkMkLst>
        </pc:inkChg>
        <pc:inkChg chg="add del">
          <ac:chgData name="Farhana Illiani Binti Hassan" userId="388f1f68-cffa-4d1d-b286-28c48f091183" providerId="ADAL" clId="{AB0D0C86-F665-4E90-977F-8DA9A592D847}" dt="2025-11-06T00:49:48.163" v="165"/>
          <ac:inkMkLst>
            <pc:docMk/>
            <pc:sldMk cId="471089175" sldId="389"/>
            <ac:inkMk id="3" creationId="{462E6E73-B7D1-9F3F-D067-76B5516A0B0A}"/>
          </ac:inkMkLst>
        </pc:inkChg>
        <pc:inkChg chg="add del">
          <ac:chgData name="Farhana Illiani Binti Hassan" userId="388f1f68-cffa-4d1d-b286-28c48f091183" providerId="ADAL" clId="{AB0D0C86-F665-4E90-977F-8DA9A592D847}" dt="2025-11-06T00:49:48.163" v="165"/>
          <ac:inkMkLst>
            <pc:docMk/>
            <pc:sldMk cId="471089175" sldId="389"/>
            <ac:inkMk id="5" creationId="{FD3245A6-7896-2600-4A47-E044EC97CD43}"/>
          </ac:inkMkLst>
        </pc:inkChg>
        <pc:inkChg chg="add del">
          <ac:chgData name="Farhana Illiani Binti Hassan" userId="388f1f68-cffa-4d1d-b286-28c48f091183" providerId="ADAL" clId="{AB0D0C86-F665-4E90-977F-8DA9A592D847}" dt="2025-11-06T00:49:48.163" v="165"/>
          <ac:inkMkLst>
            <pc:docMk/>
            <pc:sldMk cId="471089175" sldId="389"/>
            <ac:inkMk id="6" creationId="{1C076FF1-5741-40C0-C611-2C1517EC7F7C}"/>
          </ac:inkMkLst>
        </pc:inkChg>
        <pc:inkChg chg="add del">
          <ac:chgData name="Farhana Illiani Binti Hassan" userId="388f1f68-cffa-4d1d-b286-28c48f091183" providerId="ADAL" clId="{AB0D0C86-F665-4E90-977F-8DA9A592D847}" dt="2025-11-06T00:49:48.163" v="165"/>
          <ac:inkMkLst>
            <pc:docMk/>
            <pc:sldMk cId="471089175" sldId="389"/>
            <ac:inkMk id="7" creationId="{4EA0D592-9B9F-2CD0-9EBB-C0C386B8D309}"/>
          </ac:inkMkLst>
        </pc:inkChg>
        <pc:inkChg chg="add del reco">
          <ac:chgData name="Farhana Illiani Binti Hassan" userId="388f1f68-cffa-4d1d-b286-28c48f091183" providerId="ADAL" clId="{AB0D0C86-F665-4E90-977F-8DA9A592D847}" dt="2025-11-06T00:50:40.944" v="204"/>
          <ac:inkMkLst>
            <pc:docMk/>
            <pc:sldMk cId="471089175" sldId="389"/>
            <ac:inkMk id="8" creationId="{B4887571-EA33-37C0-558E-8A8165E425BD}"/>
          </ac:inkMkLst>
        </pc:inkChg>
        <pc:inkChg chg="add del reco">
          <ac:chgData name="Farhana Illiani Binti Hassan" userId="388f1f68-cffa-4d1d-b286-28c48f091183" providerId="ADAL" clId="{AB0D0C86-F665-4E90-977F-8DA9A592D847}" dt="2025-11-06T00:50:40.968" v="206"/>
          <ac:inkMkLst>
            <pc:docMk/>
            <pc:sldMk cId="471089175" sldId="389"/>
            <ac:inkMk id="9" creationId="{3501E54A-A406-DC06-4AC6-222F8774A39B}"/>
          </ac:inkMkLst>
        </pc:inkChg>
        <pc:inkChg chg="add del">
          <ac:chgData name="Farhana Illiani Binti Hassan" userId="388f1f68-cffa-4d1d-b286-28c48f091183" providerId="ADAL" clId="{AB0D0C86-F665-4E90-977F-8DA9A592D847}" dt="2025-11-06T00:49:50.863" v="170"/>
          <ac:inkMkLst>
            <pc:docMk/>
            <pc:sldMk cId="471089175" sldId="389"/>
            <ac:inkMk id="10" creationId="{BD23B3FF-C1EA-1F37-2E46-8FE84E72D581}"/>
          </ac:inkMkLst>
        </pc:inkChg>
        <pc:inkChg chg="add del">
          <ac:chgData name="Farhana Illiani Binti Hassan" userId="388f1f68-cffa-4d1d-b286-28c48f091183" providerId="ADAL" clId="{AB0D0C86-F665-4E90-977F-8DA9A592D847}" dt="2025-11-06T00:49:50.863" v="170"/>
          <ac:inkMkLst>
            <pc:docMk/>
            <pc:sldMk cId="471089175" sldId="389"/>
            <ac:inkMk id="11" creationId="{EE2D1216-68A2-B7F1-C534-75A79E1DE5AA}"/>
          </ac:inkMkLst>
        </pc:inkChg>
        <pc:inkChg chg="add del">
          <ac:chgData name="Farhana Illiani Binti Hassan" userId="388f1f68-cffa-4d1d-b286-28c48f091183" providerId="ADAL" clId="{AB0D0C86-F665-4E90-977F-8DA9A592D847}" dt="2025-11-06T00:49:50.863" v="170"/>
          <ac:inkMkLst>
            <pc:docMk/>
            <pc:sldMk cId="471089175" sldId="389"/>
            <ac:inkMk id="12" creationId="{32D3E6AE-D8D7-48D2-9893-46E114AECBDE}"/>
          </ac:inkMkLst>
        </pc:inkChg>
        <pc:inkChg chg="add del">
          <ac:chgData name="Farhana Illiani Binti Hassan" userId="388f1f68-cffa-4d1d-b286-28c48f091183" providerId="ADAL" clId="{AB0D0C86-F665-4E90-977F-8DA9A592D847}" dt="2025-11-06T00:49:50.863" v="170"/>
          <ac:inkMkLst>
            <pc:docMk/>
            <pc:sldMk cId="471089175" sldId="389"/>
            <ac:inkMk id="13" creationId="{8EB43D39-10C7-EA7C-98A3-4D1A5CF23AC2}"/>
          </ac:inkMkLst>
        </pc:inkChg>
        <pc:inkChg chg="add del reco">
          <ac:chgData name="Farhana Illiani Binti Hassan" userId="388f1f68-cffa-4d1d-b286-28c48f091183" providerId="ADAL" clId="{AB0D0C86-F665-4E90-977F-8DA9A592D847}" dt="2025-11-06T00:50:40.962" v="205"/>
          <ac:inkMkLst>
            <pc:docMk/>
            <pc:sldMk cId="471089175" sldId="389"/>
            <ac:inkMk id="14" creationId="{4C2D56E5-48DE-C9FE-15F4-7D72862AFF8D}"/>
          </ac:inkMkLst>
        </pc:inkChg>
        <pc:inkChg chg="add del">
          <ac:chgData name="Farhana Illiani Binti Hassan" userId="388f1f68-cffa-4d1d-b286-28c48f091183" providerId="ADAL" clId="{AB0D0C86-F665-4E90-977F-8DA9A592D847}" dt="2025-11-06T00:50:41.636" v="212"/>
          <ac:inkMkLst>
            <pc:docMk/>
            <pc:sldMk cId="471089175" sldId="389"/>
            <ac:inkMk id="15" creationId="{6BCFE51E-F9B5-80AE-9E56-2EB64B10D7DB}"/>
          </ac:inkMkLst>
        </pc:inkChg>
        <pc:inkChg chg="add del">
          <ac:chgData name="Farhana Illiani Binti Hassan" userId="388f1f68-cffa-4d1d-b286-28c48f091183" providerId="ADAL" clId="{AB0D0C86-F665-4E90-977F-8DA9A592D847}" dt="2025-11-06T00:49:54.027" v="176"/>
          <ac:inkMkLst>
            <pc:docMk/>
            <pc:sldMk cId="471089175" sldId="389"/>
            <ac:inkMk id="16" creationId="{7A57B4BA-1763-5EA5-B844-08827C7C1944}"/>
          </ac:inkMkLst>
        </pc:inkChg>
        <pc:inkChg chg="add del">
          <ac:chgData name="Farhana Illiani Binti Hassan" userId="388f1f68-cffa-4d1d-b286-28c48f091183" providerId="ADAL" clId="{AB0D0C86-F665-4E90-977F-8DA9A592D847}" dt="2025-11-06T00:49:54.027" v="176"/>
          <ac:inkMkLst>
            <pc:docMk/>
            <pc:sldMk cId="471089175" sldId="389"/>
            <ac:inkMk id="17" creationId="{2D666DD9-E1B8-E0A8-AA4C-C34C9BBC4763}"/>
          </ac:inkMkLst>
        </pc:inkChg>
        <pc:inkChg chg="add del">
          <ac:chgData name="Farhana Illiani Binti Hassan" userId="388f1f68-cffa-4d1d-b286-28c48f091183" providerId="ADAL" clId="{AB0D0C86-F665-4E90-977F-8DA9A592D847}" dt="2025-11-06T00:49:54.027" v="176"/>
          <ac:inkMkLst>
            <pc:docMk/>
            <pc:sldMk cId="471089175" sldId="389"/>
            <ac:inkMk id="18" creationId="{937CE289-D603-394A-B690-446E8C50435B}"/>
          </ac:inkMkLst>
        </pc:inkChg>
        <pc:inkChg chg="add del">
          <ac:chgData name="Farhana Illiani Binti Hassan" userId="388f1f68-cffa-4d1d-b286-28c48f091183" providerId="ADAL" clId="{AB0D0C86-F665-4E90-977F-8DA9A592D847}" dt="2025-11-06T00:49:54.027" v="176"/>
          <ac:inkMkLst>
            <pc:docMk/>
            <pc:sldMk cId="471089175" sldId="389"/>
            <ac:inkMk id="19" creationId="{5819FC95-A437-E55A-A2DA-A707C0053C55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0:42.188" v="216"/>
          <ac:inkMkLst>
            <pc:docMk/>
            <pc:sldMk cId="471089175" sldId="389"/>
            <ac:inkMk id="20" creationId="{6D873A58-1118-70F5-F9C9-0A02011F7683}"/>
          </ac:inkMkLst>
        </pc:inkChg>
        <pc:inkChg chg="add del reco">
          <ac:chgData name="Farhana Illiani Binti Hassan" userId="388f1f68-cffa-4d1d-b286-28c48f091183" providerId="ADAL" clId="{AB0D0C86-F665-4E90-977F-8DA9A592D847}" dt="2025-11-06T00:50:41.634" v="211"/>
          <ac:inkMkLst>
            <pc:docMk/>
            <pc:sldMk cId="471089175" sldId="389"/>
            <ac:inkMk id="21" creationId="{FE5E7FE2-0199-6ABA-6DA1-02D241AB4382}"/>
          </ac:inkMkLst>
        </pc:inkChg>
        <pc:inkChg chg="add del">
          <ac:chgData name="Farhana Illiani Binti Hassan" userId="388f1f68-cffa-4d1d-b286-28c48f091183" providerId="ADAL" clId="{AB0D0C86-F665-4E90-977F-8DA9A592D847}" dt="2025-11-06T00:49:55.711" v="179"/>
          <ac:inkMkLst>
            <pc:docMk/>
            <pc:sldMk cId="471089175" sldId="389"/>
            <ac:inkMk id="22" creationId="{FEEBA0A1-C035-C033-AD54-FA94BA7AD2FC}"/>
          </ac:inkMkLst>
        </pc:inkChg>
        <pc:inkChg chg="add del">
          <ac:chgData name="Farhana Illiani Binti Hassan" userId="388f1f68-cffa-4d1d-b286-28c48f091183" providerId="ADAL" clId="{AB0D0C86-F665-4E90-977F-8DA9A592D847}" dt="2025-11-06T00:49:55.711" v="179"/>
          <ac:inkMkLst>
            <pc:docMk/>
            <pc:sldMk cId="471089175" sldId="389"/>
            <ac:inkMk id="23" creationId="{3F46098F-CCCC-DE10-532B-6712C6EE82FF}"/>
          </ac:inkMkLst>
        </pc:inkChg>
        <pc:inkChg chg="add del reco">
          <ac:chgData name="Farhana Illiani Binti Hassan" userId="388f1f68-cffa-4d1d-b286-28c48f091183" providerId="ADAL" clId="{AB0D0C86-F665-4E90-977F-8DA9A592D847}" dt="2025-11-06T00:50:41.629" v="209"/>
          <ac:inkMkLst>
            <pc:docMk/>
            <pc:sldMk cId="471089175" sldId="389"/>
            <ac:inkMk id="24" creationId="{DC099AC5-F82C-D920-D6B3-330472818C92}"/>
          </ac:inkMkLst>
        </pc:inkChg>
        <pc:inkChg chg="add del">
          <ac:chgData name="Farhana Illiani Binti Hassan" userId="388f1f68-cffa-4d1d-b286-28c48f091183" providerId="ADAL" clId="{AB0D0C86-F665-4E90-977F-8DA9A592D847}" dt="2025-11-06T00:49:57.835" v="186"/>
          <ac:inkMkLst>
            <pc:docMk/>
            <pc:sldMk cId="471089175" sldId="389"/>
            <ac:inkMk id="25" creationId="{C122989F-7680-7CD9-A874-62DF8E01FC0D}"/>
          </ac:inkMkLst>
        </pc:inkChg>
        <pc:inkChg chg="add del">
          <ac:chgData name="Farhana Illiani Binti Hassan" userId="388f1f68-cffa-4d1d-b286-28c48f091183" providerId="ADAL" clId="{AB0D0C86-F665-4E90-977F-8DA9A592D847}" dt="2025-11-06T00:49:57.835" v="186"/>
          <ac:inkMkLst>
            <pc:docMk/>
            <pc:sldMk cId="471089175" sldId="389"/>
            <ac:inkMk id="26" creationId="{A41CF39B-312E-C7D0-04B3-D2E9204A2EC2}"/>
          </ac:inkMkLst>
        </pc:inkChg>
        <pc:inkChg chg="add del">
          <ac:chgData name="Farhana Illiani Binti Hassan" userId="388f1f68-cffa-4d1d-b286-28c48f091183" providerId="ADAL" clId="{AB0D0C86-F665-4E90-977F-8DA9A592D847}" dt="2025-11-06T00:49:57.835" v="186"/>
          <ac:inkMkLst>
            <pc:docMk/>
            <pc:sldMk cId="471089175" sldId="389"/>
            <ac:inkMk id="27" creationId="{F5100F68-B0C7-9900-AB90-09AE89D4DC4C}"/>
          </ac:inkMkLst>
        </pc:inkChg>
        <pc:inkChg chg="add del">
          <ac:chgData name="Farhana Illiani Binti Hassan" userId="388f1f68-cffa-4d1d-b286-28c48f091183" providerId="ADAL" clId="{AB0D0C86-F665-4E90-977F-8DA9A592D847}" dt="2025-11-06T00:49:57.835" v="186"/>
          <ac:inkMkLst>
            <pc:docMk/>
            <pc:sldMk cId="471089175" sldId="389"/>
            <ac:inkMk id="28" creationId="{0254E139-77AA-DEC2-6CBE-D3A5B965E927}"/>
          </ac:inkMkLst>
        </pc:inkChg>
        <pc:inkChg chg="add del">
          <ac:chgData name="Farhana Illiani Binti Hassan" userId="388f1f68-cffa-4d1d-b286-28c48f091183" providerId="ADAL" clId="{AB0D0C86-F665-4E90-977F-8DA9A592D847}" dt="2025-11-06T00:49:57.835" v="186"/>
          <ac:inkMkLst>
            <pc:docMk/>
            <pc:sldMk cId="471089175" sldId="389"/>
            <ac:inkMk id="29" creationId="{56ACA29E-2226-70A4-F2C2-224C2D689B8F}"/>
          </ac:inkMkLst>
        </pc:inkChg>
        <pc:inkChg chg="add del">
          <ac:chgData name="Farhana Illiani Binti Hassan" userId="388f1f68-cffa-4d1d-b286-28c48f091183" providerId="ADAL" clId="{AB0D0C86-F665-4E90-977F-8DA9A592D847}" dt="2025-11-06T00:49:57.835" v="186"/>
          <ac:inkMkLst>
            <pc:docMk/>
            <pc:sldMk cId="471089175" sldId="389"/>
            <ac:inkMk id="30" creationId="{1B85ECFA-2C6E-208E-AFE8-46C72ED7519A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49:59.949" v="188"/>
          <ac:inkMkLst>
            <pc:docMk/>
            <pc:sldMk cId="471089175" sldId="389"/>
            <ac:inkMk id="31" creationId="{10D9C794-98BB-19E2-5B7C-B842BE52A115}"/>
          </ac:inkMkLst>
        </pc:inkChg>
        <pc:inkChg chg="add del">
          <ac:chgData name="Farhana Illiani Binti Hassan" userId="388f1f68-cffa-4d1d-b286-28c48f091183" providerId="ADAL" clId="{AB0D0C86-F665-4E90-977F-8DA9A592D847}" dt="2025-11-06T00:50:08.027" v="195"/>
          <ac:inkMkLst>
            <pc:docMk/>
            <pc:sldMk cId="471089175" sldId="389"/>
            <ac:inkMk id="32" creationId="{B68A945A-AA1C-3F13-23D6-1231580A0A9C}"/>
          </ac:inkMkLst>
        </pc:inkChg>
        <pc:inkChg chg="add del">
          <ac:chgData name="Farhana Illiani Binti Hassan" userId="388f1f68-cffa-4d1d-b286-28c48f091183" providerId="ADAL" clId="{AB0D0C86-F665-4E90-977F-8DA9A592D847}" dt="2025-11-06T00:50:08.027" v="195"/>
          <ac:inkMkLst>
            <pc:docMk/>
            <pc:sldMk cId="471089175" sldId="389"/>
            <ac:inkMk id="33" creationId="{AA683E09-A0CC-F8AA-E410-D44C84AB0EEB}"/>
          </ac:inkMkLst>
        </pc:inkChg>
        <pc:inkChg chg="add del">
          <ac:chgData name="Farhana Illiani Binti Hassan" userId="388f1f68-cffa-4d1d-b286-28c48f091183" providerId="ADAL" clId="{AB0D0C86-F665-4E90-977F-8DA9A592D847}" dt="2025-11-06T00:50:08.027" v="195"/>
          <ac:inkMkLst>
            <pc:docMk/>
            <pc:sldMk cId="471089175" sldId="389"/>
            <ac:inkMk id="34" creationId="{2F31CE8B-C850-994A-F1F1-2A6362087319}"/>
          </ac:inkMkLst>
        </pc:inkChg>
        <pc:inkChg chg="add del">
          <ac:chgData name="Farhana Illiani Binti Hassan" userId="388f1f68-cffa-4d1d-b286-28c48f091183" providerId="ADAL" clId="{AB0D0C86-F665-4E90-977F-8DA9A592D847}" dt="2025-11-06T00:50:08.027" v="195"/>
          <ac:inkMkLst>
            <pc:docMk/>
            <pc:sldMk cId="471089175" sldId="389"/>
            <ac:inkMk id="35" creationId="{BABEFBE7-EFAD-F348-5357-0E713223CCEC}"/>
          </ac:inkMkLst>
        </pc:inkChg>
        <pc:inkChg chg="add del">
          <ac:chgData name="Farhana Illiani Binti Hassan" userId="388f1f68-cffa-4d1d-b286-28c48f091183" providerId="ADAL" clId="{AB0D0C86-F665-4E90-977F-8DA9A592D847}" dt="2025-11-06T00:50:08.027" v="195"/>
          <ac:inkMkLst>
            <pc:docMk/>
            <pc:sldMk cId="471089175" sldId="389"/>
            <ac:inkMk id="36" creationId="{ABDE8CF8-431C-84CE-6262-2ED38DD74A83}"/>
          </ac:inkMkLst>
        </pc:inkChg>
        <pc:inkChg chg="add del">
          <ac:chgData name="Farhana Illiani Binti Hassan" userId="388f1f68-cffa-4d1d-b286-28c48f091183" providerId="ADAL" clId="{AB0D0C86-F665-4E90-977F-8DA9A592D847}" dt="2025-11-06T00:50:42.441" v="218"/>
          <ac:inkMkLst>
            <pc:docMk/>
            <pc:sldMk cId="471089175" sldId="389"/>
            <ac:inkMk id="37" creationId="{B1C8E31E-6A65-C645-A1F6-C4E110DDBB10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0:42.438" v="217"/>
          <ac:inkMkLst>
            <pc:docMk/>
            <pc:sldMk cId="471089175" sldId="389"/>
            <ac:inkMk id="38" creationId="{956AE23A-943F-B8F8-19CE-F04328FC81DF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0:42.176" v="213"/>
          <ac:inkMkLst>
            <pc:docMk/>
            <pc:sldMk cId="471089175" sldId="389"/>
            <ac:inkMk id="39" creationId="{C6730E3C-62FE-CFBA-5968-B618E3FF56FF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0" creationId="{E4898B44-E68D-256A-8D72-83DDC73E0D31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1" creationId="{F9813DAA-EB05-60D3-76D7-C10BD5B4D8CF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2" creationId="{EEA9EA05-40B2-F7D3-2648-D8ABB1EA413E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3" creationId="{17391DDE-3110-910B-ECE5-6A647A8DD509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4" creationId="{301A4666-4789-5820-0A98-FE3C408EF2BD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5" creationId="{EBAA0AD2-887E-1A3F-472B-C8BDF406693A}"/>
          </ac:inkMkLst>
        </pc:inkChg>
        <pc:inkChg chg="add del">
          <ac:chgData name="Farhana Illiani Binti Hassan" userId="388f1f68-cffa-4d1d-b286-28c48f091183" providerId="ADAL" clId="{AB0D0C86-F665-4E90-977F-8DA9A592D847}" dt="2025-11-06T00:50:15.919" v="203"/>
          <ac:inkMkLst>
            <pc:docMk/>
            <pc:sldMk cId="471089175" sldId="389"/>
            <ac:inkMk id="46" creationId="{3BBF4450-347A-BC73-AC4B-458E5083B09E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0:43.272" v="219"/>
          <ac:inkMkLst>
            <pc:docMk/>
            <pc:sldMk cId="471089175" sldId="389"/>
            <ac:inkMk id="47" creationId="{EC044826-8822-8A1A-C156-BB36060DF7CC}"/>
          </ac:inkMkLst>
        </pc:inkChg>
        <pc:inkChg chg="add del">
          <ac:chgData name="Farhana Illiani Binti Hassan" userId="388f1f68-cffa-4d1d-b286-28c48f091183" providerId="ADAL" clId="{AB0D0C86-F665-4E90-977F-8DA9A592D847}" dt="2025-11-06T00:57:24.846" v="271"/>
          <ac:inkMkLst>
            <pc:docMk/>
            <pc:sldMk cId="471089175" sldId="389"/>
            <ac:inkMk id="48" creationId="{BFC3A6A3-C2C6-1FC4-8902-170AFA54D3AC}"/>
          </ac:inkMkLst>
        </pc:inkChg>
        <pc:inkChg chg="add del">
          <ac:chgData name="Farhana Illiani Binti Hassan" userId="388f1f68-cffa-4d1d-b286-28c48f091183" providerId="ADAL" clId="{AB0D0C86-F665-4E90-977F-8DA9A592D847}" dt="2025-11-06T00:57:24.846" v="271"/>
          <ac:inkMkLst>
            <pc:docMk/>
            <pc:sldMk cId="471089175" sldId="389"/>
            <ac:inkMk id="49" creationId="{7A3179F0-1E56-D486-155B-7406A2FF9951}"/>
          </ac:inkMkLst>
        </pc:inkChg>
        <pc:inkChg chg="add del">
          <ac:chgData name="Farhana Illiani Binti Hassan" userId="388f1f68-cffa-4d1d-b286-28c48f091183" providerId="ADAL" clId="{AB0D0C86-F665-4E90-977F-8DA9A592D847}" dt="2025-11-06T00:57:24.846" v="271"/>
          <ac:inkMkLst>
            <pc:docMk/>
            <pc:sldMk cId="471089175" sldId="389"/>
            <ac:inkMk id="50" creationId="{5F38F475-370C-5395-5ADF-FC5203A441F9}"/>
          </ac:inkMkLst>
        </pc:inkChg>
        <pc:inkChg chg="add del">
          <ac:chgData name="Farhana Illiani Binti Hassan" userId="388f1f68-cffa-4d1d-b286-28c48f091183" providerId="ADAL" clId="{AB0D0C86-F665-4E90-977F-8DA9A592D847}" dt="2025-11-06T00:57:24.846" v="271"/>
          <ac:inkMkLst>
            <pc:docMk/>
            <pc:sldMk cId="471089175" sldId="389"/>
            <ac:inkMk id="51" creationId="{963B92A6-B98F-BE43-549D-F1FBE1E867D3}"/>
          </ac:inkMkLst>
        </pc:inkChg>
        <pc:inkChg chg="add del">
          <ac:chgData name="Farhana Illiani Binti Hassan" userId="388f1f68-cffa-4d1d-b286-28c48f091183" providerId="ADAL" clId="{AB0D0C86-F665-4E90-977F-8DA9A592D847}" dt="2025-11-06T00:57:24.846" v="271"/>
          <ac:inkMkLst>
            <pc:docMk/>
            <pc:sldMk cId="471089175" sldId="389"/>
            <ac:inkMk id="52" creationId="{6F8A828B-F2E5-0217-47BD-B7194178B711}"/>
          </ac:inkMkLst>
        </pc:inkChg>
        <pc:inkChg chg="add del reco">
          <ac:chgData name="Farhana Illiani Binti Hassan" userId="388f1f68-cffa-4d1d-b286-28c48f091183" providerId="ADAL" clId="{AB0D0C86-F665-4E90-977F-8DA9A592D847}" dt="2025-11-06T00:57:33.131" v="272"/>
          <ac:inkMkLst>
            <pc:docMk/>
            <pc:sldMk cId="471089175" sldId="389"/>
            <ac:inkMk id="53" creationId="{F3E73174-1440-D03F-BCFB-FA099BBD726F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54" creationId="{D594BCFB-A499-695F-7172-4CC392F81E8C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55" creationId="{C5DC4BF1-BF1F-0458-5BFD-D8C49709B388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56" creationId="{963A82AC-3BC5-A449-67B3-3FC0BB1DF641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57" creationId="{BA8A67A9-223F-9856-8011-B04521870ED6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58" creationId="{C094E7D8-6EA8-151B-4987-4F7F65402BAF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59" creationId="{7D51677A-FC31-CA94-F6BF-A7D03022DD8A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60" creationId="{93181ED6-C61A-AF3E-E0BC-23DA7856DE92}"/>
          </ac:inkMkLst>
        </pc:inkChg>
        <pc:inkChg chg="add del">
          <ac:chgData name="Farhana Illiani Binti Hassan" userId="388f1f68-cffa-4d1d-b286-28c48f091183" providerId="ADAL" clId="{AB0D0C86-F665-4E90-977F-8DA9A592D847}" dt="2025-11-06T00:57:40.655" v="281"/>
          <ac:inkMkLst>
            <pc:docMk/>
            <pc:sldMk cId="471089175" sldId="389"/>
            <ac:inkMk id="61" creationId="{E974A04D-601B-C492-40FC-CF7936B03391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62" creationId="{3B9B2109-C312-5137-AB5A-3B8D057684E7}"/>
          </ac:inkMkLst>
        </pc:inkChg>
        <pc:inkChg chg="add mod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63" creationId="{D06855C5-8CB5-43CD-1F2D-A648AB93E7C9}"/>
          </ac:inkMkLst>
        </pc:inkChg>
        <pc:inkChg chg="add del">
          <ac:chgData name="Farhana Illiani Binti Hassan" userId="388f1f68-cffa-4d1d-b286-28c48f091183" providerId="ADAL" clId="{AB0D0C86-F665-4E90-977F-8DA9A592D847}" dt="2025-11-06T00:57:46.206" v="285"/>
          <ac:inkMkLst>
            <pc:docMk/>
            <pc:sldMk cId="471089175" sldId="389"/>
            <ac:inkMk id="192" creationId="{01847507-D155-1617-A66F-C03C3B3804E9}"/>
          </ac:inkMkLst>
        </pc:inkChg>
        <pc:inkChg chg="add del">
          <ac:chgData name="Farhana Illiani Binti Hassan" userId="388f1f68-cffa-4d1d-b286-28c48f091183" providerId="ADAL" clId="{AB0D0C86-F665-4E90-977F-8DA9A592D847}" dt="2025-11-06T00:57:46.206" v="285"/>
          <ac:inkMkLst>
            <pc:docMk/>
            <pc:sldMk cId="471089175" sldId="389"/>
            <ac:inkMk id="193" creationId="{FDC418C6-FFDF-F97C-197E-98BCDC4A6FA2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194" creationId="{F7E169B4-6DF5-19AE-5357-87BC18AC41AB}"/>
          </ac:inkMkLst>
        </pc:inkChg>
        <pc:inkChg chg="add">
          <ac:chgData name="Farhana Illiani Binti Hassan" userId="388f1f68-cffa-4d1d-b286-28c48f091183" providerId="ADAL" clId="{AB0D0C86-F665-4E90-977F-8DA9A592D847}" dt="2025-11-06T00:57:46.643" v="286"/>
          <ac:inkMkLst>
            <pc:docMk/>
            <pc:sldMk cId="471089175" sldId="389"/>
            <ac:inkMk id="195" creationId="{3BE4C813-F07F-BB67-7C3A-854A49A9138E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196" creationId="{87CE5200-4240-423F-73E6-FB7B137483D3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197" creationId="{0BA9AFB2-33BE-6E5B-3538-3076E98A54D5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198" creationId="{A7DC0D2F-8371-1EA7-AD66-929FF4AC284B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199" creationId="{3E28B337-E4FA-5C68-60C4-B4CD85CBF2F7}"/>
          </ac:inkMkLst>
        </pc:inkChg>
        <pc:inkChg chg="add">
          <ac:chgData name="Farhana Illiani Binti Hassan" userId="388f1f68-cffa-4d1d-b286-28c48f091183" providerId="ADAL" clId="{AB0D0C86-F665-4E90-977F-8DA9A592D847}" dt="2025-11-06T00:57:47.795" v="291"/>
          <ac:inkMkLst>
            <pc:docMk/>
            <pc:sldMk cId="471089175" sldId="389"/>
            <ac:inkMk id="200" creationId="{88AB66AA-1440-898A-4E31-0F10DB5CFABA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201" creationId="{4CB968E5-F21B-F5C5-7BE8-BC6498AAB047}"/>
          </ac:inkMkLst>
        </pc:inkChg>
        <pc:inkChg chg="add">
          <ac:chgData name="Farhana Illiani Binti Hassan" userId="388f1f68-cffa-4d1d-b286-28c48f091183" providerId="ADAL" clId="{AB0D0C86-F665-4E90-977F-8DA9A592D847}" dt="2025-11-06T00:57:48.989" v="293"/>
          <ac:inkMkLst>
            <pc:docMk/>
            <pc:sldMk cId="471089175" sldId="389"/>
            <ac:inkMk id="202" creationId="{D3CC4138-6172-B781-77C5-D79E46A53644}"/>
          </ac:inkMkLst>
        </pc:inkChg>
        <pc:inkChg chg="add">
          <ac:chgData name="Farhana Illiani Binti Hassan" userId="388f1f68-cffa-4d1d-b286-28c48f091183" providerId="ADAL" clId="{AB0D0C86-F665-4E90-977F-8DA9A592D847}" dt="2025-11-06T00:57:49.222" v="294"/>
          <ac:inkMkLst>
            <pc:docMk/>
            <pc:sldMk cId="471089175" sldId="389"/>
            <ac:inkMk id="203" creationId="{E647D070-FD07-BD04-0319-4F81A5C8E4E4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204" creationId="{E1ADA415-DA37-4B2F-A8B4-05470471C1B1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205" creationId="{F979EC8B-2CE7-ED4E-2434-FDD6384E6F1F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206" creationId="{0A12F674-ADD7-34AA-EB2F-5D602AD97427}"/>
          </ac:inkMkLst>
        </pc:inkChg>
        <pc:inkChg chg="add del">
          <ac:chgData name="Farhana Illiani Binti Hassan" userId="388f1f68-cffa-4d1d-b286-28c48f091183" providerId="ADAL" clId="{AB0D0C86-F665-4E90-977F-8DA9A592D847}" dt="2025-11-06T00:57:50.897" v="299"/>
          <ac:inkMkLst>
            <pc:docMk/>
            <pc:sldMk cId="471089175" sldId="389"/>
            <ac:inkMk id="207" creationId="{D402E8F0-9F2A-B4AD-AE2B-CCD518E9205F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08" creationId="{3249DE64-CE16-BD04-40CF-F7B463629E5E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09" creationId="{6CD44DC5-E49D-4985-4BDF-10F42B490D21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0" creationId="{9A3F27E4-6739-04AC-B820-4D5AC3FA8601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1" creationId="{79493998-74A9-F2B4-A61A-B84DA9751145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2" creationId="{1E482996-21D7-6DCC-164B-844302994686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3" creationId="{DF4BB4F4-BEEB-1B10-6D45-B2328A6FF2D9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4" creationId="{2E0400F6-7936-3AB7-5ACE-618E01F48A0A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5" creationId="{4E9CA51A-2405-127C-89BB-7D5864503CE9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6" creationId="{BD878473-42FF-65C1-E06D-77D0311C0496}"/>
          </ac:inkMkLst>
        </pc:inkChg>
        <pc:inkChg chg="add del">
          <ac:chgData name="Farhana Illiani Binti Hassan" userId="388f1f68-cffa-4d1d-b286-28c48f091183" providerId="ADAL" clId="{AB0D0C86-F665-4E90-977F-8DA9A592D847}" dt="2025-11-06T00:58:13.307" v="309"/>
          <ac:inkMkLst>
            <pc:docMk/>
            <pc:sldMk cId="471089175" sldId="389"/>
            <ac:inkMk id="217" creationId="{2D30D2CB-33E9-B16E-2443-21A88877A880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19" creationId="{024517AC-F7C8-EA5A-9556-308F3DDDDBA2}"/>
          </ac:inkMkLst>
        </pc:inkChg>
        <pc:inkChg chg="add del">
          <ac:chgData name="Farhana Illiani Binti Hassan" userId="388f1f68-cffa-4d1d-b286-28c48f091183" providerId="ADAL" clId="{AB0D0C86-F665-4E90-977F-8DA9A592D847}" dt="2025-11-06T00:58:17.392" v="314"/>
          <ac:inkMkLst>
            <pc:docMk/>
            <pc:sldMk cId="471089175" sldId="389"/>
            <ac:inkMk id="220" creationId="{76C1F2B4-A1DD-1BC2-C856-31136136A11B}"/>
          </ac:inkMkLst>
        </pc:inkChg>
        <pc:inkChg chg="add del">
          <ac:chgData name="Farhana Illiani Binti Hassan" userId="388f1f68-cffa-4d1d-b286-28c48f091183" providerId="ADAL" clId="{AB0D0C86-F665-4E90-977F-8DA9A592D847}" dt="2025-11-06T00:58:17.392" v="314"/>
          <ac:inkMkLst>
            <pc:docMk/>
            <pc:sldMk cId="471089175" sldId="389"/>
            <ac:inkMk id="221" creationId="{BE6FFE1B-B450-768F-7435-5F55F84F1E00}"/>
          </ac:inkMkLst>
        </pc:inkChg>
        <pc:inkChg chg="add del">
          <ac:chgData name="Farhana Illiani Binti Hassan" userId="388f1f68-cffa-4d1d-b286-28c48f091183" providerId="ADAL" clId="{AB0D0C86-F665-4E90-977F-8DA9A592D847}" dt="2025-11-06T00:58:17.392" v="314"/>
          <ac:inkMkLst>
            <pc:docMk/>
            <pc:sldMk cId="471089175" sldId="389"/>
            <ac:inkMk id="222" creationId="{00B338CC-633F-A122-3257-ABDFFA59F11A}"/>
          </ac:inkMkLst>
        </pc:inkChg>
        <pc:inkChg chg="add del">
          <ac:chgData name="Farhana Illiani Binti Hassan" userId="388f1f68-cffa-4d1d-b286-28c48f091183" providerId="ADAL" clId="{AB0D0C86-F665-4E90-977F-8DA9A592D847}" dt="2025-11-06T00:58:17.392" v="314"/>
          <ac:inkMkLst>
            <pc:docMk/>
            <pc:sldMk cId="471089175" sldId="389"/>
            <ac:inkMk id="223" creationId="{3F7DB757-A7F3-BD0F-56CA-C45DD66B8DF6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24" creationId="{0D984A81-8B19-E7CA-908C-79AC0F46C72E}"/>
          </ac:inkMkLst>
        </pc:inkChg>
        <pc:inkChg chg="add del">
          <ac:chgData name="Farhana Illiani Binti Hassan" userId="388f1f68-cffa-4d1d-b286-28c48f091183" providerId="ADAL" clId="{AB0D0C86-F665-4E90-977F-8DA9A592D847}" dt="2025-11-06T00:58:19.466" v="318"/>
          <ac:inkMkLst>
            <pc:docMk/>
            <pc:sldMk cId="471089175" sldId="389"/>
            <ac:inkMk id="225" creationId="{99F0462C-84EB-E4DB-078E-4407AA828626}"/>
          </ac:inkMkLst>
        </pc:inkChg>
        <pc:inkChg chg="add del">
          <ac:chgData name="Farhana Illiani Binti Hassan" userId="388f1f68-cffa-4d1d-b286-28c48f091183" providerId="ADAL" clId="{AB0D0C86-F665-4E90-977F-8DA9A592D847}" dt="2025-11-06T00:58:19.466" v="318"/>
          <ac:inkMkLst>
            <pc:docMk/>
            <pc:sldMk cId="471089175" sldId="389"/>
            <ac:inkMk id="226" creationId="{92031CB2-F1D6-65BD-C97B-E50B5AB81AD9}"/>
          </ac:inkMkLst>
        </pc:inkChg>
        <pc:inkChg chg="add del">
          <ac:chgData name="Farhana Illiani Binti Hassan" userId="388f1f68-cffa-4d1d-b286-28c48f091183" providerId="ADAL" clId="{AB0D0C86-F665-4E90-977F-8DA9A592D847}" dt="2025-11-06T00:58:19.466" v="318"/>
          <ac:inkMkLst>
            <pc:docMk/>
            <pc:sldMk cId="471089175" sldId="389"/>
            <ac:inkMk id="227" creationId="{E9286F88-8735-513F-5336-5FB51930FEAD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28" creationId="{D3036F03-879E-C47B-C4ED-2C2158D1A1FA}"/>
          </ac:inkMkLst>
        </pc:inkChg>
        <pc:inkChg chg="add del">
          <ac:chgData name="Farhana Illiani Binti Hassan" userId="388f1f68-cffa-4d1d-b286-28c48f091183" providerId="ADAL" clId="{AB0D0C86-F665-4E90-977F-8DA9A592D847}" dt="2025-11-06T00:59:18.799" v="323"/>
          <ac:inkMkLst>
            <pc:docMk/>
            <pc:sldMk cId="471089175" sldId="389"/>
            <ac:inkMk id="229" creationId="{266F1782-89CB-565F-CC51-2BC592E284DF}"/>
          </ac:inkMkLst>
        </pc:inkChg>
        <pc:inkChg chg="add del">
          <ac:chgData name="Farhana Illiani Binti Hassan" userId="388f1f68-cffa-4d1d-b286-28c48f091183" providerId="ADAL" clId="{AB0D0C86-F665-4E90-977F-8DA9A592D847}" dt="2025-11-06T00:59:18.799" v="323"/>
          <ac:inkMkLst>
            <pc:docMk/>
            <pc:sldMk cId="471089175" sldId="389"/>
            <ac:inkMk id="230" creationId="{D7745AC9-EED8-6DFC-2CAD-1F99397C575E}"/>
          </ac:inkMkLst>
        </pc:inkChg>
        <pc:inkChg chg="add del">
          <ac:chgData name="Farhana Illiani Binti Hassan" userId="388f1f68-cffa-4d1d-b286-28c48f091183" providerId="ADAL" clId="{AB0D0C86-F665-4E90-977F-8DA9A592D847}" dt="2025-11-06T00:59:18.799" v="323"/>
          <ac:inkMkLst>
            <pc:docMk/>
            <pc:sldMk cId="471089175" sldId="389"/>
            <ac:inkMk id="231" creationId="{3D10F9AF-C152-F334-F519-1F72284BDCF4}"/>
          </ac:inkMkLst>
        </pc:inkChg>
        <pc:inkChg chg="add del">
          <ac:chgData name="Farhana Illiani Binti Hassan" userId="388f1f68-cffa-4d1d-b286-28c48f091183" providerId="ADAL" clId="{AB0D0C86-F665-4E90-977F-8DA9A592D847}" dt="2025-11-06T00:59:18.799" v="323"/>
          <ac:inkMkLst>
            <pc:docMk/>
            <pc:sldMk cId="471089175" sldId="389"/>
            <ac:inkMk id="232" creationId="{BD0384BB-83F2-A7FD-618D-FD04D3C02562}"/>
          </ac:inkMkLst>
        </pc:inkChg>
        <pc:inkChg chg="add del reco">
          <ac:chgData name="Farhana Illiani Binti Hassan" userId="388f1f68-cffa-4d1d-b286-28c48f091183" providerId="ADAL" clId="{AB0D0C86-F665-4E90-977F-8DA9A592D847}" dt="2025-11-06T00:59:21.886" v="326"/>
          <ac:inkMkLst>
            <pc:docMk/>
            <pc:sldMk cId="471089175" sldId="389"/>
            <ac:inkMk id="233" creationId="{34895321-8C6C-0826-BC56-D6835DE0CE5A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06T00:59:20.385" v="325"/>
          <ac:inkMkLst>
            <pc:docMk/>
            <pc:sldMk cId="471089175" sldId="389"/>
            <ac:inkMk id="234" creationId="{75011F57-74EE-6F52-DC86-3953F4F75076}"/>
          </ac:inkMkLst>
        </pc:inkChg>
        <pc:inkChg chg="add del">
          <ac:chgData name="Farhana Illiani Binti Hassan" userId="388f1f68-cffa-4d1d-b286-28c48f091183" providerId="ADAL" clId="{AB0D0C86-F665-4E90-977F-8DA9A592D847}" dt="2025-11-06T00:59:26.804" v="330"/>
          <ac:inkMkLst>
            <pc:docMk/>
            <pc:sldMk cId="471089175" sldId="389"/>
            <ac:inkMk id="235" creationId="{91964ED8-8A50-22F4-0E5C-B45CB939188B}"/>
          </ac:inkMkLst>
        </pc:inkChg>
        <pc:inkChg chg="add del">
          <ac:chgData name="Farhana Illiani Binti Hassan" userId="388f1f68-cffa-4d1d-b286-28c48f091183" providerId="ADAL" clId="{AB0D0C86-F665-4E90-977F-8DA9A592D847}" dt="2025-11-06T00:59:26.804" v="330"/>
          <ac:inkMkLst>
            <pc:docMk/>
            <pc:sldMk cId="471089175" sldId="389"/>
            <ac:inkMk id="236" creationId="{C058DF06-1C99-E971-733F-6D3EB496D96D}"/>
          </ac:inkMkLst>
        </pc:inkChg>
        <pc:inkChg chg="add del">
          <ac:chgData name="Farhana Illiani Binti Hassan" userId="388f1f68-cffa-4d1d-b286-28c48f091183" providerId="ADAL" clId="{AB0D0C86-F665-4E90-977F-8DA9A592D847}" dt="2025-11-06T00:59:26.804" v="330"/>
          <ac:inkMkLst>
            <pc:docMk/>
            <pc:sldMk cId="471089175" sldId="389"/>
            <ac:inkMk id="237" creationId="{68F202FC-960B-0F5E-4F7A-6933AF6E5F9D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38" creationId="{3F5BC937-34EE-02D4-2028-339B59B78CA9}"/>
          </ac:inkMkLst>
        </pc:inkChg>
        <pc:inkChg chg="add del">
          <ac:chgData name="Farhana Illiani Binti Hassan" userId="388f1f68-cffa-4d1d-b286-28c48f091183" providerId="ADAL" clId="{AB0D0C86-F665-4E90-977F-8DA9A592D847}" dt="2025-11-06T00:59:30.715" v="334"/>
          <ac:inkMkLst>
            <pc:docMk/>
            <pc:sldMk cId="471089175" sldId="389"/>
            <ac:inkMk id="239" creationId="{6D859CAC-E995-9466-942F-38855991E403}"/>
          </ac:inkMkLst>
        </pc:inkChg>
        <pc:inkChg chg="add del">
          <ac:chgData name="Farhana Illiani Binti Hassan" userId="388f1f68-cffa-4d1d-b286-28c48f091183" providerId="ADAL" clId="{AB0D0C86-F665-4E90-977F-8DA9A592D847}" dt="2025-11-06T00:59:30.715" v="334"/>
          <ac:inkMkLst>
            <pc:docMk/>
            <pc:sldMk cId="471089175" sldId="389"/>
            <ac:inkMk id="240" creationId="{484EFD66-B1B3-40B8-5F80-5D4D8A17024D}"/>
          </ac:inkMkLst>
        </pc:inkChg>
        <pc:inkChg chg="add del">
          <ac:chgData name="Farhana Illiani Binti Hassan" userId="388f1f68-cffa-4d1d-b286-28c48f091183" providerId="ADAL" clId="{AB0D0C86-F665-4E90-977F-8DA9A592D847}" dt="2025-11-06T00:59:30.715" v="334"/>
          <ac:inkMkLst>
            <pc:docMk/>
            <pc:sldMk cId="471089175" sldId="389"/>
            <ac:inkMk id="241" creationId="{2920B7B5-2AD6-520F-9754-6BA6CE464E3F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42" creationId="{804BC7A9-8468-5567-ACB3-FB08A69CC2F0}"/>
          </ac:inkMkLst>
        </pc:inkChg>
        <pc:inkChg chg="add del">
          <ac:chgData name="Farhana Illiani Binti Hassan" userId="388f1f68-cffa-4d1d-b286-28c48f091183" providerId="ADAL" clId="{AB0D0C86-F665-4E90-977F-8DA9A592D847}" dt="2025-11-06T00:59:36.769" v="337"/>
          <ac:inkMkLst>
            <pc:docMk/>
            <pc:sldMk cId="471089175" sldId="389"/>
            <ac:inkMk id="243" creationId="{2C64B2CF-84D2-66F4-C43B-ECBB9FC97AEA}"/>
          </ac:inkMkLst>
        </pc:inkChg>
        <pc:inkChg chg="add del">
          <ac:chgData name="Farhana Illiani Binti Hassan" userId="388f1f68-cffa-4d1d-b286-28c48f091183" providerId="ADAL" clId="{AB0D0C86-F665-4E90-977F-8DA9A592D847}" dt="2025-11-06T00:59:36.769" v="337"/>
          <ac:inkMkLst>
            <pc:docMk/>
            <pc:sldMk cId="471089175" sldId="389"/>
            <ac:inkMk id="244" creationId="{CFDF40C3-E813-FA8A-95E1-B696F2F3BDF5}"/>
          </ac:inkMkLst>
        </pc:inkChg>
        <pc:inkChg chg="add mod reco">
          <ac:chgData name="Farhana Illiani Binti Hassan" userId="388f1f68-cffa-4d1d-b286-28c48f091183" providerId="ADAL" clId="{AB0D0C86-F665-4E90-977F-8DA9A592D847}" dt="2025-11-06T01:00:18.338" v="355" actId="1076"/>
          <ac:inkMkLst>
            <pc:docMk/>
            <pc:sldMk cId="471089175" sldId="389"/>
            <ac:inkMk id="245" creationId="{7821D9AB-B416-9FBE-87F8-CCF4BEF7A1E4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46" creationId="{34F9949A-86FD-B9BA-7D51-335741C73359}"/>
          </ac:inkMkLst>
        </pc:inkChg>
        <pc:inkChg chg="add">
          <ac:chgData name="Farhana Illiani Binti Hassan" userId="388f1f68-cffa-4d1d-b286-28c48f091183" providerId="ADAL" clId="{AB0D0C86-F665-4E90-977F-8DA9A592D847}" dt="2025-11-06T00:59:38.167" v="339"/>
          <ac:inkMkLst>
            <pc:docMk/>
            <pc:sldMk cId="471089175" sldId="389"/>
            <ac:inkMk id="247" creationId="{E74E40E9-8C12-3658-F74A-BCB41304FB1E}"/>
          </ac:inkMkLst>
        </pc:inkChg>
        <pc:inkChg chg="add">
          <ac:chgData name="Farhana Illiani Binti Hassan" userId="388f1f68-cffa-4d1d-b286-28c48f091183" providerId="ADAL" clId="{AB0D0C86-F665-4E90-977F-8DA9A592D847}" dt="2025-11-06T00:59:38.530" v="340"/>
          <ac:inkMkLst>
            <pc:docMk/>
            <pc:sldMk cId="471089175" sldId="389"/>
            <ac:inkMk id="248" creationId="{76E87570-7026-C65A-45A7-B3B9AB0CA5E6}"/>
          </ac:inkMkLst>
        </pc:inkChg>
        <pc:inkChg chg="add">
          <ac:chgData name="Farhana Illiani Binti Hassan" userId="388f1f68-cffa-4d1d-b286-28c48f091183" providerId="ADAL" clId="{AB0D0C86-F665-4E90-977F-8DA9A592D847}" dt="2025-11-06T00:59:39.180" v="341"/>
          <ac:inkMkLst>
            <pc:docMk/>
            <pc:sldMk cId="471089175" sldId="389"/>
            <ac:inkMk id="249" creationId="{14FA763A-6829-76F7-1342-ED890FD676F1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0" creationId="{EC47B165-E481-D80D-3CCC-C767DBAB0C3D}"/>
          </ac:inkMkLst>
        </pc:inkChg>
        <pc:inkChg chg="add">
          <ac:chgData name="Farhana Illiani Binti Hassan" userId="388f1f68-cffa-4d1d-b286-28c48f091183" providerId="ADAL" clId="{AB0D0C86-F665-4E90-977F-8DA9A592D847}" dt="2025-11-06T00:59:39.716" v="343"/>
          <ac:inkMkLst>
            <pc:docMk/>
            <pc:sldMk cId="471089175" sldId="389"/>
            <ac:inkMk id="251" creationId="{CE5ED28D-44B4-F5A2-EBF0-4BBCFA2D649D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2" creationId="{932F1330-DE74-354D-0B09-45D4AB6A9C92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3" creationId="{643320FA-8A44-C460-F2DE-5CFD913E34C9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4" creationId="{F85C8147-3232-B45C-7077-6B34F00A06C2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5" creationId="{11EB1FD5-A67F-248D-3037-00A131B8D37D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6" creationId="{95840B53-8354-0E4B-187C-9E748148E74D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7" creationId="{3CBDE087-D05E-528A-8E2C-23FA15B44C1F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8" creationId="{DF78FF2E-E0A6-F172-5598-873724C5EF58}"/>
          </ac:inkMkLst>
        </pc:inkChg>
        <pc:inkChg chg="add del">
          <ac:chgData name="Farhana Illiani Binti Hassan" userId="388f1f68-cffa-4d1d-b286-28c48f091183" providerId="ADAL" clId="{AB0D0C86-F665-4E90-977F-8DA9A592D847}" dt="2025-11-06T00:59:42.960" v="353"/>
          <ac:inkMkLst>
            <pc:docMk/>
            <pc:sldMk cId="471089175" sldId="389"/>
            <ac:inkMk id="259" creationId="{EA42C531-78EF-E60A-172A-BBC3B48A193C}"/>
          </ac:inkMkLst>
        </pc:inkChg>
        <pc:inkChg chg="add">
          <ac:chgData name="Farhana Illiani Binti Hassan" userId="388f1f68-cffa-4d1d-b286-28c48f091183" providerId="ADAL" clId="{AB0D0C86-F665-4E90-977F-8DA9A592D847}" dt="2025-11-06T00:59:42.316" v="352"/>
          <ac:inkMkLst>
            <pc:docMk/>
            <pc:sldMk cId="471089175" sldId="389"/>
            <ac:inkMk id="260" creationId="{89557B8A-2B8F-2DB4-1E7C-7BCA0FA39C0F}"/>
          </ac:inkMkLst>
        </pc:inkChg>
        <pc:inkChg chg="add del">
          <ac:chgData name="Farhana Illiani Binti Hassan" userId="388f1f68-cffa-4d1d-b286-28c48f091183" providerId="ADAL" clId="{AB0D0C86-F665-4E90-977F-8DA9A592D847}" dt="2025-11-06T01:00:33.669" v="358"/>
          <ac:inkMkLst>
            <pc:docMk/>
            <pc:sldMk cId="471089175" sldId="389"/>
            <ac:inkMk id="262" creationId="{B95EDD8D-265C-2AE6-99D2-E3ABCD61C6B6}"/>
          </ac:inkMkLst>
        </pc:inkChg>
        <pc:inkChg chg="add del">
          <ac:chgData name="Farhana Illiani Binti Hassan" userId="388f1f68-cffa-4d1d-b286-28c48f091183" providerId="ADAL" clId="{AB0D0C86-F665-4E90-977F-8DA9A592D847}" dt="2025-11-06T01:00:33.669" v="358"/>
          <ac:inkMkLst>
            <pc:docMk/>
            <pc:sldMk cId="471089175" sldId="389"/>
            <ac:inkMk id="263" creationId="{9F6D4072-8A44-5511-32A6-86F0224B2557}"/>
          </ac:inkMkLst>
        </pc:inkChg>
        <pc:inkChg chg="add reco">
          <ac:chgData name="Farhana Illiani Binti Hassan" userId="388f1f68-cffa-4d1d-b286-28c48f091183" providerId="ADAL" clId="{AB0D0C86-F665-4E90-977F-8DA9A592D847}" dt="2025-11-06T01:00:33.669" v="358"/>
          <ac:inkMkLst>
            <pc:docMk/>
            <pc:sldMk cId="471089175" sldId="389"/>
            <ac:inkMk id="264" creationId="{65A510D8-F034-EEAA-DE8B-DC89B63B9CC9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65" creationId="{49274CE6-BA77-49B6-FE25-DF086039D7E8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66" creationId="{B145CC80-900D-C296-8365-743858769A3F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67" creationId="{7CDB7293-9274-8FD5-B2B0-E78ABC91AA64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68" creationId="{E60B3E16-250F-7F6C-E290-4646CDE8D7A9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69" creationId="{913C8655-CEF7-BF07-518C-DE6A2A71FBD6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70" creationId="{E6379C17-31D5-A21B-287A-90F3966F5C26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71" creationId="{7063CF4F-9E12-6D2F-9D92-EABB9E7B1531}"/>
          </ac:inkMkLst>
        </pc:inkChg>
        <pc:inkChg chg="add del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72" creationId="{534D0379-97D0-61F5-2D0C-8E2F3600EE33}"/>
          </ac:inkMkLst>
        </pc:inkChg>
        <pc:inkChg chg="add reco">
          <ac:chgData name="Farhana Illiani Binti Hassan" userId="388f1f68-cffa-4d1d-b286-28c48f091183" providerId="ADAL" clId="{AB0D0C86-F665-4E90-977F-8DA9A592D847}" dt="2025-11-06T01:00:38.196" v="367"/>
          <ac:inkMkLst>
            <pc:docMk/>
            <pc:sldMk cId="471089175" sldId="389"/>
            <ac:inkMk id="273" creationId="{C660F935-EBD6-B1D2-3DB3-7D47AA3121C7}"/>
          </ac:inkMkLst>
        </pc:inkChg>
        <pc:inkChg chg="add">
          <ac:chgData name="Farhana Illiani Binti Hassan" userId="388f1f68-cffa-4d1d-b286-28c48f091183" providerId="ADAL" clId="{AB0D0C86-F665-4E90-977F-8DA9A592D847}" dt="2025-11-06T01:00:39.613" v="368"/>
          <ac:inkMkLst>
            <pc:docMk/>
            <pc:sldMk cId="471089175" sldId="389"/>
            <ac:inkMk id="274" creationId="{C797DDE2-D804-9989-F97C-E615D52064C8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75" creationId="{85007767-0E46-3948-0A77-69072403893A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76" creationId="{0BBC3C71-E23E-0B55-F439-E8A96D2250DD}"/>
          </ac:inkMkLst>
        </pc:inkChg>
        <pc:inkChg chg="add">
          <ac:chgData name="Farhana Illiani Binti Hassan" userId="388f1f68-cffa-4d1d-b286-28c48f091183" providerId="ADAL" clId="{AB0D0C86-F665-4E90-977F-8DA9A592D847}" dt="2025-11-06T01:00:41.071" v="371"/>
          <ac:inkMkLst>
            <pc:docMk/>
            <pc:sldMk cId="471089175" sldId="389"/>
            <ac:inkMk id="277" creationId="{CB38C63B-4F46-C4F2-0665-EAB8773570F0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78" creationId="{4862814E-DC53-6985-54B4-46629A1E00E1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79" creationId="{DB7FDD9A-3607-3929-4B98-320CB5181F3C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80" creationId="{08E4858A-5244-DC65-5701-CD74057A4941}"/>
          </ac:inkMkLst>
        </pc:inkChg>
        <pc:inkChg chg="add">
          <ac:chgData name="Farhana Illiani Binti Hassan" userId="388f1f68-cffa-4d1d-b286-28c48f091183" providerId="ADAL" clId="{AB0D0C86-F665-4E90-977F-8DA9A592D847}" dt="2025-11-06T01:00:42.278" v="375"/>
          <ac:inkMkLst>
            <pc:docMk/>
            <pc:sldMk cId="471089175" sldId="389"/>
            <ac:inkMk id="281" creationId="{3C11D6C5-3526-46CE-DB17-7F7CF75322AA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82" creationId="{0C72EB72-38E2-FBDB-B1D9-394CD1D0CC91}"/>
          </ac:inkMkLst>
        </pc:inkChg>
        <pc:inkChg chg="add">
          <ac:chgData name="Farhana Illiani Binti Hassan" userId="388f1f68-cffa-4d1d-b286-28c48f091183" providerId="ADAL" clId="{AB0D0C86-F665-4E90-977F-8DA9A592D847}" dt="2025-11-06T01:00:43.475" v="377"/>
          <ac:inkMkLst>
            <pc:docMk/>
            <pc:sldMk cId="471089175" sldId="389"/>
            <ac:inkMk id="283" creationId="{990B93A5-867C-CBE8-B40E-40E9BF5BF9A4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84" creationId="{C739FA53-49E5-E3EE-E990-04F0F90C0CCF}"/>
          </ac:inkMkLst>
        </pc:inkChg>
        <pc:inkChg chg="add del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85" creationId="{EFA60A51-34D3-090B-40B7-472808751F9E}"/>
          </ac:inkMkLst>
        </pc:inkChg>
        <pc:inkChg chg="add">
          <ac:chgData name="Farhana Illiani Binti Hassan" userId="388f1f68-cffa-4d1d-b286-28c48f091183" providerId="ADAL" clId="{AB0D0C86-F665-4E90-977F-8DA9A592D847}" dt="2025-11-06T01:00:45.525" v="380"/>
          <ac:inkMkLst>
            <pc:docMk/>
            <pc:sldMk cId="471089175" sldId="389"/>
            <ac:inkMk id="286" creationId="{29B77C98-3330-6169-921B-F8F6AB49222E}"/>
          </ac:inkMkLst>
        </pc:inkChg>
        <pc:inkChg chg="add">
          <ac:chgData name="Farhana Illiani Binti Hassan" userId="388f1f68-cffa-4d1d-b286-28c48f091183" providerId="ADAL" clId="{AB0D0C86-F665-4E90-977F-8DA9A592D847}" dt="2025-11-06T01:00:46.028" v="381"/>
          <ac:inkMkLst>
            <pc:docMk/>
            <pc:sldMk cId="471089175" sldId="389"/>
            <ac:inkMk id="287" creationId="{91778794-4377-665B-D799-1AD2C282BA45}"/>
          </ac:inkMkLst>
        </pc:inkChg>
        <pc:inkChg chg="add">
          <ac:chgData name="Farhana Illiani Binti Hassan" userId="388f1f68-cffa-4d1d-b286-28c48f091183" providerId="ADAL" clId="{AB0D0C86-F665-4E90-977F-8DA9A592D847}" dt="2025-11-06T01:00:46.277" v="382"/>
          <ac:inkMkLst>
            <pc:docMk/>
            <pc:sldMk cId="471089175" sldId="389"/>
            <ac:inkMk id="288" creationId="{CE817B89-8827-9BDE-B32A-AEB70A988A77}"/>
          </ac:inkMkLst>
        </pc:inkChg>
        <pc:inkChg chg="add reco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91" creationId="{F77E0C76-0B96-0B56-6DBB-3D5A951D2051}"/>
          </ac:inkMkLst>
        </pc:inkChg>
        <pc:inkChg chg="add reco">
          <ac:chgData name="Farhana Illiani Binti Hassan" userId="388f1f68-cffa-4d1d-b286-28c48f091183" providerId="ADAL" clId="{AB0D0C86-F665-4E90-977F-8DA9A592D847}" dt="2025-11-06T01:00:47.082" v="383"/>
          <ac:inkMkLst>
            <pc:docMk/>
            <pc:sldMk cId="471089175" sldId="389"/>
            <ac:inkMk id="292" creationId="{CBFCED39-EDFE-567B-0799-8FE5E768B339}"/>
          </ac:inkMkLst>
        </pc:inkChg>
        <pc:inkChg chg="add">
          <ac:chgData name="Farhana Illiani Binti Hassan" userId="388f1f68-cffa-4d1d-b286-28c48f091183" providerId="ADAL" clId="{AB0D0C86-F665-4E90-977F-8DA9A592D847}" dt="2025-11-06T01:00:47.858" v="384"/>
          <ac:inkMkLst>
            <pc:docMk/>
            <pc:sldMk cId="471089175" sldId="389"/>
            <ac:inkMk id="293" creationId="{94307ADC-70EB-C086-B897-D84644AA3CD3}"/>
          </ac:inkMkLst>
        </pc:inkChg>
        <pc:inkChg chg="add del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294" creationId="{40CD272B-E870-A0D5-F817-0C1DC58E70AA}"/>
          </ac:inkMkLst>
        </pc:inkChg>
        <pc:inkChg chg="add del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295" creationId="{E3B4B358-B969-161E-44FC-583D83330D19}"/>
          </ac:inkMkLst>
        </pc:inkChg>
        <pc:inkChg chg="add del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296" creationId="{3F0818E3-1C41-8A04-F910-72BBD16D9ADF}"/>
          </ac:inkMkLst>
        </pc:inkChg>
        <pc:inkChg chg="add del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297" creationId="{6623B198-BAD9-4432-0F3C-816AB1832EAD}"/>
          </ac:inkMkLst>
        </pc:inkChg>
        <pc:inkChg chg="add del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298" creationId="{8B4CD9F9-9D9F-EEC5-622D-26C67A38D6BE}"/>
          </ac:inkMkLst>
        </pc:inkChg>
        <pc:inkChg chg="add del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299" creationId="{134FF3D3-C176-7AF2-AEA2-040FE567059D}"/>
          </ac:inkMkLst>
        </pc:inkChg>
        <pc:inkChg chg="add reco">
          <ac:chgData name="Farhana Illiani Binti Hassan" userId="388f1f68-cffa-4d1d-b286-28c48f091183" providerId="ADAL" clId="{AB0D0C86-F665-4E90-977F-8DA9A592D847}" dt="2025-11-06T01:00:53.344" v="391"/>
          <ac:inkMkLst>
            <pc:docMk/>
            <pc:sldMk cId="471089175" sldId="389"/>
            <ac:inkMk id="300" creationId="{BED09036-7975-8D60-9F2F-CDD46E802839}"/>
          </ac:inkMkLst>
        </pc:inkChg>
        <pc:inkChg chg="add">
          <ac:chgData name="Farhana Illiani Binti Hassan" userId="388f1f68-cffa-4d1d-b286-28c48f091183" providerId="ADAL" clId="{AB0D0C86-F665-4E90-977F-8DA9A592D847}" dt="2025-11-06T01:00:53.523" v="392"/>
          <ac:inkMkLst>
            <pc:docMk/>
            <pc:sldMk cId="471089175" sldId="389"/>
            <ac:inkMk id="301" creationId="{FDFA114B-8332-7151-6B6F-23E03C0253C6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02" creationId="{8F16D026-F737-D0FC-38F3-6444C241A1C0}"/>
          </ac:inkMkLst>
        </pc:inkChg>
        <pc:inkChg chg="add">
          <ac:chgData name="Farhana Illiani Binti Hassan" userId="388f1f68-cffa-4d1d-b286-28c48f091183" providerId="ADAL" clId="{AB0D0C86-F665-4E90-977F-8DA9A592D847}" dt="2025-11-06T01:00:54.177" v="394"/>
          <ac:inkMkLst>
            <pc:docMk/>
            <pc:sldMk cId="471089175" sldId="389"/>
            <ac:inkMk id="303" creationId="{5B3A2078-0644-B6B3-1E9A-F018A1597B8E}"/>
          </ac:inkMkLst>
        </pc:inkChg>
        <pc:inkChg chg="add">
          <ac:chgData name="Farhana Illiani Binti Hassan" userId="388f1f68-cffa-4d1d-b286-28c48f091183" providerId="ADAL" clId="{AB0D0C86-F665-4E90-977F-8DA9A592D847}" dt="2025-11-06T01:00:54.307" v="395"/>
          <ac:inkMkLst>
            <pc:docMk/>
            <pc:sldMk cId="471089175" sldId="389"/>
            <ac:inkMk id="304" creationId="{8BA7B57F-AF6E-E83C-3115-AE41DC6DAB12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05" creationId="{97B91B42-14EC-F5F9-3C5F-8A76927BFD5D}"/>
          </ac:inkMkLst>
        </pc:inkChg>
        <pc:inkChg chg="add">
          <ac:chgData name="Farhana Illiani Binti Hassan" userId="388f1f68-cffa-4d1d-b286-28c48f091183" providerId="ADAL" clId="{AB0D0C86-F665-4E90-977F-8DA9A592D847}" dt="2025-11-06T01:00:55.340" v="397"/>
          <ac:inkMkLst>
            <pc:docMk/>
            <pc:sldMk cId="471089175" sldId="389"/>
            <ac:inkMk id="306" creationId="{83B85BE2-C205-9BE8-3E24-13F65008215F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07" creationId="{1FFCB705-D5BA-37A4-3CF4-34786E8288E5}"/>
          </ac:inkMkLst>
        </pc:inkChg>
        <pc:inkChg chg="add">
          <ac:chgData name="Farhana Illiani Binti Hassan" userId="388f1f68-cffa-4d1d-b286-28c48f091183" providerId="ADAL" clId="{AB0D0C86-F665-4E90-977F-8DA9A592D847}" dt="2025-11-06T01:00:56.241" v="399"/>
          <ac:inkMkLst>
            <pc:docMk/>
            <pc:sldMk cId="471089175" sldId="389"/>
            <ac:inkMk id="308" creationId="{89898C3F-B78D-D465-0E44-3F848FE28263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09" creationId="{ACAC4C3C-9E9F-7FF3-4546-15DFBEE3DCDD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10" creationId="{2EDF3B1F-4A5A-ACD2-B9DD-AAEDC1CBE549}"/>
          </ac:inkMkLst>
        </pc:inkChg>
        <pc:inkChg chg="add">
          <ac:chgData name="Farhana Illiani Binti Hassan" userId="388f1f68-cffa-4d1d-b286-28c48f091183" providerId="ADAL" clId="{AB0D0C86-F665-4E90-977F-8DA9A592D847}" dt="2025-11-06T01:00:57.607" v="402"/>
          <ac:inkMkLst>
            <pc:docMk/>
            <pc:sldMk cId="471089175" sldId="389"/>
            <ac:inkMk id="311" creationId="{A379F390-2272-85B7-5408-0DC48AC98914}"/>
          </ac:inkMkLst>
        </pc:inkChg>
        <pc:inkChg chg="add">
          <ac:chgData name="Farhana Illiani Binti Hassan" userId="388f1f68-cffa-4d1d-b286-28c48f091183" providerId="ADAL" clId="{AB0D0C86-F665-4E90-977F-8DA9A592D847}" dt="2025-11-06T01:00:58.111" v="403"/>
          <ac:inkMkLst>
            <pc:docMk/>
            <pc:sldMk cId="471089175" sldId="389"/>
            <ac:inkMk id="312" creationId="{B10606C8-DA1F-68F7-A69C-0EA99376463C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13" creationId="{3EF888AA-903A-BDF0-C381-63226EE33A85}"/>
          </ac:inkMkLst>
        </pc:inkChg>
        <pc:inkChg chg="add del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14" creationId="{FAC0D9BF-6272-4F50-4551-E9D94FA93C10}"/>
          </ac:inkMkLst>
        </pc:inkChg>
        <pc:inkChg chg="add">
          <ac:chgData name="Farhana Illiani Binti Hassan" userId="388f1f68-cffa-4d1d-b286-28c48f091183" providerId="ADAL" clId="{AB0D0C86-F665-4E90-977F-8DA9A592D847}" dt="2025-11-06T01:00:59.740" v="406"/>
          <ac:inkMkLst>
            <pc:docMk/>
            <pc:sldMk cId="471089175" sldId="389"/>
            <ac:inkMk id="315" creationId="{3D2EBD6D-56B4-4024-9350-B456DCCDD7FD}"/>
          </ac:inkMkLst>
        </pc:inkChg>
        <pc:inkChg chg="add">
          <ac:chgData name="Farhana Illiani Binti Hassan" userId="388f1f68-cffa-4d1d-b286-28c48f091183" providerId="ADAL" clId="{AB0D0C86-F665-4E90-977F-8DA9A592D847}" dt="2025-11-06T01:00:59.990" v="407"/>
          <ac:inkMkLst>
            <pc:docMk/>
            <pc:sldMk cId="471089175" sldId="389"/>
            <ac:inkMk id="316" creationId="{48E129CF-23EB-41F6-0408-CD32776EA064}"/>
          </ac:inkMkLst>
        </pc:inkChg>
        <pc:inkChg chg="add">
          <ac:chgData name="Farhana Illiani Binti Hassan" userId="388f1f68-cffa-4d1d-b286-28c48f091183" providerId="ADAL" clId="{AB0D0C86-F665-4E90-977F-8DA9A592D847}" dt="2025-11-06T01:01:00.290" v="408"/>
          <ac:inkMkLst>
            <pc:docMk/>
            <pc:sldMk cId="471089175" sldId="389"/>
            <ac:inkMk id="317" creationId="{114D73A4-CC54-22A9-2526-24CE218A97E0}"/>
          </ac:inkMkLst>
        </pc:inkChg>
        <pc:inkChg chg="add">
          <ac:chgData name="Farhana Illiani Binti Hassan" userId="388f1f68-cffa-4d1d-b286-28c48f091183" providerId="ADAL" clId="{AB0D0C86-F665-4E90-977F-8DA9A592D847}" dt="2025-11-06T01:01:00.675" v="409"/>
          <ac:inkMkLst>
            <pc:docMk/>
            <pc:sldMk cId="471089175" sldId="389"/>
            <ac:inkMk id="318" creationId="{A801C48B-BB90-C1A3-6B25-7476C5E88218}"/>
          </ac:inkMkLst>
        </pc:inkChg>
        <pc:inkChg chg="add">
          <ac:chgData name="Farhana Illiani Binti Hassan" userId="388f1f68-cffa-4d1d-b286-28c48f091183" providerId="ADAL" clId="{AB0D0C86-F665-4E90-977F-8DA9A592D847}" dt="2025-11-06T01:01:00.924" v="410"/>
          <ac:inkMkLst>
            <pc:docMk/>
            <pc:sldMk cId="471089175" sldId="389"/>
            <ac:inkMk id="319" creationId="{7755ACE2-C41E-8165-3065-36FE7ED9BAC4}"/>
          </ac:inkMkLst>
        </pc:inkChg>
        <pc:inkChg chg="add">
          <ac:chgData name="Farhana Illiani Binti Hassan" userId="388f1f68-cffa-4d1d-b286-28c48f091183" providerId="ADAL" clId="{AB0D0C86-F665-4E90-977F-8DA9A592D847}" dt="2025-11-06T01:01:01.243" v="411"/>
          <ac:inkMkLst>
            <pc:docMk/>
            <pc:sldMk cId="471089175" sldId="389"/>
            <ac:inkMk id="320" creationId="{93646B9D-7F3A-3ADB-2338-A719E59B6778}"/>
          </ac:inkMkLst>
        </pc:inkChg>
        <pc:inkChg chg="add">
          <ac:chgData name="Farhana Illiani Binti Hassan" userId="388f1f68-cffa-4d1d-b286-28c48f091183" providerId="ADAL" clId="{AB0D0C86-F665-4E90-977F-8DA9A592D847}" dt="2025-11-06T01:01:01.744" v="412"/>
          <ac:inkMkLst>
            <pc:docMk/>
            <pc:sldMk cId="471089175" sldId="389"/>
            <ac:inkMk id="321" creationId="{875CD961-8091-8E0B-5B46-2E4D254252FD}"/>
          </ac:inkMkLst>
        </pc:inkChg>
        <pc:inkChg chg="add">
          <ac:chgData name="Farhana Illiani Binti Hassan" userId="388f1f68-cffa-4d1d-b286-28c48f091183" providerId="ADAL" clId="{AB0D0C86-F665-4E90-977F-8DA9A592D847}" dt="2025-11-06T01:01:02.807" v="413"/>
          <ac:inkMkLst>
            <pc:docMk/>
            <pc:sldMk cId="471089175" sldId="389"/>
            <ac:inkMk id="322" creationId="{1A1BC539-4395-13B0-DF3D-FA1395246384}"/>
          </ac:inkMkLst>
        </pc:inkChg>
        <pc:inkChg chg="add">
          <ac:chgData name="Farhana Illiani Binti Hassan" userId="388f1f68-cffa-4d1d-b286-28c48f091183" providerId="ADAL" clId="{AB0D0C86-F665-4E90-977F-8DA9A592D847}" dt="2025-11-06T01:01:02.990" v="414"/>
          <ac:inkMkLst>
            <pc:docMk/>
            <pc:sldMk cId="471089175" sldId="389"/>
            <ac:inkMk id="323" creationId="{04201BB0-EBD9-AEC2-B945-8247872E63C3}"/>
          </ac:inkMkLst>
        </pc:inkChg>
        <pc:inkChg chg="add">
          <ac:chgData name="Farhana Illiani Binti Hassan" userId="388f1f68-cffa-4d1d-b286-28c48f091183" providerId="ADAL" clId="{AB0D0C86-F665-4E90-977F-8DA9A592D847}" dt="2025-11-06T01:01:03.376" v="415"/>
          <ac:inkMkLst>
            <pc:docMk/>
            <pc:sldMk cId="471089175" sldId="389"/>
            <ac:inkMk id="324" creationId="{77254266-1737-E3E0-5EAA-E9C648AAEAAA}"/>
          </ac:inkMkLst>
        </pc:inkChg>
        <pc:inkChg chg="add">
          <ac:chgData name="Farhana Illiani Binti Hassan" userId="388f1f68-cffa-4d1d-b286-28c48f091183" providerId="ADAL" clId="{AB0D0C86-F665-4E90-977F-8DA9A592D847}" dt="2025-11-06T01:01:03.709" v="416"/>
          <ac:inkMkLst>
            <pc:docMk/>
            <pc:sldMk cId="471089175" sldId="389"/>
            <ac:inkMk id="325" creationId="{8BDB03E9-9F5F-DA2C-FA94-C0E209CF10F5}"/>
          </ac:inkMkLst>
        </pc:inkChg>
        <pc:inkChg chg="add reco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26" creationId="{94AD43BD-D16F-D2C7-EB4B-981771CFBAF9}"/>
          </ac:inkMkLst>
        </pc:inkChg>
        <pc:inkChg chg="add reco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27" creationId="{922CE6BB-A8FD-BC35-E7B6-96521694FD7E}"/>
          </ac:inkMkLst>
        </pc:inkChg>
        <pc:inkChg chg="add reco">
          <ac:chgData name="Farhana Illiani Binti Hassan" userId="388f1f68-cffa-4d1d-b286-28c48f091183" providerId="ADAL" clId="{AB0D0C86-F665-4E90-977F-8DA9A592D847}" dt="2025-11-06T01:01:04.474" v="417"/>
          <ac:inkMkLst>
            <pc:docMk/>
            <pc:sldMk cId="471089175" sldId="389"/>
            <ac:inkMk id="329" creationId="{23B6538A-74D0-44E6-A4B0-7404535D3173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31" creationId="{D2ADD176-DB35-DF27-2450-9DB4B661069D}"/>
          </ac:inkMkLst>
        </pc:inkChg>
        <pc:inkChg chg="add">
          <ac:chgData name="Farhana Illiani Binti Hassan" userId="388f1f68-cffa-4d1d-b286-28c48f091183" providerId="ADAL" clId="{AB0D0C86-F665-4E90-977F-8DA9A592D847}" dt="2025-11-06T01:01:05.742" v="419"/>
          <ac:inkMkLst>
            <pc:docMk/>
            <pc:sldMk cId="471089175" sldId="389"/>
            <ac:inkMk id="332" creationId="{8BA48C40-AEAC-5C60-9F99-F76A559EBD28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33" creationId="{A199C168-3B56-F764-8881-C4DFF8636396}"/>
          </ac:inkMkLst>
        </pc:inkChg>
        <pc:inkChg chg="add">
          <ac:chgData name="Farhana Illiani Binti Hassan" userId="388f1f68-cffa-4d1d-b286-28c48f091183" providerId="ADAL" clId="{AB0D0C86-F665-4E90-977F-8DA9A592D847}" dt="2025-11-06T01:01:06.790" v="421"/>
          <ac:inkMkLst>
            <pc:docMk/>
            <pc:sldMk cId="471089175" sldId="389"/>
            <ac:inkMk id="334" creationId="{2B743A35-70A4-A7BE-4D58-B6D0F444C96C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35" creationId="{9B9C05A6-0137-1B62-8B98-98BF20331B05}"/>
          </ac:inkMkLst>
        </pc:inkChg>
        <pc:inkChg chg="add">
          <ac:chgData name="Farhana Illiani Binti Hassan" userId="388f1f68-cffa-4d1d-b286-28c48f091183" providerId="ADAL" clId="{AB0D0C86-F665-4E90-977F-8DA9A592D847}" dt="2025-11-06T01:01:07.706" v="423"/>
          <ac:inkMkLst>
            <pc:docMk/>
            <pc:sldMk cId="471089175" sldId="389"/>
            <ac:inkMk id="336" creationId="{F9BA8AB4-EC6A-DBFB-F688-2EFBAFBACA9D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37" creationId="{C065FC5A-ED31-17AD-0E4A-FDCD18382A0D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38" creationId="{5411865A-9E60-2030-DF5B-E6933FC5F884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39" creationId="{A2397EF5-AC0E-632D-C852-317EF8E0CDFD}"/>
          </ac:inkMkLst>
        </pc:inkChg>
        <pc:inkChg chg="add del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40" creationId="{2EE1FA4F-9F00-21DF-D803-7535D7C026EE}"/>
          </ac:inkMkLst>
        </pc:inkChg>
        <pc:inkChg chg="add reco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41" creationId="{D73FE118-8143-0749-77DE-66A483B3F3C9}"/>
          </ac:inkMkLst>
        </pc:inkChg>
        <pc:inkChg chg="add reco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42" creationId="{6648C8CC-E411-8AF2-C972-9F211B051AA8}"/>
          </ac:inkMkLst>
        </pc:inkChg>
        <pc:inkChg chg="add reco">
          <ac:chgData name="Farhana Illiani Binti Hassan" userId="388f1f68-cffa-4d1d-b286-28c48f091183" providerId="ADAL" clId="{AB0D0C86-F665-4E90-977F-8DA9A592D847}" dt="2025-11-06T01:01:09.698" v="428"/>
          <ac:inkMkLst>
            <pc:docMk/>
            <pc:sldMk cId="471089175" sldId="389"/>
            <ac:inkMk id="343" creationId="{9DAF5F9A-6EB3-5626-CB4A-7454AEE669FE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44" creationId="{72BBEBF9-B56D-B3C4-5D03-77F59AA223DF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45" creationId="{1FAE49AC-FC29-905C-D2BD-9D02C68B9635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46" creationId="{9AC1C613-4612-F396-C07F-9EDCE765D813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47" creationId="{88A9E673-B49E-821D-180F-16BDC5092A6B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48" creationId="{E553B399-FD6C-A00D-0735-7DB3A331BD0F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49" creationId="{D8B7DFA2-C2A2-EDC0-65CF-010C6098D44F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50" creationId="{EF5A1ED6-B3A2-1642-791C-3E9BD1A8206D}"/>
          </ac:inkMkLst>
        </pc:inkChg>
        <pc:inkChg chg="add del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51" creationId="{AE8B402C-289F-4F77-5FF4-2EFC0C3E8526}"/>
          </ac:inkMkLst>
        </pc:inkChg>
        <pc:inkChg chg="add">
          <ac:chgData name="Farhana Illiani Binti Hassan" userId="388f1f68-cffa-4d1d-b286-28c48f091183" providerId="ADAL" clId="{AB0D0C86-F665-4E90-977F-8DA9A592D847}" dt="2025-11-06T01:01:14.006" v="437"/>
          <ac:inkMkLst>
            <pc:docMk/>
            <pc:sldMk cId="471089175" sldId="389"/>
            <ac:inkMk id="352" creationId="{C2EF56CE-E321-E265-A654-C4D0509AE033}"/>
          </ac:inkMkLst>
        </pc:inkChg>
        <pc:inkChg chg="add reco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53" creationId="{EB723E27-AE32-BA3E-B496-B54F52E17D9C}"/>
          </ac:inkMkLst>
        </pc:inkChg>
        <pc:inkChg chg="add reco">
          <ac:chgData name="Farhana Illiani Binti Hassan" userId="388f1f68-cffa-4d1d-b286-28c48f091183" providerId="ADAL" clId="{AB0D0C86-F665-4E90-977F-8DA9A592D847}" dt="2025-11-06T01:01:14.945" v="438"/>
          <ac:inkMkLst>
            <pc:docMk/>
            <pc:sldMk cId="471089175" sldId="389"/>
            <ac:inkMk id="354" creationId="{D4E1BDEE-4B43-7606-3EB7-414BE3FD85DB}"/>
          </ac:inkMkLst>
        </pc:inkChg>
        <pc:inkChg chg="add del">
          <ac:chgData name="Farhana Illiani Binti Hassan" userId="388f1f68-cffa-4d1d-b286-28c48f091183" providerId="ADAL" clId="{AB0D0C86-F665-4E90-977F-8DA9A592D847}" dt="2025-11-06T01:01:26.692" v="440"/>
          <ac:inkMkLst>
            <pc:docMk/>
            <pc:sldMk cId="471089175" sldId="389"/>
            <ac:inkMk id="355" creationId="{2A6A4D00-D063-4271-830D-4E91CD2C3693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56" creationId="{50AB58FB-FF96-D839-F0E6-211A926AA828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57" creationId="{CAA8F16C-5894-B95C-5358-7EF6BF711460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58" creationId="{D91161DF-12FD-3FE3-C6F1-A31B92E6CF7B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59" creationId="{F4894693-6466-10B4-0AA1-F89200247AB3}"/>
          </ac:inkMkLst>
        </pc:inkChg>
        <pc:inkChg chg="add">
          <ac:chgData name="Farhana Illiani Binti Hassan" userId="388f1f68-cffa-4d1d-b286-28c48f091183" providerId="ADAL" clId="{AB0D0C86-F665-4E90-977F-8DA9A592D847}" dt="2025-11-06T01:01:30.221" v="445"/>
          <ac:inkMkLst>
            <pc:docMk/>
            <pc:sldMk cId="471089175" sldId="389"/>
            <ac:inkMk id="360" creationId="{A37201F5-FF6D-0E3A-A826-756596A3347E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61" creationId="{0EE0E1C9-E872-1FAC-3C63-2D48DDB14472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62" creationId="{B8E09B5D-758C-A47F-C21A-57B9C3513A35}"/>
          </ac:inkMkLst>
        </pc:inkChg>
        <pc:inkChg chg="add">
          <ac:chgData name="Farhana Illiani Binti Hassan" userId="388f1f68-cffa-4d1d-b286-28c48f091183" providerId="ADAL" clId="{AB0D0C86-F665-4E90-977F-8DA9A592D847}" dt="2025-11-06T01:01:31.306" v="448"/>
          <ac:inkMkLst>
            <pc:docMk/>
            <pc:sldMk cId="471089175" sldId="389"/>
            <ac:inkMk id="363" creationId="{D8792D94-9F3E-ABDA-18B8-D77877BD0A8A}"/>
          </ac:inkMkLst>
        </pc:inkChg>
        <pc:inkChg chg="add">
          <ac:chgData name="Farhana Illiani Binti Hassan" userId="388f1f68-cffa-4d1d-b286-28c48f091183" providerId="ADAL" clId="{AB0D0C86-F665-4E90-977F-8DA9A592D847}" dt="2025-11-06T01:01:32.388" v="449"/>
          <ac:inkMkLst>
            <pc:docMk/>
            <pc:sldMk cId="471089175" sldId="389"/>
            <ac:inkMk id="364" creationId="{674650B9-1A76-59C5-D8EC-7EB26F22E70A}"/>
          </ac:inkMkLst>
        </pc:inkChg>
        <pc:inkChg chg="add del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65" creationId="{8B57FD37-DE37-4A02-6668-9315D022BEC7}"/>
          </ac:inkMkLst>
        </pc:inkChg>
        <pc:inkChg chg="add reco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66" creationId="{BE799CB6-2458-4127-B8DD-C12A59B93029}"/>
          </ac:inkMkLst>
        </pc:inkChg>
        <pc:inkChg chg="add reco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67" creationId="{8FC52A26-D669-B195-D6CC-9138DB3F198F}"/>
          </ac:inkMkLst>
        </pc:inkChg>
        <pc:inkChg chg="add reco">
          <ac:chgData name="Farhana Illiani Binti Hassan" userId="388f1f68-cffa-4d1d-b286-28c48f091183" providerId="ADAL" clId="{AB0D0C86-F665-4E90-977F-8DA9A592D847}" dt="2025-11-06T01:01:33.673" v="451"/>
          <ac:inkMkLst>
            <pc:docMk/>
            <pc:sldMk cId="471089175" sldId="389"/>
            <ac:inkMk id="368" creationId="{2C485C1C-4BFA-0867-18DA-D86113CCFA78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69" creationId="{56E2F3A9-717C-51F0-45D3-A391D07C8BFE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0" creationId="{5DBF0793-E2A5-4A9E-D8EA-5EA89A6785D1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1" creationId="{DE8C5D80-DE62-5751-416D-7BF4099B2213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2" creationId="{C0871DED-BD77-2C31-9E09-8310BC7FC496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3" creationId="{C8A0D2CA-0AF5-42E4-9ABE-AA0DAE336965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4" creationId="{F10AA913-FFFD-B625-BF7F-5D2E56E6D6C2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5" creationId="{462F3665-8D9B-4F60-3CFF-A84634038770}"/>
          </ac:inkMkLst>
        </pc:inkChg>
        <pc:inkChg chg="add del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6" creationId="{7309A59A-EA4D-C549-5258-9295FB14847F}"/>
          </ac:inkMkLst>
        </pc:inkChg>
        <pc:inkChg chg="add reco">
          <ac:chgData name="Farhana Illiani Binti Hassan" userId="388f1f68-cffa-4d1d-b286-28c48f091183" providerId="ADAL" clId="{AB0D0C86-F665-4E90-977F-8DA9A592D847}" dt="2025-11-06T01:01:39.110" v="460"/>
          <ac:inkMkLst>
            <pc:docMk/>
            <pc:sldMk cId="471089175" sldId="389"/>
            <ac:inkMk id="377" creationId="{0E951A01-E81A-F15A-AFB7-2CBA7B74CD26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833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833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0D837C6-F557-450D-B853-1365B79DB9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4487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39:20.1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9128,'5'10'13,"2"-1"71,1-2 1,3-2-58,4-5 1,0 1 0,0 3 0,0 1-1,2-2 1,4-1-78,4-2 1,4 0-1,3 0 1,3 0 17,6 0 1,10 0 0,4 0 0,6 0 31,5 0 0,8 0 0,7 0 0,-1 0 0,-2 0 0,-7 0 0,3 0 0,5 0 21,6 0 1,6 0 0,-10 0 0,0 2 147,2 3 1,0-4 0,5 4 334,-2-3 0,2 3 1,6 0-1,4-1 1,0-3 640,0-1 1,-5 0 0,-3 0-1,4 0-632,4 0 1,2 0 0,-49 0 0,-1 0 0,47 0 284,-4 0 1,0 0 0,5 0-377,-45 0 0,0 0 1,47 0-1,-1 0 1,-6-1-1,-2-3-177,7-1 1,-46 2 0,0 1 0,0 2 0,0 0 0,-1 0 0,0 0 379,45 0 0,-3 2 0,1 1 0,4 2-306,-47-3 1,0 0-1,0 1 1,-1 0-1,40 3 1,-2-3-314,-2-1 1,-2-2 0,2 0 336,-4 0 0,-5 0 1,-2 0-1,-3 0 0,-4 0-321,-6 0 1,-3-2 0,-10-1 0,2-3-48,-2 3 0,4-4 1,-3 2-1,-2 2-172,-6 1 0,0 2 0,-7 0 0,-1 0 90,-2 0 0,-8 0 0,-4 0 1,-3 0 0,-7 0 1,0 0-968,2 0 1,-3-2 790,1-3 1,-7-3 0,4-7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2.3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153 0 8926,'-10'5'0,"1"2"38,2 2 0,-5-4-13,2 5 0,2-5 0,-2 3 0,0 1-17,1-1 0,-4-4-8,3 1 0,-4-4 0,-1 6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2.9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1 283 9174,'0'-7'7,"0"7"0,0 12 0,0 10 1,1 3-1,5 6-22,4 3 0,3 8 0,1-3-27,-4 0 0,3 5 0,-4-7 0,1-2 0,-2-6-2,-1-5 0,-2-4 0,-5-5 27,0 0 0,-1-6 0,-5-6 14,-4-6 0,-3-7 1,-2-11-1,1-4 3,4-4 0,-4-6 0,6-2 0,0-2 0,2-3 0,5-2 0,1-2 0,0 2 0,0 3 0,1-1 0,5 7 0,4 1 0,3 4 0,4 4 0,2 6 0,3 5 0,1 5 0,-2 5 0,4 10 0,0 6 0,-1 8 0,3 10 0,-5 6 0,2-1 0,-6 3 0,2-1 0,-3-3 0,-1 0 0,-6-5 0,-2-2 0,-1-6 0,-4-3 0,-1-7 0,-2 0 0,-2-8 0,-3-4 0,-3-11 0,-1-11 0,-4-5 0,4-3 0,-1-2 0,0-1 0,7-7 0,-2 1 0,3-1 0,2 1 0,7 4 0,3 7 0,3-1 0,3 4 0,0 5 0,3 9 0,1 6 0,-1 9 0,3 6 0,-2 14 0,-1 8 0,-2 9 0,-2 5 0,0 2 0,-2 0 0,-2-1 0,0-1 0,-5-3 0,-1-6 0,1-3 0,-4-3 0,3-4 0,-3-4 0,-2-11 0,-2-12 0,-1-12 0,-2-6 0,1-3 0,-4-10 0,-1-5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3.3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137 119 8761,'0'-16'0,"0"1"0,0 5 0,-2 2 0,-3 1 0,2-3 0,-7 5 0,0 0 0,-6 6 0,1 4 0,5 5 0,2 11 0,1 4 0,2 4 0,-2 1 0,5 2 0,-3 2 0,3 2 0,2-3 0,2 0 0,3-5 0,5-2 0,4-6 0,6-3 0,2-4 0,2-3 0,-4-10 0,4-10 0,-1-5 0,-1-5 0,0-6 0,-1-7 0,-8-3 0,-3 1 0,-5-2 0,-3 4 0,-2-2 0,-2 3 0,-3 1 0,-3 3 0,-9 2 0,-3 8 0,-6 6 0,3 0 0,-3 7 0,1 3 0,1 6 0,-3 6 0,7 8 0,1 3 0,2-1 0,4-5 0,3 0 0,5 1 0,3-1 0,4 0 0,3-1 0,7-4 0,6-5 0,6-4 0,6-1 0,7 0 0,2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3.7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303 31 8761,'0'-10'0,"0"0"0,-7 7 0,-3-2 0,-3 3 0,-2 2 0,-7 8 0,-4 6 0,-2 4 0,-3 1 0,1 5 0,1 1 0,4 2 0,4-2 0,4 2 0,4-6 0,3-1 0,5 2 0,11-7 0,10 2 0,7-7 0,6-3 0,3 3 0,2-3 0,1 0 0,-1-1 0,-2 1 0,-3-4 0,-2 4 0,-2 2 0,-8 1 0,-1 5 0,-8 0 0,-10 0 0,-3 1 0,-5-1 0,-3 0 0,-4-1 0,-2-3 0,-1-2 0,1-2 0,2-2 0,2-5 0,0 0 0,6-2 0,4-3 0,4-5 0,2-9 0,4-1 0,11-14 0,7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3.9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14 8761,'-7'-8'0,"-3"3"0,3 10 0,2 7 0,4 6 0,1 8 0,1 9 0,4 6 0,6 4 21,2 6 1,4-2 0,2 7 0,1 0 0,-2-2 1,4-2-1,-1-8 1,-3-4-21,-1-4 0,-3-9 0,-3-5 0,-2-4-2,-2-4 0,-2-9 0,-5 2 0,0-14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4.1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42 183 8898,'-13'-1'-18,"3"-4"1,-2 1 9,7-6 1,3 0-1,11-4 1,8 3-1,4 0 1,5 1-1,4-5 1,1 0 4,-1 0 1,0 1-1,-1 2 1,-3 2 1,1 2 0,-7-2 0,-2 5 1,-1 3 0,-8 2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6.3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315 122 8705,'10'-5'0,"0"0"0,-7-7 0,4 4 0,-9-7 0,-3 1 0,-5 4 0,-5-4 0,-4 6 0,-1-1 0,0-2 0,5 6 0,-2 1 0,-4 3 0,5 2 0,-6 4 0,1 5 0,1 4 0,0 3 0,5 3 0,-1 5 0,8-1 0,3 1 0,3 2 0,4 0 0,3-1 0,5 1 0,12-7 0,8-1 0,3-2 0,7-2 0,2 0 0,1 0 0,-3 0 0,2-1 0,-6-2 0,-4-2 0,-5 2 0,-7 1 0,-10 2 0,-5 1 0,-3-1 0,-10 2 0,-8 0 0,-7-2 0,-11 3 0,-3-7 0,-2 0 0,-3 1 0,-2-2 0,3-6 0,2 1 0,2-3 0,3-2 0,4 0 0,5 0 0,4 0 0,10-6 0,2 0 0,2-3 0,11 4 0,9-5 0,8-2 0,2-1 0,4-2 0,7-2 0,2-2 0,-3-1 0,4-2 0,-1 2 0,6-4 0,-3-7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6.5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99 8884,'0'-15'27,"0"0"1,0-1 0,0 1-45,0 0 0,-5 5-14,0 0 1,0 8-1,5 2 19,0 8 0,2 11 0,1 3 1,4 2 8,1 3 1,-3 0 0,4 0 0,-1-4 2,1-1 0,-4 4 0,3-6 0,-1-1 0,-4-3 0,4 0 0,-2-1 0,-2 0 0,6-7 0,-7-1 0,4-7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6.7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113 92 8868,'-28'-2'0,"2"-1"0,6-2 0,3 2-4,2 1 0,8 0 1,9-1-1,11-4 0,11 0-1,5 1 1,8-5 0,2 5-1,1-1 5,1 0 0,6-5 0,7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7.3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 89 8902,'-7'10'17,"-3"0"1,-2 0 0,2 5 0,5 0-7,3 1 1,2 4 0,4 2 0,4 0-12,7 0 1,6 3 0,-1-3 0,3 0-12,1 0 1,3 3-1,-7-4 1,-1-3-40,-2-1 1,-2-3-1,-1-3-28,-4 0 71,-3-8 1,-7 2-1,-2-8 1,-3-6 5,-5-4 0,1 1 0,-1-10 1,-2 0-1,0-3 1,2-4 0,2-7 0,4 1 0,-1 1 0,2 2 0,1 7 0,4 1 0,3 2 0,4 2 0,6 6 0,2 4 0,3 5 0,5 3 0,6 11 0,2 4 0,3 9 0,-2 7 0,-7-2 0,-2 7 0,2-7 0,-5 2 0,-2-6 0,-4 1 0,-6-4 0,-5-3 0,-4-7 0,-1 0 0,-1-8 0,-4-2 0,-5-8 0,-2-6 0,0-3 0,2-1 0,-2-3 0,5-6 0,0 2 0,2-4 0,0-1 0,0 1 0,5 2 0,2 3 0,3 2 0,-2-3 0,9 7 0,5 4 0,-2 1 0,6 7 0,-3 5 0,2 4 0,-3 6 0,4 6 0,-5 2 0,0 1 0,-1 3 0,0 6 0,0-4 0,-1 1 0,-4-4 0,3-3 0,-4 5 0,6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7.7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1 107 8724,'15'-9'0,"-5"2"0,0 11 0,2 6 0,-2 7 0,4 15 0,3 3 0,0 6 0,6 10 0,3 4 0,1 4-1,-2 2 1,4-7 0,-6-3 0,3-5-5,-1-6 1,-6-9-1,1-11-10,-3-3 12,-9-9 1,-3-3 0,-10-11 0,-5-8 1,-3-5 0,-3-8 1,0 2-1,-3-4 1,-1-1 0,-6 0 0,4-3 0,0 0 0,0-3 0,2-4 0,7 2 0,1 0 0,2-5 0,6 1 0,-1 0 0,5 3 0,5 2 0,5 3 0,11 7 0,4 5 0,4 5 0,-4 0 0,0 12 0,3 2 0,0 1 0,1 11 0,-4 4 0,-6 6 0,-7-1 0,0 6 0,-7 1 0,-2 4 0,-1 1 0,-2 1 0,0-1 0,-2 1 0,-3-1 0,-4 0 0,-6 1 0,0-1 0,0-6 0,0-4 0,-1-3 0,1-2 0,5-6 0,2-8 0,1-9 0,2-9 0,5-13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7.9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1 8682,'-9'6'0,"6"6"0,5 7 0,3 6 0,6 4 0,1 3 0,5 3 0,3 6 0,6-2 0,-4 0 0,0-2 0,0-3 0,3-2 0,-3-2 0,-2-1 0,-3-4 0,2-3 0,-9-7 0,-3-6 0,-1-9 0,-6-9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1:58.2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92 320 8682,'10'0'0,"0"0"0,-6-1 0,2-3 0,1-1 0,-4-7 0,8 2 0,0-3 0,3-3 0,-4-4 0,0-2 0,0 0 0,-1 0 0,3-3 0,-7 3 0,-2 0 0,-1 0 0,-2-3 0,0 4 0,-2 5 0,-3 4 0,-5 5 0,-9 7 0,-1 0 0,-5 8 0,3 8 0,0 7 0,0 6 0,-4 6 0,6 3 0,3-1 0,5 2 0,7 0 0,4-4 0,2 4 0,6-2 0,8-3 0,7-9 0,10-6 0,4-7 0,4-7 0,-1-4 0,0-1 0,-2 0 0,-3-6 0,-9-3 0,-4-1 0,-4 0 0,-2 1 0,-2-2 0,-3 0 0,-4 3 0,-12-2 0,5 3 0,-13 7 0,6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2.3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0 8726,'-5'10'1,"0"1"0,0-6-1,5 5 1,0-5-1,0 5 0,7 0 0,1 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2.9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45 320 8734,'-2'9'0,"-3"-4"0,3-5 0,-3-5 0,3 1 0,2-6 0,0-2 0,-5-1 0,0-2 0,2-1 1,1 6-1,0 2 40,-3 1-15,4-5 0,-4 17 0,8 0 0,4 9 9,1 6 0,1-1 0,3 6 0,-4 2 17,-1 2 1,3 0 0,-3-2 0,-1-4 12,1-1 0,0-1 1,-4-6 117,2 0-180,0-7 1,-5-9 0,0-14-3,0-9 0,0-7 0,0-2 0,0-5 0,0 0-21,0-5 1,0 1-1,0 2 7,0 4 1,2 4-1,3 3 1,5 6 0,4 6 20,1 5 0,5 10 0,2 2 0,0 10 96,0 9 1,5 6 0,-1 9 0,1 2 115,-2-3 1,-1-1-1,-6-1-56,2-1 0,1-4 1,-6-3 44,0-1 0,-5-8-191,0-9 0,-6-12 0,1-8 193,-3-9 1,-4-5 0,-2-1 0,-1-2-62,2-4 1,0 4 0,-1-5 0,-1 2-1,2 1 85,1 5 0,2 0 1,2 11-211,3 4 1,-2 6 0,7 11-152,2 7 0,2 7 0,1 14 0,0-1 0,0 1-48,1-1 0,-1 0 0,0-1 0,0-4 33,0-4 0,-1 1 0,-2-4 0,-2-2 129,2-5 0,1-7 0,2 2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3.2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 61 8895,'0'15'-6,"-1"0"1,-3 0 0,-2 1 0,-3-1 0,6 2 0,-4 3 0,2 5 0,0 4 1,0 2-1,7-1 1,1 0 1,2 1 1,9-3-1,-1 0 1,7-7 2,4-4 0,0 2 0,3-11 0,-2 1 0,2-4 0,-3-10 0,-1-7 0,-1-7 0,-3-6 0,-7 1 0,-4-3 0,-1-3-2,-4-4 1,-3-1-1,-3 4 1,-4 1-8,-1 0 0,-4-1 0,-7 1 1,-1 1 5,1 4 1,-3 3 0,2 6 0,2 3 2,1 3 0,-4 3 0,1 9 0,2 4 0,1 10 0,3 1 0,2 8 0,2 2 0,5 2 0,-3 1 0,1 1 0,4-1 0,1-5 0,4-1 0,3-2 0,3-2 0,7-5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3.5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168 76 8781,'0'-15'0,"-2"0"0,-3 0 0,2 5 0,-8 1 0,0 2 0,-3 4 0,-1 1 0,0 2 0,-1 2 0,1 3 0,0 9 0,0 6 0,1 0 0,4 2 0,3 0 0,7 5 0,0-3 0,0-2 0,2 3 0,3-5 0,5 1 0,4 1 0,6-5 0,2 3 0,0-3 0,0-2 0,3-2 0,-6-1 0,-4-2 0,-3 2 0,-4 2 0,3 1 0,-6 0 0,-4 0 0,-2 1 0,-4-1 0,-6 0 0,-2-2 0,-2-1 0,-1-3 0,1-3 0,0 5 0,0-6 0,0-2 0,6-8 0,6-7 0,6-6 0,6-13 0,6-8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3.7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0 100 8779,'9'-28'0,"-4"2"0,-4 6 0,-1 3 0,0 9 0,0 8 0,0 13 0,2 9 0,3 8 0,4 16 0,7 1 0,3 6 0,1 4 0,6-3 0,-4 0 0,1 0-1,4 0 0,-3 1 1,0-1-1,-2-9-8,-4-8 1,-6-4-1,-4-5-11,-1-2 20,5-11 0,-17-15 0,3-9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3.9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92 8720,'-2'14'0,"-3"-4"0,-5-5 0,5-3 0,5-2 0,12-7 0,10-2 0,3-1 0,7 0 0,-2 0 0,6-5 0,-4 1 0,-2 4 0,-4-2 0,-1 6 0,0-1 0,-1 0 0,-9 2 0,-1 5 0,-6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4.6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168 90 8793,'0'-15'0,"0"0"0,0 4 0,-2 1 0,-3-2 0,-3 6 0,-8-1 0,1 2 0,0 0 0,0 1 0,0 10 0,-1 5 0,1 8 0,0 6 0,1 11 0,4 4 0,5 4 0,4 2 0,1 1 0,0 2 0,0 2 0,0-2 0,6-4 0,4-4 0,6-7 0,4-7 0,-2-7 0,8-10 0,-1-5 0,-1-3 0,5-9 0,-4-5 0,2-6 0,-2-8 0,-3-9 0,0-4 0,2-6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4.9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16 179 8793,'8'-15'0,"-1"0"0,-7 0 0,0 0 0,0-1 0,-2 8 0,-3 3 0,-2 7 0,-3 6 0,5 7 0,3 11 0,2-1 0,0 5 0,0 6 0,0-4 0,2 3 0,3-4 0,5-6 0,6 2 0,2-7 0,4-3 0,2-5 0,1-5 0,6-7 0,-1 0 0,0-8 0,1-8 0,-3-7 0,-1-6 0,-1-1 0,-13-6 0,1 1 0,-6 1 0,-4 2 0,-3 1 0,-2 1 0,-4-1 0,-6 1 0,-7 6 0,-4 6 0,-2 6 0,4 0 0,-5 7 0,-1 3 0,3 4 0,2 3 0,5 12 0,0-2 0,1 2 0,0 0 0,6-2 0,4 0 0,4 1 0,1-1 0,0 0 0,6 0 0,3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5.3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31 8793,'8'6'0,"-1"3"0,-7 6 0,0 0 0,0 1 0,5 0 0,2 5 0,0 4 0,0 4 0,4-4 0,0 0 0,2 2 0,2 2 0,0-3 0,1-3 0,-1-1 0,-2-2 0,-1-4 0,-2-3-2,2-3 1,-5-3 0,0-14 1,-9-3-1,-1-3 1,-2-3 0,-6-4 0,5-2 0,-3-1 0,6-1 0,-2-3 0,3 2 0,2-1 0,0 3 0,0 1 0,0 6 0,2 1 0,3 0 0,3 6 0,7 4 0,2 4 0,4 1 0,-4 1 0,3 4 0,-3 6 0,-2 2 0,0 2 0,0 1 0,-1-1 0,-4 0 0,2 0 0,-7 0 0,0 1 0,-5-10 0,0-6 0,0-8 0,0-11 0,0-3 0,0-1 0,0-4 0,5 3 0,2-1 0,1-2 0,-3 5 0,4 1 0,-1 6 0,1 5 0,2 5 0,3 3 0,1 4-1,0 3 1,1 5-1,-1 9 1,0 3-1,0 1 0,-5 1 0,0 3 0,2-3 1,0-1-2,-2 1 1,2-5-1,-5-1 2,1-6 0,2 8 0,6-3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5.7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92 8772,'0'15'0,"2"0"0,2 0 0,1 1 0,6 6 0,0 5 0,4 5-1,5 3 1,-1 7-1,6-1 1,2 3-2,2 2 0,-4-1 0,0-1 0,1-3-1,-3-6 1,-1-10 0,-8-4 0,-2-4-7,-2-2 7,-7-7 0,-3-8 0,-10-10 0,-3-5 1,-3-5 0,1-4 0,0-6 0,0-3 1,0-2 0,-1-2 0,1-5 0,0 1 0,0 1 0,1-8 0,2-1 0,4 0 0,1 5 0,2 5 0,7 9 0,3 0 0,5-1 0,5 9 0,4 7 0,3 8 0,1 6 0,-4 1 0,1 1 0,-3 6 0,-2 8 0,-1 2 0,-2 8 0,-4 2 0,-1 2 0,-2 2 0,-5-1 0,0 0 0,0 1 0,-2-1 0,-1-1 0,-2-2 0,1-2 0,1-6 0,0 1 0,-2-3 0,1-2 0,3-6 0,-6-2 0,-2-7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5.9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8732,'8'31'0,"11"1"0,-2 3 0,3 7 0,2 7 0,5-1 0,-2 4 0,4-3 0,1-3 0,-4-1 0,-3-13 0,-1-3 0,-3 0 0,-4-12 0,-3-4 0,-2-4 0,0-4 0,6-5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6.2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77 256 8732,'0'-15'0,"0"5"0,0-1 0,0 0 0,0-3 0,0-3 0,0-1 0,-2-4 0,-3-2 0,3 5 0,-3-1 0,2 3 0,-2 2 0,1 0 0,-6 0 0,5 6 0,-3 6 0,-1 6 0,1 7 0,4 9 0,-1 3 0,4 3 0,1 6 0,0 2 0,1 8 0,4-6 0,5-1 0,4-2 0,3-3 0,1-2 0,4-3 0,2-2 0,1-9 0,6-8 0,-1-3 0,1-2 0,-1-7 0,0-1 0,1-7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6.4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0 8728,'-8'2'0,"3"3"0,5 2 0,7 5 0,8-4 0,9-1 0,4 5 0,3-2 0,1 2 0,3-2 0,-1 3 0,5-4 0,0 1 0,0 0 0,-4-2 0,4 3 0,-2-5-1,-3 1 0,-4-5 0,-4 3 0,-6-4 1,-3-1 0,-2-6 0,0-3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2:06.6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183 1 8720,'0'15'0,"0"0"0,-2 0 0,-3 0 0,2 2 0,-7 4 0,-4 6 0,-3 6 0,-3 8 0,0 5 0,6 3 0,2 1 0,2-1 0,2 5 0,-4 0 0,3 0 0,3-3 0,-6-4 0,3-1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3:32.4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236 0 8630,'-15'8'0,"-1"4"0,-2-6 0,-4 2 0,0 4 0,4 2 0,-4 6 0,3 6 0,-1 7 0,1 6 0,4 10 0,2 7 0,3 6 0,3-2 0,9 4 0,3-5 0,5-5 0,5-9 0,4-7 0,6-2 0,2-3 0,-2-11 0,-1-5 0,3-7 0,0-4 0,3 4 0,-3-5 0,-2-2 0,-5-1 0,-9-2 0,-1 0 0,-7 0 0,-3 0 0,-10 0 0,2 0 0,-2 0 0,7-7 0,-3-1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3:28.3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59 221 8727,'9'-7'0,"-5"-3"0,3 2 0,-2-2 0,5 1 0,-5-6 0,0 0 0,-5 0 0,0 1 0,0-1 0,0 7 0,0 3 0,0 12 0,0 7 0,0 9 0,0 7 0,0 4 0,0 5 0,0 2 0,0 0 0,0-2 0,1 2 0,4 1 0,-3-4 0,3-4 0,-4-3 0,-1-8 0,2-3 0,1-4 0,2-1 0,0-7 0,-3-10 0,1-11 0,2-6 0,-2-4 0,-1-4 0,-2 6 0,-7-7 0,-1 6 0</inkml:trace>
  <inkml:trace contextRef="#ctx0" brushRef="#br0" timeOffset="366">1 191 8727,'9'-10'0,"1"1"0,3-1 0,5 2 0,0-5 0,7 4 0,1 1 0,2 3 0,6 4 0,2 1 0,0 1 0,0 4 0,1 8 0,-6 9 0,-5 0 0,-3 5 0,-3 5 0,-7 3 0,-3-3 0,-5-1 0,-4-1 0,-2-1 0,-4 1 0,-5-1 0,-8-1 0,-3-4 0,-2-4 0,-3-4 0,-2-1 0,-1-2 0,-1-2 0,1-1 0,1-7 0,2 4 0,3-2 0,2 0 0,3-2-1,8-8 0,4 2 0,9-7-1,7-1 2,6-2 0,13-2 0,1 0 0</inkml:trace>
  <inkml:trace contextRef="#ctx0" brushRef="#br0" timeOffset="566">633 265 8722,'0'14'0,"0"3"0,0 1 0,0 1 0,0 3 0,0-4 0,0 1 0,0-1 0,0 0 0,1 0 0,4 2 0,-3-1 0,11-11 0,-5-1 0</inkml:trace>
  <inkml:trace contextRef="#ctx0" brushRef="#br0" timeOffset="714">633 59 8722,'0'15'0,"-2"-7"0,-3-3 0,-3-4-3,-7-1 3,7 0 0,2 7 0,6 1 0</inkml:trace>
  <inkml:trace contextRef="#ctx0" brushRef="#br0" timeOffset="1217">1074 265 8665,'-10'0'0,"2"-2"0,1-3 0,-4 2 0,1-5 0,-3 1 0,3-3 0,0 6 0,-1 0 0,3 3 0,-2 2 0,-1 4 0,-2 5 0,-2 3 0,0 7 0,0 1 0,1 2 0,1 1 0,3 6 0,5-1 0,3 1 0,2-1 0,2-5 0,3-1 0,5-1 0,8-9 0,3-9 0,2-2 0,3-2 0,2 0 0,-1-6 0,0-6 0,-3-6 0,-6 0 0,2-6 0,-6-1 0,-4 1 0,-5-1 0,-3 2 0,-2-3 0,0 3 0,0 2 0,-2 1 0,-3 6 0,2 6 0,-7 3 0,7 10 0,-2 4 0,3 6 0,2 5 0,0-2 0,0 5 0,0-1 0,0 1 0,0-5 0,0 4 0,0-1 0,0-5 0,0 5 0,2-1 0,1 0 0,2-3 0,0 0 0,2-2 0,1-1 0</inkml:trace>
  <inkml:trace contextRef="#ctx0" brushRef="#br0" timeOffset="1698">1633 294 8665,'-15'-15'0,"2"1"0,0-1 0,0 0 0,-4 1 0,-1 1 0,4 1 0,-1 2 0,0-1 0,1 4 0,-1 3 0,0 2 0,0 2 0,1 3 0,-1 5 0,0 7 0,1 10 0,-1-1 0,0 4 0,2 1 0,3 1 0,-1-1 0,6-1 0,2-4 0,1-4 0,4 1 0,1-1 0,4-4 0,1-5 0,6-4 0,8-7 0,-1 0 0,0 0 0,4-7 0,-6-2 0,-1-4 0,3-7 0,-1 0 0,-2 1 0,-2-1 0,-1 1 0,-2-6 0,-1 5 0,-3 3 0,-4 2 0,3 3 0,-1 3 0,-2 13 0,-5 5 0,0 9 0,0 4 0,0 8 0,0 4 0,0-1 0,0-2 0,0 3 0,0 1 0,0-3 0,0-1 0,0-3 0,-2-2 0,-3-1 0,-3-2 0,-7 1 0,-1-4 0,-2-4 0,-1-1 0,-6-2 0,5-2 0,2-3 0,2-1 0,1-2 0,1-5 0,1-2 0,3-3 0,3-3 0,7-7 0,0 1 0,7-6 0,3-1 0,3-2 0,3-2 0,4 3 0,-4-13 0,5 4 0</inkml:trace>
  <inkml:trace contextRef="#ctx0" brushRef="#br0" timeOffset="1950">1721 250 8665,'14'0'0,"-5"0"0,-3 7 0,-4 2 0,1 6 0,2 5 0,0-2 0,-5 6 0,0 2 0,0 2 0,2 2 0,1-3 0,2-1 0,-2-1 0,-1-7 0,-1 1 0,4-2 0,-3-9 0,4-3 0,-6-10 0,2-6 0,3-7 0,-4 0 0,4-5 0,-3 2 0,-2 3 0,5-4 0,1 3 0,1 1 0,-1 1 0,6 3 0,-2-1 0,3 0 0,-3 7 0,-1 3 0,1-3 0,5 0 0</inkml:trace>
  <inkml:trace contextRef="#ctx0" brushRef="#br0" timeOffset="2382">2353 353 8665,'0'-15'0,"0"1"0,0-1 0,0 0 0,-2 0 0,-3 1 0,-3 6 0,-6 3 0,-3 3 0,-2 2 0,1 2 0,-7 3 0,-1 6 0,-2 7 0,-1 0 0,-1 6 0,1 3 0,1-4 0,4-1 0,4 1 0,5-2 0,6 1 0,2-3 0,7-4 0,3-2 0,7-3 0,2-4 0,14-6 0,3 0 0,4 0 0,1-4 0,-4-3 0,-1-1 0,0-2 0,-1-5 0,-3 1 0,-6-1 0,-2 0 0,-3 1 0,1-1 0,-2 0 0,-3 0 0,-4 6 0,-6-1 0,0 7 0,0-2 0,0 10 0,0 4 0,0 4 0,0 2 0,0-5 0,0 0 0,0 1 0,0 2 0,0 2 0,0 0 0,0-1 0,0 1 0,0-7 0,0-8 0,0-8 0</inkml:trace>
  <inkml:trace contextRef="#ctx0" brushRef="#br0" timeOffset="2866">2485 221 8665,'5'9'0,"0"1"0,5-5 0,-5 5 0,-2 1 0,-1 2 0,-2 2 0,0 0 0,0 1 0,0 4 0,5-2 0,0 6 0,-2 1 0,-2-2 0,1-2 0,1-6 0,2-1 0,-2 1 0,1 3 0,-1-2 0,2-3 0,0-8 0,-5 2 0,0-9 0,0-3 0,0-5 0,0-3 0,1-1 0,3-1 0,2 0 0,2 1 0,-3-1 0,3 0 0,-1 1 0,4 4 0,-1 2 0,3 1 0,2 2 0,0 5 0,-1 0 0,-4 7 0,-2 2 0,1 3 0,-1-2 0,-5 3 0,2-3 0,-3 3 0,2 1 0,1 1 0,0-7 0,2-1 0,1-9 0,2-4 0,0-9 0,-1 0 0,6-4 0,1 2 0,4 3 0,-4-1 0,4 0 0,-2 2 0,2 3 0,-4 4 0,3 6 0,-2 0 0,-3 0 0,-4 11 0,0 4 0,0 3 0,-2 3 0,3-3 0,-6 5 0,-1-2 0,-1-1 0,0-6 0,2 1 0,-2 0 0,-1-5 0,-2-1 0,0-5 0,0-11 0,0-9 0</inkml:trace>
  <inkml:trace contextRef="#ctx0" brushRef="#br0" timeOffset="3217">3191 0 8630,'15'0'0,"-5"0"0,-1 0 0,1 0 0,5 0 0,0 0 0,-6 2 0,1 3 0,2 6 0,1 7 0,6 5 0,1 8 0,-2 3 0,-2 4 0,-3 6 0,-1 0 0,-4 0 0,-2 0 0,-1-1 0,-5-4 0,-1-5 0,-4-3 0,-3-1 0,-7-1 0,-1-1 0,-4-4 0,4-2 0,-6-8 0,1 1 0,10-2 0,-4-3 0,2-5 0,5-4 0,0-2 0,1-4 0,4-3 0,8-7 0,-4-6 0,6-2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4:02.371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15 162 8686,'7'8'0,"-4"4"0,5-6 0,-1 2 0,0-5 0,-4 4 0,2 0 0,0-4 0,-4 5 0,4-1 0,-3-3 0,4-4 0,-6-1 0,2-2 0,1-4 0,2-1 0,0 3 0,-5-5 0,0-1 0,0-2 0,0-2 0,0 0 0,0 0 0,2 1 0,1-1 0,2 0 0,0 6 0,-5-1 0,0-2 0,0-1 0,0 3 0,0 4 0,0 4 0,0 9 0,0 6 0,0 8 0,0 9 0,0 1 0,0 6 0,0 1 0,0-2 0,0 0 0,0 3 0,0-5 4,0-1 0,0-7 0,0-3 0,1-2 55,4-3 0,-3-7-7,3-1 0,-4-8-52,-1-2 0,0-13 0,0-10 0</inkml:trace>
  <inkml:trace contextRef="#ctx0" brushRef="#br0" timeOffset="334">30 162 9543,'-13'-2'-71,"3"-3"1,4-3 0,6-7 69,0 1 0,8-1 0,7 2 1,8 2 22,4 1 1,3 7-1,-1-2 1,2 3 191,3 2 0,-3 7 1,4 2-1,-4 6 82,-2 5 0,-1-2 0,-3 4 0,-8 1-1048,-5 0 0,-1 0 0,-6 3 1,-3-3 1348,-5-2 0,-6 4 0,-5-6-15,-1-1 1,-6 4 0,-2-3 0,-2-1 0,1-1-2,-2-3 1,5-4-1,-1-2 1,3 0 256,-1 1 0,1-6 0,4 2 384,0-4 0,9-1 279,6 0-963,6-6 1,15-2 0,2-7 0</inkml:trace>
  <inkml:trace contextRef="#ctx0" brushRef="#br0" timeOffset="568">559 30 9107,'0'16'0,"0"4"4,0 4 1,0 4 0,2 3-1,1 3-3,2 5 0,5-1 0,-3-1 0,1 1-1,3 0 0,-4-7 0,-1 0 0,-1-7-6,0-3 0,2-1-16,-2-5 0,-4-9 22,4-6 0,-3-13 0,-2-10 0</inkml:trace>
  <inkml:trace contextRef="#ctx0" brushRef="#br0" timeOffset="833">589 74 9139,'-15'0'0,"2"-2"0,3-3 0,4 2 0,6-7 0,8 7 0,5-4 0,7 2 0,2 0 0,-2 1 0,3 4 0,0 0 0,0 0 0,-4 0 0,4 0-1,-2 0 1,-1 4 0,-7 3 0,-3 1 0,-4-3 0,-7 3 0,-4-1 0,-3 4 0,-7-3 0</inkml:trace>
  <inkml:trace contextRef="#ctx0" brushRef="#br0" timeOffset="1015">574 280 8983,'-10'8'64,"1"-3"325,-3-4-58,6-1-331,-1 0 0,9 0 0,3 0-55,4 0 1,4 0 0,2 0 0,2-1-1,0-3-26,3-1 1,0 1 0,-6 4 0,1 0-2,0 0 82,0 0 0,-1-7 0,1-1 0</inkml:trace>
  <inkml:trace contextRef="#ctx0" brushRef="#br0" timeOffset="1216">942 30 9046,'0'14'0,"0"1"0,0 1 0,0 2 110,0 2 1,0 1-1,0-1 1,0 3 555,0-1 0,1 6 1,3-3 1084,1 3-1568,-1 1 1,3 0 0,1 1 0</inkml:trace>
  <inkml:trace contextRef="#ctx0" brushRef="#br1" timeOffset="1450">956 397 19084,'0'-16'798,"0"-4"0,5 2 1,2-8-1,1-3-481,3-4 0,-2-8 1,2 4-1,4-1-287,3 4 0,1 4 0,-4 6 0,0 4 1087,-1 4 0,1 8 0,0 3-1745,0 3 0,-1 10 0,1 5 1,-2 7-1,-2 3 111,-1 3 0,-5 7 0,3 1 0,1 0 101,-1 2 1,-5-10 0,2 4 0,-4-2-63,-1-1 1,2 1 0,1-2 0,2-3-204,-1-2 1,-3-6-1,-1-5-1464,0 1 909,0-4 1,0-7 637,0-10 1,0-3 0,0-2 0</inkml:trace>
  <inkml:trace contextRef="#ctx0" brushRef="#br0" timeOffset="1649">1001 280 9034,'-10'0'66,"0"-2"0,-1-1 0,-3-2 1,5 0-1,-1 5 4,-2 0 0,8-5 427,4 0 1,6 0-1,10 5 1,4 0-899,4 0 1,-1 0 765,2 0 1,-1 0-1,6 0 1</inkml:trace>
  <inkml:trace contextRef="#ctx0" brushRef="#br1" timeOffset="1715">1162 250 23633,'8'0'-1534,"6"0"1,-19 7 0,3 1-1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4:05.169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45 103 8869,'0'-14'11,"0"-1"0,0 0 66,0 1-65,0 5 0,0 4 0,0 12 0,0 8-12,0 8 1,-5 9 0,0 4 0,2 2-16,1 3 1,2-5-1,0-2 1,0-3-32,0-2 1,0-4 0,0-2 0,0-2-49,0-3 83,0-2 1,0-9-1,0-7 1,0-10 7,0-8 0,0 0 3,0-7 0,-6-6 0,-3-6 0</inkml:trace>
  <inkml:trace contextRef="#ctx0" brushRef="#br0" timeOffset="201">1 118 8791,'6'-8'4,"-2"0"-4,5 3 0,-4 3 0,5-3 0,-5 5 0,3 5 0,0 5 0,0 3 0,2 3 0,5 2 0,0 4 0,-1 0 0,1 3 0,0 3 0,1-2 60,4-2 0,-4-4 0,4 3 0,-4-2 144,-1-3 0,-1-3 0,0-4 1,-3-3 704,-1-1-808,-7-2 1,10-5 0,-5 0-1</inkml:trace>
  <inkml:trace contextRef="#ctx0" brushRef="#br1" timeOffset="300">310 309 22000,'0'-23'0,"0"2"227,0 0 1,4 3 0,1-5-1,0 2 1352,2 3 1,-6 1-1,6 3-1316,-1-1-236,-4 7-89,5 1 0,-1 7 1,2 0-1</inkml:trace>
  <inkml:trace contextRef="#ctx0" brushRef="#br0" timeOffset="553">574 0 9235,'-8'2'189,"3"3"0,3 5-194,2 3 0,0 3 0,0 4 0,0 4-81,0 4 1,5 8 0,2 3 0,-1 5 48,1 5 1,3-1 0,-4 4 0,1-3 65,-1-7 1,4-4 0,-5-9-1,-2-1 441,-1-3-366,-2-4 0,0-15 0,0-6-104,0-8 0,0-11 0,0-4 0</inkml:trace>
  <inkml:trace contextRef="#ctx0" brushRef="#br0" timeOffset="786">589 103 9301,'-13'-9'0,"3"-1"0,3 5 0,6-3 0,-4 1 0,3-4 0,-1 3 0,6-1 0,5 1 0,7 5 0,2-2-33,2 2 0,-3 1 0,6 2 0,-3 0-23,1 0 1,0 0 0,-6 0 55,1 0 0,0 0 0,-1 0 0</inkml:trace>
  <inkml:trace contextRef="#ctx0" brushRef="#br0" timeOffset="983">574 353 8878,'-15'8'74,"7"6"0,3-14 0,10 1 1,5-6-75,3-3 0,4 0 0,0-4 0,5 4-10,1 2 0,-4-4 1,4 3-1,-2 1-3,-3-1 0,-1 1 13,-3 1 0,8-3 0,0-7 0</inkml:trace>
  <inkml:trace contextRef="#ctx0" brushRef="#br1" timeOffset="1453">986 15 17416,'-8'7'1556,"1"1"0,7 7 0,0-1-1637,0 1 0,0 6 0,0 4 36,0 2 1,0 3-1,2-1 1,1 1-1,2-1-66,-2 0 0,4 1 0,-2-2 0,-2-4 64,-1-4 0,-2-9 0,0-1 93,0 1-39,0-4 0,0-7 0,0-11 0,0-6 0,0-4 110,0-2 0,0-1 1,0-6-1,0 1-265,0-1 1,1 1 0,2 0 0,4 1 284,1 3 0,2-1 1,5 5-1,-1 0 181,1-1 0,0 8 0,1 6-200,4 1 1,-4 2-1,4 5 1,-4 3-461,-1 7 0,-1 3 0,-1 15 0,-1 3 0,-4 0-205,-1 0 0,2 3 1,-4 2-1,0 0 150,2 0 1,-6 3-1,4-4 1,-3-3-44,-2-1 0,2-6 1,1-2-170,2-2 1,0-1-200,-5-6 1,0-7 98,0-7 0,0-11 0,0-9-806,0 2 1500,0 2 1,0-6-1,0-1 1</inkml:trace>
  <inkml:trace contextRef="#ctx0" brushRef="#br0" timeOffset="1668">1045 324 9396,'-15'0'0,"0"0"158,1 0 0,4 0 1,2-2 92,1-3 1,4 4 0,8-6 189,4 1 0,6 2 0,5-4-348,4 2 0,-1 1 0,2 5 0,-1 0 0,-1 0-47,-3 0 0,3 0 1,-1 0-1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4:08.391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118 74 9525,'-8'8'1772,"-5"5"0,5-5 0</inkml:trace>
  <inkml:trace contextRef="#ctx0" brushRef="#br1" timeOffset="278">89 88 10328,'8'-6'-588,"0"4"139,-3-3 327,-3 4 0,6 1 69,-3 0 0,-2 0 37,7 0 1,-5 0 11,5 0 1,0 0 0,4 0 1,-4 0-16,0 0 0,-5 0 34,5 0 1,-1 0 192,6 0 1,-5 0 516,0 0 1,-5 0-945,4 0 0,-4-2 964,5-3 1,0 4 0,5-6 0</inkml:trace>
  <inkml:trace contextRef="#ctx0" brushRef="#br1" timeOffset="613">295 44 26465,'-8'-6'-1546,"-5"4"0,3-3 2014,-3 4 0,3 1 1,-1 1-1,-4 4 937,-3 5 1,-3 3 0,1 2-1083,-4-1 1,1 8 0,0 1 0,2 1 0,3 1-237,1 1 1,4-3 0,3-1-1,5 0-323,4-4 1,2-4 0,4-4 0,7-5 43,6-3 0,0-2 0,6 0 0,1 0 78,-2 0 1,3-5 0,-7-2 0,-1 1 424,-1-1 1,-3-3 0,-1 4 460,-3-2-705,3 4 0,-13-2 0,0 6-512,-8 0 1,-7 1 0,-3 4-79,-1 5 1,-1 3-1,6 2 1,-1 1-1,0 2 122,0 2 1,2 4 0,2-4 1377,1-2 0,7 3 0,-2-1 0,5-2-1437,5-2 0,3-8 0,8-1 1,4-2-1,3 0-328,0-2 0,5-2 0,-4-2 0,4-2 60,1-2 1,-4-7 0,-2 4-1,-4-2 3,-6 0 1,2 1 0,-7-6 0</inkml:trace>
  <inkml:trace contextRef="#ctx0" brushRef="#br0" timeOffset="1228">648 133 9040,'0'-20'766,"0"0"0,0 2 178,0 2 0,0 1 0,0 1 4758,0-1-5116,0 7 0,0 26 0,1 16-389,4 8 0,-3 4 0,3-2 0,-4 0 0,-1-1-279,0-4 0,0-3 0,-1-7-525,-4 1 0,3-2 1,-3-4-1,2-4 2472,-2-4 1,2-8 0,-5-4-1610,1-8 0,2-10-274,5-11 1,-6-3-1,-2-1 1</inkml:trace>
  <inkml:trace contextRef="#ctx0" brushRef="#br1" timeOffset="1511">618 118 19574,'7'-15'3910,"-5"5"0,4 2-3561,1 2 0,-4 2 1,7 11-1,1 6-1127,2 5 0,2 8 1,0-1-1,-1 2 423,1 3 0,0-1 1,1 1-1,2-1-915,2 0 0,-1-4 0,-4-2 0,-2-2 1223,-3-3 1,3-2 0,-3-3-603,3-3 1,-4-3-1,0-9 236,-3-3 0,-1-3 0,-5-8 1,0-2-142,0-2 0,0-6 1,0 3-1,0-1-27,0-1 1,0 1 0,0-6 0,0 2 486,0 4 0,0-2 0,0 6-371,0 2 77,0 2 1,0 9 473,0 7-86,7 7 0,-6 8 0,6-1 0</inkml:trace>
  <inkml:trace contextRef="#ctx0" brushRef="#br0" timeOffset="1745">1118 0 9019,'15'0'903,"-7"7"71,-3 3 1,2 3 0,-3 3 0,0 2-53,-3 1 1,-1 13 0,0-1 0,2 5-439,3 4 1,-4 1 0,4 0-1,-3-2 15,-2 2 0,0-5 1,2-3-1,1-7-1934,2-7 0,0-2 533,-5-3 1449,0-5 0,0-22 0,0-12 1</inkml:trace>
  <inkml:trace contextRef="#ctx0" brushRef="#br0" timeOffset="1944">1133 59 9563,'8'0'2378,"-1"0"1,-2-2 0,1-1 0,2-2-1593,4 2 1,1-4-1,3 1 1,2-1-451,2 1 0,1 1 1,-3 5-1,1 0 181,-1 0-431,5 0 0,0 0 0,7 0 1</inkml:trace>
  <inkml:trace contextRef="#ctx0" brushRef="#br1" timeOffset="2128">1133 353 16834,'2'-13'3276,"2"2"1,6 2 0,3 1-1812,2 0 1,1 3-1374,4-5 1,3 1 0,6-6 0</inkml:trace>
  <inkml:trace contextRef="#ctx0" brushRef="#br0" timeOffset="2430">1545 15 9026,'-5'10'222,"0"-1"1,-2 1-1,4 5 1,-2 1 665,2 4 1,1 3 0,2 8 0,0 2-962,0 1 0,5 2 0,2-4 0,-1 3-378,1-3 0,2-1 0,-4-3 0,0-3 41,2-6 0,-6-2 37,4-3 333,-3-5 0,-2-6 0,0-11 0,0-9 0,0-2 51,0-3 1,-2-5 0,-1-1 0,-2-5 104,2 1 1,1-1 0,2 0-1,0-1-73,0 1 1,5 2-90,0 2 1,7-7-1,-4-2 1</inkml:trace>
  <inkml:trace contextRef="#ctx0" brushRef="#br1" timeOffset="2594">1648 15 21061,'14'6'0,"1"4"-886,0 3 0,-1 7 0,-1 1 0,-1 2 1108,-2 3 1,-2 7 0,3 3-1,-3 1 291,-1 4 0,3-3 0,-4-1 0,1-1-163,-1-3 1,-1-4 0,-3-4 0,1-6-2661,2-2 1519,0-3 938,-5-5 1,0-4 0,0-10 167,0-5 0,0-3 1,0-2-1</inkml:trace>
  <inkml:trace contextRef="#ctx0" brushRef="#br0" timeOffset="2846">1559 338 8978,'-8'-6'78,"0"4"1,5-4-17,-2-1 0,0 4 0,7-5-36,2 1 0,5 2 0,5 5 0,1-1-15,0-4 1,-1 3-1,1-3 260,0 4 1,0 1 2636,-1 0-2585,-6 0 0,5 0 0,-4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4:37.985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0 528 18733,'7'8'-1203,"3"-1"0,11-7 0,8 0 2099,9 0 0,18-5 0,11-2-429,13-1 1,11 3-1,-38 1 1,2-2-1,2 1 1,0 1 0,3-1-1,0 0-847,1-1 0,0 2 0,-1 2 0,-1 1 0,-3-2 0,-2 1 0,-3 0 1,1 1 135,-2-2 0,1 1 0,1 1 0,0 0 0,0-1 0,-1-1 0,44 2-40,-8 1 1,-7 0 0,-5 0-1,2 0 31,1 0 1,1 0 0,-8 0 79,-2 0 0,-4 1 1,-9 2-1,-7 2 1,-10-1-48,-6-3 0,-10-1 1,-4 0 4776,-2 0-3883,-3 0 0,-7 0 1365,-7 0 10,-7 0-1537,-1 0 0,-11 0 1,2 0-1</inkml:trace>
  <inkml:trace contextRef="#ctx0" brushRef="#br1" timeOffset="915">706 160 9745,'0'15'0,"0"1"985,0 4 0,-1 3 0,-3 10 0,-2 6 335,-2 10 1,3 6 0,-3 6-1351,1 3 0,2-11 0,5 1 0,0-8 0,0-7-851,0-4 1,0-4-1,0-4 268,0-2 1,2-9-142,3-6 625,-4-7 0,6-3 1,-7-9-1,0-6 129,0-5 0,0-3 0,-2-6 0,-1-2-402,-2-3 0,0 1 0,5-6 0,0-2-47,0-2 1,0-1 0,0 0 0,0 0 500,0 0 0,0 2 0,0 1 0,0 1 560,0 0 1,2 4-1,1 1 1,4 4-290,1 2 0,0 1 1,3 4 1477,-1 4 1,-5 10-1463,5 5 1,-7 10 0,0 7-1,-6 4 286,-7 4 0,-3 4 1,-3-3-1,-4 2 127,-4 3 1,-4-3 0,-1 3 0,-2 4-822,-4 2 0,3 3 1,-8-4-1,0 1 1171,-3 3 1,-1-1 0,0-4-1,1-3-1030,4-2 0,3 1 1,7-8-1,1-3-463,4-4-613,9-8 0,8 5 0,9-4 857,3 1 1,5 4-1,8-2 1,1 1-372,-1 4 0,5 1 0,2 1 0,1 1-271,-2 0 1,4 1 0,-4 2-1,3 2 809,-3-2 0,2 3 0,-5-2 0,1-1-1170,-1-1 0,-1-3-365,-6 1-42,1 0-776,-7-7 2128,-1-1 99,-7-7 0,6-7 1,2-1-1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4:52.7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190 59 9161,'0'10'0,"0"0"0,0 1 0,-2 2 0,-1 4 0,-3 4 0,-3 8 0,-2 9 0,5 4 0,1 2 0,3 1 0,2-1 0,0 3 0,2-3 0,3-6 0,4-6 0,6-4 0,5-3 0,2-6 0,1-2 0,5-4 0,-3-4 0,2-4 0,-2-3 0,-2-2 0,-2 0 0,-3 0 0,-8-7 0,-5-2 0,-4 1 0,-1-2 0,0-2 0,0-1 0,-6-8 0,-2-2 0</inkml:trace>
  <inkml:trace contextRef="#ctx0" brushRef="#br0" timeOffset="183">219 441 9161,'-9'0'0,"-1"0"0,5 0 0,-5 0 0,9 0 0,1-1 0,8-4 0,5 3 0,3-4 0,2 1 0,2 0 0,4 0 0,-4 3 0,-2-1 0,-2-2 0,-1 0 0,0 5 0,-1-6 0,1-2 0</inkml:trace>
  <inkml:trace contextRef="#ctx0" brushRef="#br0" timeOffset="383">102 221 9161,'-15'-2'0,"0"-1"0,1-2 0,-1-5 0,0 4 0,1-2 0,5 3 0,5-5 0,4 0 0,4 2 0,6 0 0,10 5 0,6-2 0,7 1 0,3 1 0,4 0 0,0-2 0,1 2 0,-6 1 0,8 9 0,-5 1 0</inkml:trace>
  <inkml:trace contextRef="#ctx0" brushRef="#br0" timeOffset="617">528 265 9161,'13'15'0,"-1"-1"0,12 1 0,2 0 0,2 0 0,6-1 0,2 1 0,0 0 0,0-1 0,-1 1 0,-6 0 0,-1-2 0,-4-3 0,-9-4 0,5-6 0,-4 0 0</inkml:trace>
  <inkml:trace contextRef="#ctx0" brushRef="#br0" timeOffset="783">984 250 9161,'-15'0'0,"1"2"0,-1 3 0,0 5 0,-6 3 0,-4 3 0,-4 4 0,-5 4 0,3 9 0,-4 1 0,6-1 0,5-2 0,2-7 0,9-1 0,3-2 0,5-3 0,4-8 0,7-3 0,3-7 0</inkml:trace>
  <inkml:trace contextRef="#ctx0" brushRef="#br0" timeOffset="1101">1219 177 9161,'-8'6'0,"3"4"0,4 15 0,1 6 0,0 6 0,0 9 0,0 5 0,1 7 0,2 1 0,2 0 0,7-2 0,-2-1 0,3-6 0,1-4 0,-1-5 0,-1-13 0,-2-4 0,1-4 0,-3-5 0,2-6 0,-7-9 0,2-9 0,-3-4 0,-2-2 0,-5-5 0,-2-1 0,-1-2 0,-3-3 0,3-7 0,-2-1 0,0-7 0,-5 4 0</inkml:trace>
  <inkml:trace contextRef="#ctx0" brushRef="#br0" timeOffset="1300">1263 397 9161,'5'-29'0,"2"1"0,-1 2 0,2 2 0,1-3 0,-4 6 0,4 0 0,3 1 0,1 1 0,6 6 0,1 8 0,-2 3 0,-2 2 0,4 3 0,0 6 0,-2 7 0,-2 5 0,-8 4 0,-1 4 0,-1 0 0,-4 1 0,1-2 0,-6-2 0,-7-2 0,-3 2 0,-3 1 0,-2-3 0,-2-3 0,2 1 0,0-6 0,0 3 0,-2-2 0,1-9 0,4-3 0,7-5 0,3-5 0,10-10 0,3-8 0</inkml:trace>
  <inkml:trace contextRef="#ctx0" brushRef="#br0" timeOffset="1550">1704 192 9161,'0'14'0,"0"1"0,-4 0 0,-1-1 0,0 3 0,-2 2 0,6-1 0,-6 5 0,2 0 0,0 0 0,0-5 0,5 1 0,0-2 0,0-3 0,0 1 0,2-2 0,3-3 0,-2 1 0,7-6 0,0-1 0,3-9 0,-3-5 0,-2-3 0,-5-2 0,4-1 0,-1-2 0,1-2 0,4-4 0,-3 3 0,2-1 0,0 1 0,-2 1 0,3 6 0,-1-1 0,2 0 0,1 2 0,1 3 0,1-9 0,0 3 0</inkml:trace>
  <inkml:trace contextRef="#ctx0" brushRef="#br0" timeOffset="1869">1954 339 9161,'10'13'0,"0"-4"0,-5 3 0,5-7 0,-5 0 0,3-7 0,0-1 0,0-2 0,2-5 0,5 4 0,-1-3 0,1-2 0,0 3 0,-2-2 0,-2-1 0,-1-3 0,0 0 0,5-1 0,-2 0 0,-4 1 0,0-1 0,-6 0 0,2 1 0,-2 5 0,-8 4 0,-5 4 0,-3 2 0,-1 4 0,-3 5 0,-2 3 0,2 4 0,-2 1 0,2 1 0,-2 6 0,1-4 0,3 0 0,4 2 0,-1 0 0,6-5 0,1 3 0,3 0 0,2-4 0,0 2 0,2-2 0,3-3 0,4 1 0,4-5 0,2-2 0,0-2 0,6-1 0,2-11 0,6-2 0</inkml:trace>
  <inkml:trace contextRef="#ctx0" brushRef="#br0" timeOffset="2171">2528 265 9161,'6'-15'0,"-4"1"0,4-1 0,1 0 0,-5 5 0,1 2 0,-6 2 0,-4-1 0,-6 4 0,0-2 0,-3 2 0,-2 3 0,3 3 0,0 4 0,1 1 0,-1 0 0,2 3 0,1-1 0,3 2 0,5 1 0,-1 1 0,4 3 0,1 2 0,1-2 0,3 2 0,2-2 0,2-3 0,1 1 0,2 1 0,-1 2 0,1 2 0,-3-1 0,1-4 0,-3 0 0,-1 0 0,-5-1 0,0 1 0,0 0 0,-2-2 0,-3-2 0,-4-1 0,-4-7 0,-2 2 0,0-3 0,2-4 0,3-3 0,4-3 0,6-7 0</inkml:trace>
  <inkml:trace contextRef="#ctx0" brushRef="#br0" timeOffset="2519">2851 280 9161,'0'-15'0,"0"5"0,-1 2 0,-4 2 0,-3-1 0,-7 4 0,0-2 0,-1 0 0,-2 5 0,-3 2 0,-2 2 0,5 0 0,-2 6 0,5 1 0,6 2 0,4 2 0,3-1 0,4 3 0,4 1 0,9 1 0,1 1 0,9-5 0,1-1 0,-3-4 0,1 0 0,1 1 0,-2 2 0,-2-3 0,-6-2 0,-1 1 0,1-1 0,-7-3 0,-3 4 0,-15 0 0,-6 0 0,-5-4 0,1-1 0,-4-1 0,-1 2 0,2-2 0,4-1 0,2-2 0,3 0 0,-1 0 0,7-2 0,3-3 0,3-5 0,15-3 0,-3-1 0,11-1 0</inkml:trace>
  <inkml:trace contextRef="#ctx0" brushRef="#br0" timeOffset="2683">3086 309 9161,'9'10'0,"-4"0"0,-4 1 0,-1 2 0,2 2 0,3 0 0,-4-1 0,4 1 0,-3 0 0,-1-1 0,4 1 0,-3-7 0,11 5 0,-5-4 0</inkml:trace>
  <inkml:trace contextRef="#ctx0" brushRef="#br0" timeOffset="2833">3072 59 9161,'-20'-6'0,"1"-4"0,-1-2 0,5 3 0,7 2 0,2 1 0,6-3 0</inkml:trace>
  <inkml:trace contextRef="#ctx0" brushRef="#br0" timeOffset="3433">3616 309 9161,'-7'-15'0,"4"6"0,-5-1 0,0 0 0,-1 2 0,5-4 0,-8 8 0,-3 0 0,-3 4 0,0 5 0,-4 3 0,-1 9 0,-2 1 0,1 1 0,6 7 0,-2-3 0,4 2 0,1-1 0,7-6 0,3 2 0,3-4 0,2-1 0,7-2 0,4-2 0,7-2 0,7-3 0,3-1 0,1-5 0,0-2 0,1-3 0,-2 2 0,-2-7 0,-3-1 0,-2-2 0,-2 3 0,-5-1 0,-5-4 0,-4-3 0,2-2 0,-2 4 0,-2-4 0,-8 4 0,-5-4 0,-3 4 0,-3 3 0,-4 3 0,4-1 0,-4 6 0,4 2 0,1 1 0,1 2 0,-1 0 0,7 7 0,4 1 0,8 0 0,4 5 0,13-11 0,2 4 0</inkml:trace>
  <inkml:trace contextRef="#ctx0" brushRef="#br0" timeOffset="3733">3807 221 9161,'15'-8'0,"-1"1"0,1 7 0,-7 2 0,-3 4 0,-2 7 0,2 5 0,-3 9 0,3-3 0,-4 4 0,-1 1 0,0 6 0,0-3 0,0-2 0,0-4 0,0-3 0,0 1 0,0-4 0,0-4 0,7-8 0,-4-3 0,5-10 0,-1-5 0,4-4 0,-1-6 0,3-3 0,2 0 0,1-4 0,2 4 0,2 0 0,-2 3 0,-2 4 0,0 3 0,2 1 0,2 3 0,0 7 0,-6 2 0,1 8 0,-2 10 0,-1 3 0,-4 1 0,-2-1 0,1 3 0,-4-2 0,2-1 0,-2 0 0,-1-1 0,-2-6 0,0 1 0,0-7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4:50.1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97 9161,'0'-15'0,"0"0"0,0 6 0,-1-1 0,-4-2 0,3 7 0,-3 5 0,4 9 0,1 10 0,0 7 0,0 7 0,0 5 0,0 6 0,1 0 0,4 0 0,-2-5 0,6-1 0,-1-2 0,0-4 0,-3-1 0,3-3 0,-1-3 0,4-4 0,-9-15 0,3-6 0,-4-8 0,-1-10 0,-1-3 0,-4-2 0,3-1 0,-3-6 0,3 1 0,1-2 0,-4-4 0,3 4 0,-3-3 0,4 3 0,1 2 0,1 4 0,4 1 0,3-3 0,1 0 0,5 4 0,-1 3 0,5 4 0,4 3 0,-4 1 0,1 4 0,-1 3 0,-2 7 0,-1 5 0,0 7 0,-2 1 0,-3 0 0,1 4 0,-6 2 0,-2 1 0,-1-1 0,-2 0 0,0-3 0,0 2 0,-2-1 0,-3-4 0,-4 0 0,-4-1 0,-2 1 0,0 0 0,0-2 0,-1-2 0,-3-1 0,1-5 0,-5 3 0,1-1 0,3-2 0,4-5 0,0 0 0,1 0 0,6 0 0,3-2 0,10-1 0,4-2 0,4 2 0,2 1 0,2 2 0,0 2 0,3 2 0,0 3 0,-4 4 0,2-1 0,2 2 0,-1 1 0,-4 1 0,0 1 0,-1 0 0,1 0 0,0-1 0,-2-4 0,-3 0 0,-4-7 0,-6 4 0</inkml:trace>
  <inkml:trace contextRef="#ctx0" brushRef="#br0" timeOffset="350">383 376 9161,'8'7'0,"-1"-6"0,-6 6 0,4-7 0,3 0 0,7-2 0,0-3 0,-1 2 0,1-7 0,0-1 0,0-2 0,-2-2 0,-2 0 0,-3 1 0,-1-1 0,3 0 0,-6 0 0,0 1 0,-4-1 0,-5 2 0,-5 3 0,-5 5 0,-1 10 0,1 5 0,-8 3 0,10 3 0,0 2 0,2 2 0,3 6 0,-4-3 0,2 0 0,7 5 0,-2-6 0,4 3 0,1-2 0,0-2 0,6-1 0,4-6 0,5-1 0,4-3 0,4 2 0,7-7 0,-1-1 0,0-4 0</inkml:trace>
  <inkml:trace contextRef="#ctx0" brushRef="#br0" timeOffset="765">839 288 9161,'-7'-15'0,"4"2"0,-5 2 0,0 2 0,-1 3 0,4 1 0,-4 5 0,-3 0 0,1 2 0,-1 3 0,3 6 0,-3 7 0,1 0 0,-1 6 0,2 3 0,-1 0 0,3-2 0,0-2 0,1-2 0,4-3 0,1-2 0,2-1 0,0 0 0,7-2 0,3-3 0,3-6 0,1-2 0,1-8 0,-2-6 0,-1-4 0,-3-4 0,1-4 0,3 2 0,-1 1 0,-3 0 0,0 1 0,2 6 0,-1-1 0,0 7 0,4 5 0,1 6 0,-2 13 0,-3 12 0,-3 6 0,-1 4 0,-4 1 0,3 7 0,-4 1 0,-1 2 0,0 0 0,-1-5 0,-4 0 0,-3-8 0,-7-5 0,0-6 0,0-4 0,1-3 0,-6-3 0,0-5 0,1-6 0,-2-2 0,4-2 0,-2 0 0,2 0 0,3-5 0,1-1 0,3-3 0,3 0 0,7-6 0,2 0 0,3-1 0,5-4 0,4 4 0,6-4 0,-4-9 0,5-2 0</inkml:trace>
  <inkml:trace contextRef="#ctx0" brushRef="#br0" timeOffset="1097">1030 244 9161,'8'0'0,"-1"1"0,-7 4 0,1 5 0,4 3 0,-3 2 0,3 1 0,-2 2 0,2 2 0,-4 4 0,6-4 0,-2-2 0,0-2 0,5-1 0,-4 0 0,2-2 0,4-4 0,-4-2 0,2-7 0,1-2 0,2-3 0,2-3 0,0-8 0,-1-4 0,1-4 0,0 1 0,-1 0 0,-1 0 0,-3 0 0,3 5 0,-3-1 0,-3 11 0,-2 8 0,-4 9 0,-1 9 0,2 0 0,1 7 0,2-1 0,-2-1 0,4 3 0,-2-4 0,0-1 0,1 0 0,-4-1 0,4-7 0,1-3 0,-4-6 0,5-8 0,-1-6 0,4-10 0,-3-3 0</inkml:trace>
  <inkml:trace contextRef="#ctx0" brushRef="#br0" timeOffset="1296">1486 9 9161,'0'14'0,"0"1"0,0 0 0,0-1 0,0 6 0,0 1 0,0 2 0,0 3 0,0 2 0,0 3 0,1 2 0,4 1 0,-3 0 0,4-6 0,-1-2 0,0-1 0,5-6 0,-5 4 0,-2-2 0,-1-3 0,-2 4 0,0-3 0,0-1 0,5-2 0,0-1 0,-1-2 0,3-3 0,-5 3 0,11-11 0,-5 4 0</inkml:trace>
  <inkml:trace contextRef="#ctx0" brushRef="#br0" timeOffset="1716">1956 303 9161,'0'-15'0,"-5"5"0,-1 0 0,-1-1 0,1-2 0,-1 3 0,2 2 0,-3 0 0,0-1 0,-5 6 0,3-2 0,-3 4 0,-2 1 0,-4 0 0,-3 1 0,-1 4 0,-3 5 0,-1 10 0,-1 2 0,3 1 0,-1 5 0,8-3 0,3 1 0,6 0 0,2-2 0,2-6 0,5 4 0,0-1 0,12-5 0,4 2 0,4-6 0,1-8 0,5-2 0,-3-4 0,0-2 0,3-3 0,-5-4 0,0 1 0,1-2 0,-4-1 0,-2-1 0,-3-1 0,-2 0 0,-1 0 0,-5 1 0,5-1 0,-7 7 0,4 3 0,-7 10 0,0 5 0,0-2 0,0 2 0,0 1 0,0 2 0,1 2 0,3 0 0,0-1 0,1-4 0,-5 0 0,0-7 0,2 2 0,3-10 0,-3-3 0,4-7 0</inkml:trace>
  <inkml:trace contextRef="#ctx0" brushRef="#br0" timeOffset="1947">2015 229 9161,'2'-8'0,"2"3"0,-2 5 0,3 5 0,-2 5 0,2 3 0,-3 8 0,4 2 0,-1 1 0,0 1 0,5-1 0,-4 4 0,1-2 0,0-1 0,2-7 0,-2 1 0,1-2 0,-3-4 0,5-3 0,1-6 0,1-8 0,-1-6 0,-1-3 0,1-2 0,1-5 0,-1-1 0,-1 0 0,1 0 0,2-4 0,0 6 0,-1 2 0,-2 6 0,-5-2 0,4 3 0,-5 3 0,2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5:05.09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265 1882 8912,'-8'0'0,"3"0"0,10 0 0,3-5 0,9-1 0,2-4 0,9-5-5,10-3 1,7-9 0,17-1-1,5-6 4,7-4 1,8-1 0,-4-4-6,-1 4 0,-4-2 0,-4 9 0,-4 1 0,-1 3-8,0 2 0,-1-5 0,-4 6 0,0-3 4,0-1 0,0-5 0,-2-1 0,-2 1 3,-1-2 1,0 5 0,7-5 4,2 0 1,-1 0 0,5-5 0,-1 4 1,-4 1 0,-2-5 0,-3 2 0,-3-4 0,-5 1 0,-3 3 0,3 1 0,0 5 0,-2 1 0,-1 4 0,-8 7 0,-4 9 0,-3 3 0,-3 4 0,-4-4 0,-4 3 0,-4 3 0,1-4 0,1 2 0,1 0 0,-1 0 0,-1 1 0,-3-6 0,-1 3 0,-1 1 0,-2-1 0,-1-4 0,6 3 0,-7-1 0,-1 3 0,-17 12 0,-1 3 0,-1 0 0,-1 1 0,-7 0 0,-2 5 0</inkml:trace>
  <inkml:trace contextRef="#ctx0" brushRef="#br0" timeOffset="1314">45 0 9212,'-10'0'380,"0"0"0,5 0 1026,-5 0-641,7 0-331,-3 0-282,12 0 0,-3 0 14,7 0 0,-5 2-331,5 3 0,0 2 0,3 4 0,0-1 100,2 1 1,-4 2-1,9 2 1,-2 1 31,1 4 0,4-2 0,8 5 0,3-2-120,6-3 1,7 3 0,5-1 0,5-1-43,9 3 0,2-6 0,1 4 0,-5-2 19,-4 1 1,-6-1 0,-2 5 0,-1 0 20,-4 0 0,-6-4 1,-2 4-1,4 0-12,4 0 1,4-5 0,4 3 0,-1-1 163,2-1 1,1 1 0,2-5 0,-2-1 2,-3 1 0,-3 5 0,-7 1 0,1 2 0,4 3 0,-8 2 0,2 1 0,-6 0 0,-4 1 0,5 1 0,-1 2 0,1 1 0,-4-1 0,-1-7 0,-1-3 0,4-2 0,2-3 0,-4 3 0,5-1 0,2-2 0,2-2 0,3-1 0,1-1 0,0 1 0,-4 0 0,1 1 0,-7 2 0,3 2 0,-1-2 0,-11-4 0,3-2 0,0-2 0,1 1 0,-2 0 0,-6 1 0,1-2 0,-2 1 0,-2 1 0,-6-1 0,-1-1 0,1 1 0,-2 2 0,-3 2 0,1 0 0,-4-2 0,1-3 0,-3-4 0,5-4 0,1 3 0,-3-4 0,2 4 0,2-3 0,1-2 0,1 0 0,-4 0 0,0 0 0,0 0 0,-2 0 0,-2 0 0,-6 0 0,0-2 0,0-3 0,0 4 0,-6-12 0,-2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5:37.866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234 162 8689,'10'-5'0,"-1"1"0,-4-1 0,3 3 0,-1-3 0,0 2 0,-3-7 0,-2 5 0,3-5 0,-3 5 1,-2-4 1,-2 0 28,-3 0 1,-3 2 0,-7 7 0,-1 2 0,-2 3 84,-2 4 1,-6 6-1,3 3 1,-1 3 23,-1 2 1,2 2-1,-1 6-70,4 3 1,4-3 0,3 3 0,3-3-53,5-1 0,5-2 1,7-2-1,7-3 1,9-4-79,5-6 1,2 0 0,-1-8 0,0-1-96,1-3 1,-6-1 0,-1 0 0,-2 0 14,-3 0 0,-1 0 19,-3 0 108,-5-6 0,-5 4 1,-8-3 12,-6 4 1,2 1 0,-2 0-14,6 0 1,-2-7 0,6-1 0</inkml:trace>
  <inkml:trace contextRef="#ctx0" brushRef="#br1" timeOffset="299">587 89 25298,'1'21'0,"3"4"-359,0 2 0,8 9 0,-4 3 0,2 4 0,0 1-561,1 0 0,-3 0 0,2-1 0,0-4 852,-2-5 0,3-8 0,-4-3 0,0-1 3677,-1-5-3794,-1-7 1,-5-5 0,0-10 246,0-5 1,0-3-1,0-1 1</inkml:trace>
  <inkml:trace contextRef="#ctx0" brushRef="#br0" timeOffset="547">587 206 9194,'-10'-1'877,"0"-2"-386,-1-2 1,4-2 0,1 4 569,-1-2 0,7-5 0,0 4-105,8-3 0,7 5 1,3-5-1,3 3-422,2 3 0,-3-1 1,2 1-328,0-2 1,2 0 0,-4 5 0,-2 0 0,-2 0 87,-1 0 0,0 0 1337,-1 0-1382,1 0 1,-7 7-1,-1 1 1</inkml:trace>
  <inkml:trace contextRef="#ctx0" brushRef="#br0" timeOffset="781">675 353 8762,'-10'14'683,"0"-5"-609,7 4 1,-2-11 0,10 3-72,5-3 0,3-7 1,3 0-1,2 0-3,2-2 0,-1 6 0,-4-6 0,0 2-62,0 0 0,-2-1 0,-2 3-66,-1-2 0,-2-2 128,2 2 0,9 4 0,-2-6 0</inkml:trace>
  <inkml:trace contextRef="#ctx0" brushRef="#br0" timeOffset="1597">1395 89 9759,'8'0'6751,"1"0"-3897,-4 0-2170,-4 0 0,6-2 1083,-7-3 0,0 2-1504,0-7 0,0 5 0,0-4 0,-2-1-604,-3 2 1,-3-6 0,-7 6 220,1 0 0,-1 2 1,0 6-1,1 0 547,-1 0 1,0 0-1,-1 1 1,-2 4-121,-2 5 1,-1 10 0,3 2 0,-2 5-9,2 2 1,2-1 0,1 9 0,1-1-19,-1-3 0,7 3 0,3-2 0,3-1-1327,2-2 0,2-7 1,3-2-1,5-4 339,3-5 0,1-4 0,1 1 1,0-5 1507,-1-3 0,1-2 0,0 0 0,0 0-1138,-1 0 1,1 0-1,-2-2-92,-3-3 1,1 2 0,-4-5 0,-1 0-2537,1-1 2265,-2 0 0,-5-6 1,0 0-1</inkml:trace>
  <inkml:trace contextRef="#ctx0" brushRef="#br0" timeOffset="1863">1219 383 8993,'-10'8'392,"2"-1"198,1-1-168,-4-4 1,11 4-1,0-7-307,8-4 1,5 1 0,2-4 0,1 0-71,4 0 1,-4 5 0,4-4 0,-2 2-174,1 0 1,-7 0-1,2 5 1,0 2-17,-1 3 1,1 5-1,-1 8 131,-3 1 0,-3 3 0,-6-4 1,3 3 172,1 2 0,-1 0 0,-4 3 0,0-3-1509,0-2 1651,0-2 1,-6 3 0,-2 1 0</inkml:trace>
  <inkml:trace contextRef="#ctx0" brushRef="#br1" timeOffset="1936">1425 648 23247,'0'14'0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5:41.462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59 603 9113,'5'-9'682,"0"-1"1594,-1-2 0,2 4 2059,-1-2-3629,0 7 0,-5-2 0,0 10-560,0 5 1,-2 0-1,-1 3 1,-4 3 76,-1 0 0,3 2 0,-3 0 0,0 4-5,0 0 1,0-4-1,-2 2 296,5-4 1,-3 6 0,0 0 0</inkml:trace>
  <inkml:trace contextRef="#ctx0" brushRef="#br1" timeOffset="867">603 74 22974,'-4'-10'-3296,"-1"0"0,-7 6 3780,2-6 1,-3 6 0,-1 0-1,-1 2 46,0 2 1,1 8 0,-1 5 0,0 7 52,0 3 1,2 1 0,2 7 0,1 2-359,-1 1 0,4 0 1,2-4-1,4-1-224,1 1 0,1-7 1,4-4-1,5-3-366,3-1 1,3-2-1,2-3 1,4-5 317,0-3 0,-4-2 1,2 0-1,-4 0 320,-1 0 0,0-2 351,-1-3 1,0 2-771,-5-7-71,-2 7 0,-14-10 0,-1 4 0</inkml:trace>
  <inkml:trace contextRef="#ctx0" brushRef="#br0" timeOffset="1352">795 30 9350,'-2'8'0,"-1"-1"10,-2-1 0,-5 2 0,5 7 0,0 1 11,-1 4 1,4 3 0,-3 6 0,4 1-11,1-1 0,0 0 1,0 1-1,0-2-11,0-4 0,0 2 0,0-6 0,0-2 0,0-7 0,0-1 0,0-8 0,0-2 0,0-8 0,0-6 0,0-2 0,0-3 0,0-6 0,0 2 0,0-1 0,0-2 0,0-2 0,4 0 0,3 3 0,-1 6 0,1 3 0,0 1 0,-3 2 0,6 3 0,-2 3 0,2 7 0,2 4 0,-1 4 0,-1 7 0,3 9 0,-3 1 0,3 2-16,2 3 0,4-1 0,1-1 0,-2-4-72,-2-4 0,-1-4 0,-2-1 0,-2-2-4,-1-3 0,-5-4 70,5-6 0,-2-1 1,2-4-1,-5-5 17,-4-3 0,-1-3 1,0-4-1,0-3 5,0 0 0,0-3 0,0 7 0,0-1 0,0-1 0,0 4 0,0-2 0,0 3 0,0 1 0,0 0 0,0 0 0,0 7 0,0 2 0,7 12 0,1 2 0</inkml:trace>
  <inkml:trace contextRef="#ctx0" brushRef="#br0" timeOffset="1617">1324 1 9818,'0'21'0,"0"2"0,2 6 0,1 2 0,2 3 0,5 4 0,-4 4 0,1-1-14,-1-2 1,4-1 0,-4 1-1,1-4-206,0-4 1,2-4-1,-4-2-144,-2-6 334,6-9 1,-8-5-1,4-10 1,-3-5 29,-2-3 1,0-1-1,0-3 1,0-1-1,0-1 0,0-7 0,0 3 0</inkml:trace>
  <inkml:trace contextRef="#ctx0" brushRef="#br0" timeOffset="1851">1324 74 9238,'-8'-2'0,"3"-3"0,5-1 0,5-4 0,0 4 0,8 4 0,3-1 0,0-2 0,6 0 0,-1 5 0,0 0 0,0 0 0,1 0 0,-4 0 0,1 0 0,1 0 0,-6 0 0,1 0 0,-7 6 0,-3 4 0,3 3 0,1 2 0</inkml:trace>
  <inkml:trace contextRef="#ctx0" brushRef="#br0" timeOffset="2101">1339 295 8767,'-15'8'-5,"0"-3"0,5-4 0,2 1 5,2 3 0,1-4 0,11 6 0,4-7 0,3 0 0,8 0 0,4 0 0,1 0 0,0 0 0,-1 0 0,-2 0 0,1 0 0,-4 0 33,-4 0 0,-1 0 0,-1 0 116,1 0-78,0 0-71,-7-7 0,-1 6 0,-7-6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5:46.713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250 66 8860,'8'-6'29,"-3"-4"1,-3 2 0,-4-1-25,-3 3 1,2 1-1,-7 5 1,-1 0-4,-2 0 0,3 0 0,0 0 0,-3 0-2,-5 0 0,2 7 0,-4 4 0,4 5 2,1 4 0,-5 6 0,1-3 0,2 1 16,6 1 0,-2-1 1,5 6-1,0-1 0,3 1 1,3-7-1,4-2 1,3-3-13,4-4 0,6 3 1,3-12-1,3-2-8,2-1 1,0-2 0,3 0 0,-3 0-20,-2 0 1,-1-5-1,-5-2 1,-1 1-8,1-1 1,-5 1 19,0 1 8,-7 3 0,2-4 0,-10 6 0,3 0 0,-11 0 0,5 0 0</inkml:trace>
  <inkml:trace contextRef="#ctx0" brushRef="#br1" timeOffset="468">456 37 29452,'-2'-8'-8034,"-1"4"7335,-2 8 1,0 4 0,5 8 0,0 2 218,0 2 0,2 6 1,1-2-1,4 4 376,1 1 1,0 1-1,3-2 1,-1-2 217,2-2 1,1-11 0,3 2 0,2-3 340,2-4 1,-1-2 0,-4-7-1,0-4-504,-1-5 1,-4-8 0,0-2 0,0 1 259,-2-3 0,3 0 0,-6-8 0,0 2-836,2 4 1,-6-2 0,4 5 82,-3-2 0,-1 5 239,4-2 0,-3 12 59,3 8 1,-3 13 0,-2 11 0,0 4-66,0 2 1,0-1 0,0 2-1,0 2 1,0 1-608,0-1 1,0-1 0,-2 1 754,-3 1 0,2 1 1,-5-6-1,-1 1 0,1-1 291,-3 0 1,3 1 0,-2-2-1,-2-4 29,-1-4 0,4-6 0,0-2 0,1-4 87,0-2 0,5-2-285,-2-9 0,3-3 0,4-7 0,3-1 42,5-4 0,3-3 1,1-6-1</inkml:trace>
  <inkml:trace contextRef="#ctx0" brushRef="#br0" timeOffset="835">956 22 9263,'5'-10'0,"0"0"0,-1 9 0,-4 1 0,2 10 0,3 8 0,-2 1 0,5 9 0,-1 3 0,0 3 0,-4-1 0,2 3 0,0 0 0,1 0 0,-4 0 0,3-4 0,-4 3 0,-1-3 0,5-7 0,0-6 0,-2-2 0,-1-2 0,0-7 0,3-3 0,-2-5 0,5-7 0,0-6 0,0-5 0,2-10 0,5 0 0,0-6 0,-1-3 0,1-3 0,1-4 0,2 2 4,2 3 1,1 3 0,-3 6 0,2 3 32,-2 2 0,-2 4-36,-1 6 1,-6 7 0,0 5-12,-3 6 0,-1 5-70,-5 7 0,0-1 80,0 1 0,-6 0 0,-3 0 0</inkml:trace>
  <inkml:trace contextRef="#ctx0" brushRef="#br0" timeOffset="1082">1162 301 8737,'-15'0'-3,"5"2"3,0 3 0,7-3 0,3 6 0,11-5 0,6 4 0,2 1 0,3-3 0,-4 4 0,3 3 0,2 1 0,-5 2 0,3-1 0,-1 1 33,-1 0 1,1-1 0,-6 1-1,1-2 45,0-3 0,-5 1 0,-2-4 61,-2 1-139,-1-5 0,-5 4 0,0-7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6:17.4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59 330 9701,'0'-14'0,"0"4"0,0 0 0,0-1 0,0-2 0,0-2 0,2 0 0,1 0 0,2 1 0,0-1 0,-5 0 0,0 1 0,0 4 0,0 0 0,0-1 0,0 2 0,0 0 0,5 7 0,0 2 0,0 7 0,-5 11 0,0 4 0,0 8 0,0 11 0,0 1 0,1 6 0,4-1 0,-3-3 0,3-3 0,-2-2 0,0-1 0,2-6 0,2 1 0,-4-13 0,2-2 0,-2-2 0,0-3 0,2-3 0,-3-10 0,3-10 0,-4-3 0,-1-2 0,0 0 0,-6-6 0,-2-2 0</inkml:trace>
  <inkml:trace contextRef="#ctx0" brushRef="#br0" timeOffset="333">15 198 9701,'-8'-15'0,"3"1"0,3 4 0,4 0 0,5 0 0,7 2 0,3 0 0,9 5 0,3-2 0,4 1 0,1 3 0,-4 1 0,-3 1 0,-2 4 0,1 4 0,-6 5 0,-4 1 0,-5 0 0,1 4 0,-7 1 0,-2-1 0,-1 3 0,-7-6 0,-2 4 0,-1-4 0,-3-1 0,-7-1 0,-4 1 0,1 0 0,0 0 0,0-6 0,3 1 0,-2 2 0,0-4 0,6 0 0,1 0 0,3 0 0,3-5 0,20-3 0,4-8 0</inkml:trace>
  <inkml:trace contextRef="#ctx0" brushRef="#br0" timeOffset="800">471 125 9701,'-7'14'0,"6"1"0,-4 0 0,3-1 0,2 1 0,0 6 0,0 4 0,0 1 0,0-2 0,0 4 0,2-3 0,1 3 0,2 1 0,5-1 0,-4-4 0,1-4 0,-1-4 0,-1-1 0,-3 0 0,3-1 0,-4-6 0,6-3 0,-7-10 0,0-4 0,0-4 0,-5-7 0,0-1 0,2-2 0,1-2 0,2-4 0,0 0 0,0-1 0,0 1 0,0-1 0,0 3 0,0 0 0,0 3 0,5 6 0,2-3 0,1 1 0,3 0 0,2 6 0,2 6 0,0 1 0,0 2 0,-1 5 0,1 2 0,0 3 0,-1 4 0,1 5 0,0 0 0,-1 1 0,1 0 0,-7 1 0,-3 2 0,-3 2 0,-2-1 0,0-4 0,0 1 0,-2 2 0,-3 2 0,-3 1 0,-7-3 0,1 2 0,-1-2 0,0 3 0,1-2 0,-1-1 0,0-1 0,1 1 0,0-2 0,5-3 0,-3-6 0,7 2 0,0-7 0,5-2 0,13-6 0,4-9 0</inkml:trace>
  <inkml:trace contextRef="#ctx0" brushRef="#br0" timeOffset="1250">927 110 9701,'-9'6'0,"3"-2"0,4 4 0,-3-2 0,4 6 0,-4-2 0,3 3 0,2 3 0,0 4 0,5-2 0,0 6 0,-2 2 0,-1 2 0,3 1 0,0-1 0,-2-2 0,-1-1 0,-2-6 0,0 4 0,0-1 0,0-3 0,0-14 0,0-8 0,0-10 0,1-12 0,3 1 0,0-4 0,0-1 0,-1-6 0,0-1 0,4-1 0,1-4 0,-3 0 0,5 2 0,-1 4 0,0 4 0,4 7 0,-3 3 0,1 3 0,-1 5 0,3 9 0,-5 4 0,2 9 0,0 4 0,-6 8 0,5 5 0,-3 5 0,-3 3 0,4 6 0,0-6 0,1-1 0,-5-2 0,2-2 0,-2 0 0,2 1 0,-2 2 0,5 0 0,-1-6 0,-4-3 0,-1-6 0,3 1 0,0 2 0,0-4 0,-5-1 0,6-15 0,2-8 0</inkml:trace>
  <inkml:trace contextRef="#ctx0" brushRef="#br0" timeOffset="1532">956 375 9701,'-15'0'0,"6"0"0,-1 0 0,6-2 0,0-3 0,10 3 0,7-3 0,5 2 0,0-2 0,3 4 0,1-4 0,-1 3 0,0 2 0,-1 0 0,-6 0 0,1 0 0,0 0 0,-1 0 0,-5 0 0,-3 0 0,-6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1:29.086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61 181 19349,'0'-15'0,"0"0"0,0 0 0,0-1 0,0 1 0,0 0 0,0 0 0,0 5 0,0 0 0,0-2 0,2 3 376,3-1 0,-4 15 0,4 5 1,-3 12-449,-2 7 1,0 8 0,0 4-1,-2 3 94,-3 1 1,-3 6 0,-6 0 45,4-2 0,-2-4 0,6-2 0,-1-5-29,0 0 1,2-3 0,5-6 0,2-4 0,5-6-242,8-7 1,2-1 0,6-6 0,1-1 291,0-2 0,-1-2 0,4 0 0,-3-2 163,-2-3 1,-2 1-1,-5-6 418,1-2 224,-8 6 0,-1-3 213,-7 4-1325,0 3 1,2-4 388,3 6 1,3 0 0,7 0-1</inkml:trace>
  <inkml:trace contextRef="#ctx0" brushRef="#br0" timeOffset="248">532 120 23042,'0'-23'-1847,"0"3"1642,0 3 0,0 10 0,0 7 128,0 8 0,0 14 0,0 9 0,0 8 23,0 4 0,0 3 1,2 1-1,1 2-96,2 2 0,6-5 0,-6-7 85,-2-2 1,4 3 0,-2-4-1,-2-4 1,-1-3 37,-2-4 1,5-6-455,0 1 1,0-13 691,-5-12 1,7-11-1,1-14 1</inkml:trace>
  <inkml:trace contextRef="#ctx0" brushRef="#br0" timeOffset="718">578 242 23042,'-14'-15'-1656,"4"0"0,2 5 0,4-1 0,-1 0 2057,2-3 1,8-1-1,5 0 1,5-1 482,6 1 0,2 0 1,8 2-1,-1 2-637,1 6 1,-1-1-1,-1 1 1,-2 3-449,-2 5 0,-8 7 0,0 9 1,-7 5 16,-3 4 1,-2-1 0,-7 9 0,-3-2 282,-5 1 1,-4-3 0,-1 4 0,0-4 48,0-2 1,-5-1 0,-1-2 0,3-3 676,1-2 1,2-2 0,-1-7 589,1-3-1362,7 4 1,8-19 0,10 0 55,3-7 0,8 2 0,1 0 0,1-2 0,3 0 241,-3 2 1,4-2 0,-5 7-1,0 2 164,0 1 0,-1 4-815,-6 3 0,-2 5 1,-3 8-1,-5 3-71,-3-3 0,-7-1 0,-2 0 360,-1 3 0,-4-3 1,-7 4-1,-1-5 0,0 0-17,-2-1 0,0-2 0,-5-1 0,3-3-184,2-3 1,-3 0 0,3-5 0,0 3 32,0 1 0,7 0 1,6-7-390,3-3 0,1 2 1,6-6-1,6 1 834,8-1 1,7-8 0,9-6-1</inkml:trace>
  <inkml:trace contextRef="#ctx0" brushRef="#br0" timeOffset="1167">1095 105 23042,'0'-6'-462,"0"6"0,0 13 1,0 12-1,0 6 217,0 4 1,5 2-1,0 6 1,0-3 81,2 2 1,-5 1-1,3-1 1,-4-3 131,-1-2 0,0-3 1,0-7 23,0-2 0,0-6 0,-1-1 237,-4-6 0,3-7 0,-3-10 0,3-5-273,2-4 0,0-9 0,0-6 0,0-6-54,0-4 1,2-7 0,3-6 0,5-1 228,4 1 0,1 1 1,2 6-1,1 1 222,3 3 1,4 1 0,-5 9-5,-1 8 1,-2 6-1,-2 7 1,0 5 0,0 5-550,0 5 1,1 10 0,-3 10-1,-1 6 60,-2 4 1,-1 2 0,2 5 0,-2-3-275,-2-2 1,3 4 0,-5-4 368,-2 2 1,4-5-1,-2 1 1,-2-4-1,1-4-68,1-2 0,-3-1 0,3 1-803,-4-5 406,-1-3 1,0-10-260,0-7 1,0-12 1590,0-8-685,0 0 0,0 4 1,0 1-1</inkml:trace>
  <inkml:trace contextRef="#ctx0" brushRef="#br0" timeOffset="1398">1171 440 23042,'-15'0'-1144,"6"-7"0,11 4 1,13-6-1,9 2 1775,5 4 0,1-4 0,0 2 0,1 2-374,-1 1 0,-1-3 0,-4 0 0,-4 2 464,-4 1-411,-2 2-750,-7 0 1,-8 7 0,-8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3:38.626"/>
    </inkml:context>
    <inkml:brush xml:id="br0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301 77 13945,'10'0'0,"1"0"0,-8 0 0,11 0-9,-6-7 1,0-1-162,-3-8 0,-3 6 32,-2 0 1,0 5-1,-2-3 120,-3 1 0,2 2 1,-7 5-1,-2 0 1,-1 0 24,-3 0 0,1 1 0,0 3 0,0 3-34,0 1 1,-1 2 0,1 5-1,0 1-30,0-1 1,0 0-1,1 0-2,4 0 1,-2 1-1,7-1 1,2 0-53,1 0 1,9 0 0,3-1 0,3-2 127,3-2 0,-1 0 0,0 5 7,0 0 1,-1 1 0,-3-1 0,0 0 0,-1 0-77,-2 0 1,1 1-1,-6-1-66,2 0 0,0 0 0,-5 0 0,-2 1 83,-3-1 0,-3-5 0,-7-2 0,0-1 83,-1-3 1,1-3 0,0-1 0,0 0 9,0 0 1,-2 0 0,-2 0 0,-1 0 166,1 0 0,2-6-201,2-5 0,0 3 27,0-2 0,5 1-31,-1-1 0,8 2 0,0 4 46,6-1 1,5 0-1,8 5 57,-1 0 0,0 0-128,0 0 1,0-7-1,1-1 1</inkml:trace>
  <inkml:trace contextRef="#ctx0" brushRef="#br0" timeOffset="467">545 214 13945,'-7'10'-939,"-3"0"799,3-7 187,-7 4 0,14-7 0,2 0-1,12 0 1,1 0 0,7 0 0,0 0-16,3 0 0,-1 0 1,1 0-1,2 0-9,2 0 1,0 0-1,-4 0 1,-5 0-7,-3 0 1,-2 0 0,1 0 0,-1 0-17,0 0 0,-5 0 234,0 0-149,-6 0 0,1 0-20,-10 0-105,3 0 0,-12-7 0,6-1 0</inkml:trace>
  <inkml:trace contextRef="#ctx0" brushRef="#br0" timeOffset="852">773 62 13945,'-9'0'0,"3"-2"-215,6-3 49,0 3 0,6-5 1,4 7 188,4 0 1,1 2 0,2 1 0,2 4-46,1 2 1,0-1 0,-5 4-12,1-2 1,-1 0 0,0 5 0,0 1 0,0-1-15,1 0 1,-3 2 0,-3 1 0,-3 3-60,0-3 0,-6-1 0,5-2 0,-5 1 17,-1-1 1,-7 3 0,-3-1 0,-1-3 58,0-1 1,-2 1 0,3-1 0,-4-1 72,-1-2 0,1-5 0,3 4 1,2-1-123,2 1 0,-3-4 140,5 5-69,0-7 0,12-3 0,1-8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3:41.908"/>
    </inkml:context>
    <inkml:brush xml:id="br0">
      <inkml:brushProperty name="width" value="0.11429" units="cm"/>
      <inkml:brushProperty name="height" value="0.11429" units="cm"/>
      <inkml:brushProperty name="color" value="#008C3A"/>
    </inkml:brush>
    <inkml:brush xml:id="br1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211 59 12146,'16'-15'537,"-8"5"0,-1 2-246,0 1-236,-6 2 0,4 5-41,-10 0 0,-2 12 0,-4 3 0,0 3-17,0 4 0,-3 2 1,-1 6-1,0 1-5,0-1 1,-1 6 0,1-1-1,0-1 2,0-2 1,1-7-1,2-1 57,2-2 1,2 3 0,-4-6-75,2-5 0,6-4 0,-1-9-77,4-1 0,1 2 1,1-14-1,3-3 65,1-4 1,5-6 0,-3 3 16,1-2 0,-3 4 0,5-5 0,1-2 1,-1 0 3,0 1 0,-5-1 0,3 5 0,1 1 7,-1-1 1,1 1 0,2 6 35,0 0 0,-1 1-21,5 4 1,-5 3 0,-1 9 0,-1 3-104,0 5 1,-3 4-1,6 3 1,-1 1 101,-2 3 0,6 4 0,-4-3 0,3 0-83,3 0 1,-1 0 0,0-4 0,0 4 153,0 2 0,1-5 0,-1 3 1,0-2-44,0 0 1,-5 0-1,1-6 1,-1-2-103,-2-2 0,1-7-83,-4 2 391,-4-3 0,-1-2 0,-8 0 0</inkml:trace>
  <inkml:trace contextRef="#ctx0" brushRef="#br0" timeOffset="249">75 333 22542,'-16'0'-46,"1"0"1,5 0 1803,0 0-1544,0 0-1340,1 0 0,4 0 1,10 0-1,5 0 595,4 0 1,1 0 0,0 0 0,1 0 202,-1 0 1,5 0-1,0 0 1,1 0 93,1 0 0,-4 0 1,6 0-1,-1 0-64,1 0 1,1 0-1,6 0 1</inkml:trace>
  <inkml:trace contextRef="#ctx0" brushRef="#br1" timeOffset="516">652 59 9336,'0'-15'8,"0"5"1,0 0 153,0-2-132,0 5 1,0 2 0,0 10 0,0 6-30,0 2 0,0 9 1,2 3-1,1 4-25,2 1 1,2-1 0,-3-2 0,2-1-60,3 1 1,-6-4-1,2 1 1,-1-2 22,1-4 1,-4-1-1,4-1 1,-3-1-11,-2 0 0,2-5-1,3 0 71,-3-6 0,4-4 0,-6-9 0</inkml:trace>
  <inkml:trace contextRef="#ctx0" brushRef="#br1" timeOffset="1099">683 105 9382,'-10'-7'-77,"-1"-3"1,8 2-1,0-1 76,6 3 0,0-5 0,9 6 0,4 2 1,2 1 0,7 2 0,-3 0 0,2 0 0,3 0 0,-3 2 0,-1 3 0,-1 5-5,-3 4 1,-4-3 0,-3 3-18,-2 3 0,-7 1 1,3-2-1,-6 1 0,-4 1-18,-1 2 1,-7 1 0,2-6 0,-3 0 8,-3 0 1,1-5 0,0-1 0,0-1-4,0 1 1,4-4-4,1 5 34,7-7 1,-2-3 0,10-8 0,5-2 2,4 0 0,6 5 0,0-4 0,0 2 0,2 4 0,0 1 0,5 2 0,-3 0 0,-2 0 1,3 2-1,-4 1 1,-1 4 6,2 2 1,-7 1-1,2 5 1,-7 0-4,-3 0 0,-2 1 1,-5-1-1,0 0-4,0 0 0,-7 0 0,-5-1 1,-5-2-1,-3-2 0,-5-2 0,3 4-8,-2-2 0,-1-5 0,-6 5 0,1 1 0,1-3-15,4-3 0,-2 2 0,7-2 0,1-2 4,2-1 0,2-2 13,0 0 1,6-2 4,4-3 1,4 2 0,1-7 0,0 6 0,0-2 0,0 6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3:47.442"/>
    </inkml:context>
    <inkml:brush xml:id="br0">
      <inkml:brushProperty name="width" value="0.08571" units="cm"/>
      <inkml:brushProperty name="height" value="0.08571" units="cm"/>
      <inkml:brushProperty name="color" value="#008C3A"/>
    </inkml:brush>
    <inkml:brush xml:id="br1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198 265 8494,'2'9'0,"3"-4"0,-4-2 0,4 2 0,-1-3 0,1 3 0,-2-3 0,7-2 0,-1-2 0,3-1 0,-2-2 0,-7-1 0,4 5 0,-7-4 0,-7 3 0,-3-1 0,-5 6 0,-5 7 0,1-1 0,-5 1 0,2 2 0,-5 6 0,4 2 0,-1 1 0,4 1 0,3 3 0,2-1 0,1 1 0,4 0 0,5-1 0,3 0 0,4-6 0,5 3 0,8-3 0,5-8 0,7-3 0,-1-2 0,1 0 0,1 0 0,1-5 0,-4 0 0,-4 0 0,-4-1 0,-2-5 0,0-2 0,-7-7 0,-1 5 0,-7 0 0,0 6 0,0-3 0,-7 1 0,-1-3 0</inkml:trace>
  <inkml:trace contextRef="#ctx0" brushRef="#br0" timeOffset="565">517 83 8494,'5'-10'0,"0"0"0,0 4 0,-3-2 0,1 0 0,3-1 0,-1 4 0,-5-5 0,0 5 0,0-5 0,1 8 0,3 2 0,1 8 0,0 8 0,-5 4 0,0 5 0,0 4 0,0 6 0,0 3 0,2 1 0,3 3 0,-4 2 0,4 0 0,-3-4 0,0 2 0,1-6 0,2-2 0,-1-2 0,-3-2 0,-1-4 0,2-3 0,3-1 0,-3-2 0,3-4 0,-4-8 0,-1-8 0,0-10 0,0-4 0,0-1 0,-6-7 0,-3-1 0</inkml:trace>
  <inkml:trace contextRef="#ctx0" brushRef="#br0" timeOffset="1131">487 128 8494,'10'0'0,"0"0"0,-1-1 0,1-4 0,3 1 0,-3-4 0,4 1 0,1-3 0,0 5 0,0 1 0,1 3 0,-1 1 0,0 0 0,0 0 0,0 0 0,-4 7 0,-3 4 0,-1 6 0,-4 4 0,-1 6 0,-2-2 0,0 2 0,0-2 0,-7 4 0,-3-5 0,-4 1 0,-1 0 0,5-6 0,0 1 0,-2-3 0,-1-2 0,3 1 0,-1-3 0,0-3 0,2 2 0,-1-7 0,7-2 0,-1-8 0,8-5 0,4 2 0,9-2 0,2-2 0,1-2 0,5-1 0,-3 0 0,2 1 0,3 4 0,0-2 0,0 7 0,-4 2 0,-1 1 0,0 4 0,-3 3 0,0 5 0,-6 4 0,1 3 0,-9 1 0,0 4 0,2 2 0,-6-6 0,3 3 0,-8-4 0,1-2 0,-7 0 0,-2 0 0,-2 0 0,-1 1 0,-5-6 0,0 0 0,1 2 0,-3-4 0,0 1 0,0-1 0,0-1 0,4 0 0,-1-1 0,-1-1 0,3-3 0,-3 3 0,9-5 0,6-5 0,10-3 0,4-8 0</inkml:trace>
  <inkml:trace contextRef="#ctx0" brushRef="#br0" timeOffset="1748">1278 387 9212,'0'-10'116,"0"0"-101,0 6 0,0-4 1,-2 4 16,-3-1-30,3 0 1,2 5 0,12 0 3,6 0 0,1 0 1,8 0-1,4 0 93,2 0 0,4 0 1,-3 0-1,2 0 595,-2 0 0,-2 2 0,-4 1 0,-2 2-2051,-6-1 1816,-3-2 1,-2-2 0,0 0 0</inkml:trace>
  <inkml:trace contextRef="#ctx0" brushRef="#br1" timeOffset="1823">1673 357 25059,'-15'0'839,"-1"6"0,1 3 0</inkml:trace>
  <inkml:trace contextRef="#ctx0" brushRef="#br0" timeOffset="2148">1551 204 8996,'-15'0'302,"0"0"0,6-1-230,4-4 1,5 3 0,5-3-69,5 3 0,4-3 0,1 0 1,0 2-55,1 1 0,4 4 0,0 1 0,-1 4-67,-2 1 0,1 2 1,-1 4-1,-3-2 48,-1-2 0,1 5 1,-1 5-1,-1 1 28,-2 1 0,-6-5 1,2 5-1,-1-2 18,0 0 0,1 0 1,-6-4-1,-2-1 10,-3 0 0,-2 0 0,-5 0 0,2-1 5,-2-4 0,-1 4 0,-3-6 6,1 0 0,5 4 0,0-7 2,-2-1 0,5-3 0,1-1 0,6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3:51.82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71 105 9859,'0'-15'-51,"0"-1"1,0 6 49,0 0 0,0 8 1,0 2 0,0 9 0,0 11 0,0 7 3,0 7 1,0 0-1,0 5 1,0-1 203,0 1 0,0-3 0,2 3 0,1-2 250,2-3 1,1-7-1,-6-4 1,0-1-1228,0-3 0,1-4 0,3-3 1781,1-2-795,0-7 0,-5-3 0,0-8 1</inkml:trace>
  <inkml:trace contextRef="#ctx0" brushRef="#br0" timeOffset="563">26 105 9475,'-9'-7'0,"-3"-1"0,7-8 0,7 1 0,8 2 0,5 1 0,6 2 0,-3 6 0,8-2 0,-1 0 0,-1 1 0,4 2 0,-4 8 0,1 5-32,1 4 0,-8 1 1,1 2-1,-6 1-36,-3 3 0,-4 4 1,2-3-1,-1 2 19,-4 3 1,-3-4 0,-3 1-1,-4 0 22,-1-1 0,-3-2 0,-4 2 1,0-1 14,0-3 1,0-2 0,-1-2 10,1 0 1,2-5-1,1-1 1,2-3 0,6 0 0,-2-8 0,7-2 0,4-1 0,9-6 0,6 0 0,0-2-6,2-2 0,0 5 1,5 1-1,-1 2-11,1 4 0,1 1 1,1 2-1,-4 0 1,-4 0 1,1 2 0,-4 3 0,-2 7 3,-5 6 0,-7-1 0,1 4 0,-4-3 5,-1 3 1,-6-5 0,-4 5 0,-4-4 5,-1-2 0,-5-2 0,-2-1 1,0-3 0,0-3 0,-4 4 0,4-4 0,0-1 2,0 1 0,-5-4 0,4 3 0,-1-3 13,4-2 1,3 0 0,2 0 11,0 0 1,1-2-10,4-3 0,3 2-16,7-7 1,2 6-1,3-1-2,5 3 0,4-4 0,1-3 0</inkml:trace>
  <inkml:trace contextRef="#ctx0" brushRef="#br0" timeOffset="1180">862 287 8633,'10'0'15,"0"0"1,-6-1-7,1-4 1,1 1 9,0-6-16,-1 7 1,-7-9 0,-3 7-4,-5 1 0,-4 3 0,-1 1 0,-2 1 0,-3 4 0,-4 4 0,-6 6-7,-1 0 0,1 2 1,1 2-1,2 3 0,4 1-20,1 4 0,3-5 0,9 0 0,5-1 16,3-1 0,14 0 0,7-5 0,6 1 10,7-1 0,3-7 1,1-3-1,3-1 1,0 1 1,-2-4 0,-7 4 0,-1-3 17,-4-2 1,-3-5-1,-7 0 5,1 2 1,-8-1-1,-5 1-14,-6-2 0,0 0 1,-7 5-10,-2 0 0,3-5 0,-1 0 0,-2 1 0,6 3 0,-8 1 0,12-7 0,-4-2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3:57.88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16 160 8641,'0'-21'0,"0"1"0,0 2 0,0 1 0,0 2 0,-2-1 0,-1 1 0,-2 0 0,0 5 0,5 0 0,2 8 0,1 4 0,2 11 0,2 9 0,-2 10 0,3 2 0,1 1 0,3 8 0,-6-4 0,1-1 0,0-2 0,3-4 0,-5-2 0,0 1 0,2-1 0,-5-6 0,3-4 0,-4-3 0,-1-2 0,0-8 0,0-7 0,0-12 0,0-8 0,0 0 0,0-2 0,-1 3 0,-3-6 0,-1-1 0,2 3 0,1-6 0,2 5 0,0-1 0,0 0 0,2 4 0,3-2 0,3 1 0,1 3 0,4 2 0,-1 2 0,5 2 0,3 2 0,1 0 0,-5 6 0,3 1 0,1 3 0,6 2 0,-6 4 0,-2 5 0,-1 4 0,-1 3 0,-3 1 0,-1 3 0,-2-3 0,-7 4 0,2 0 0,-3 0 0,-2 0 0,0 3 0,0-4 0,-2-3 0,-3-1 0,2 0 0,-7 2 0,-2 1 0,-1-1 0,-3-4 0,1-3 0,0-2 0,0 2 0,0-1 0,-1 1 0,1-3 0,0-3 0,0 5 0,0-5 0,-1 3 0,1-6 0,0 2 0,0-3 0,6-2 0,2-2 0,7-3 0,0 3 0,7-11 0,2 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3:54.68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77 89 8641,'0'-15'0,"0"4"0,0 1 0,0-2 0,0 4 0,0-2 0,0 5 0,0-5 0,2 6 0,1 1 0,2 6 0,0 7 0,-5 9 0,0 3 0,0 2 0,5 1 0,0 7 0,-1 2 0,-3 1 0,-1 1 0,0-6 0,0 1 0,0-1 0,0-1 0,0-2 0,0-4 0,0-1 0,0-1 0,0-6 0,0-5 0,0 0 0,-5-8 0,0-2 0,0-14 0,5-9 0</inkml:trace>
  <inkml:trace contextRef="#ctx0" brushRef="#br0" timeOffset="583">1 210 8641,'0'-8'0,"0"-6"0,0 4 0,1-2 0,3 1 0,3 2 0,1 2 0,2-4 0,5 2 0,1 1 0,-1-4 0,0 7 0,0 1 0,0 3 0,1 1 0,-1 0 0,0 0 0,0 0 0,4 1 0,-2 3 0,-4 3 0,1 1 0,-7 2 0,-1 5 0,-1 1 0,0-1 0,1 0 0,-8 0 0,-2 0 0,-1 1 0,-6-1 0,0 0 0,0 0 0,0 0 0,-2 1 0,3-3 0,-2-1 0,2-2 0,1-6 0,4 1 0,4 3 0,-4-11 0,10 1 0,5-5 0,3 2 0,2-3 0,1 1 0,-1 2 0,0 5 0,2 0 0,3 0 0,-3 2 0,2 3 0,-7 5 0,-7 3 0,1 2 0,-1 1 0,-1-1 0,-2 0 0,-8 0 0,0-1 0,-3-2 0,-3-2 0,-1-2 0,-2 4 0,0-2 0,-6-1 0,1 1 0,1-3 0,2-2 0,2 0 0,-5 0 0,0-5 0,1 0 0,2 0 0,2 0 0,0 0 0,6 0 0,4 0 0,10 0 0,6 0 0,9 0 0,3 0 0</inkml:trace>
  <inkml:trace contextRef="#ctx0" brushRef="#br0" timeOffset="1133">487 119 8641,'11'-10'0,"-1"0"0,-7 8 0,2 2 0,-3 10 0,-2 9 0,0 0 0,0 4 0,0 1 0,0-1 0,0 3 0,0 4 0,0-1 0,0-4 0,-2 4 0,-1-5 0,-2-1 0,1-2 0,3-4 0,-1-4 0,-3-3 0,3 4 0,-5-14 0,7 0 0,0-9 0,0-4 0,0-2 0,0-2 0,0-4 0,0-1 0,0-5 0,0 2 0,0-2 0,2-2 0,3-1 0,4-1 0,-1 1 0,6 5 0,-6 1 0,2 2 0,0 3 0,0 3 0,6 0 0,-1 1 0,0 8 0,0 7 0,0 9 0,-4 11 0,-3 4 0,0 1 0,1 0 0,-4 1 0,3 4 0,-1 1 0,-3-1 0,4-1 0,0-2 0,1-2 0,-4 2 0,2-3 0,0-1 0,-1-1 0,1-3 0,-2-2 0,-5-2 0,0 0 0,5-5 0,0 1 0,0-8 0,-5 2 0,0-10 0,0-5 0,0 1 0,0-1 0,-6 0 0,-3-5 0</inkml:trace>
  <inkml:trace contextRef="#ctx0" brushRef="#br0" timeOffset="1433">503 332 8641,'-9'0'0,"4"0"0,10 0 0,5 0 0,9 0 0,1 0 0,0-5 0,-4 0 0,-1 2 0,0 1 0,0 0 0,0-1 0,1-2 0,-1 0 0,0 5 0,0 0 0,-6 0 0,4 0 0,-4 0 0</inkml:trace>
  <inkml:trace contextRef="#ctx0" brushRef="#br0" timeOffset="2067">1187 165 8641,'-9'0'0,"3"0"0,7 0 0,4 0 0,7 0 0,5 0 0,3 0 0,2 0 0,-3 0 0,3 0 0,2 0 0,-6 0 0,2 0 0,-3 0 0,-1 0 0,-1 0 0,-2 1 0,-1 3 0,-2 1 0,-6 2 0,1-2 0,-4-4 0,-1 6 0,-6-7 0,-3 0 0</inkml:trace>
  <inkml:trace contextRef="#ctx0" brushRef="#br0" timeOffset="2384">1369 89 8641,'-8'-7'0,"-6"5"0,6-11 0,6 6 0,7-3 0,7 5 0,8 3 0,1 2 0,-3 2 0,-1 3 0,-2 3 0,1 6 0,-1-2 0,0-2 0,-2 2 0,-1 6 0,-3 3 0,-2-3 0,-1-1 0,-2-2 0,1 0 0,-2 1 0,-3-1 0,-5 0 0,-3 0 0,-1 0 0,-4 1 0,2-1 0,-2-2 0,-2-2 0,5 2 0,-1-5 0,1 3 0,2-1 0,-4-5 0,7 5 0,2-7 0,8 2 0,3-10 0,14-3 0,2-7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5:33.9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91 0 13420,'-40'24'766,"11"-9"-766,22-1 0,1-13 0,-3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5:36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91 13638,'65'-13'491,"-5"3"1,-2 1-703,3 4 1,5 2 130,-1-7 0,-4 5 0,-3-4 133,4 3 1,-6-1 355,5 2 0,-4 3-315,4-3 0,-3 5-307,2 5 0,-11-3-96,12 3 0,-17-4 281,12-1 0,-4 0 318,9 0 1,10 0-38,0 0 0,5 0-405,-10 0 0,0 0-209,-5 0 0,-1 0 322,1 0 0,7 0 171,3 0 1,3 0-52,2 0 1,4-1-218,-4-4 0,-2 3-64,-8-3 1,-4 3 269,4 2 1,4 0 353,1 0 0,-2 0-404,2 0 0,-7 0-160,2 0 0,-4 0 631,-1 0 1,0 0-1,0 0 1,5 0-1,0 0 1,10 0-1,-5 0 1,6 0-984,-6 0 0,-1 0 0,1 0 0,-1 0 0,6 0 0,2 2 445,3 3 1,-3 3-138,3 8 1,-10-3-274,-5-3 0,2 2 343,-3-7 1,6 0 113,-5-5 0,10 0 0,-5 0 0,2 5-31,-7 0 1,-2 2-7,7-2 0,-12-1 222,2 6 1,5-7 305,10 2 1,2-3-348,8-2 1,-7 0-511,2 0 0,-3 0 647,-2 0 1,2 0 209,3 0 1,8 0-1,8 0 1,-6 0-984,-5 0 0,-5 0 938,5 0 1,1 0 44,4 0 1,5 0-820,0 0 0,-21-5 0,-9 0-164,1 1 0,-6 3 983,5 1 1,7 0-1,13 0 1,-2 0-783,2 0 1,-6 0-38,1 0 0,-14 0 0,-2 0 655,-1 0 1,-2 0 0,4 0 163,12 0 1,-2 0-1,5 0 1,-5 0-73,10 0 0,-13 0-119,8 0 0,-2 0 1,16 0-751,-9 0 1,-1 0 601,11 0 0,-6 0 9,6 0 0,-25-2 0,3-1 0,-5-2-536,1 1 1,-1 2-118,-3 2 0,1 0 743,20 0 0,-3 0 240,2 0 1,4 0-523,-4 0 0,-18 0 1,-4 0-462,-2 0 0,-4 0 88,-2 0 0,3 0 731,12 0 1,-14-1 0,12-3 163,4-1 1,-7 0-984,0 5 0,1-5 164,14 0 0,-18-2 0,3 4-164,1-2 0,-4 0 331,8 5 0,3-5-331,17 0 0,-8 0 164,-7 5 0,-10 0 0,-5 0-73,7 0 1,-9 0 743,7 0 0,-4 0-382,19 0 0,-5 0 0,-5 0-68,-5 0 0,-7 0 0,0 0 598,4 0 1,-6 0-1,4 0 1,7 0-979,23 0 0,-7 0-5,-2 0 0,2 1 14,2 4 1,0-3 804,-5 3 1,4-3 0,-11-2-347,4 0 0,-2 0-309,10 0 0,-8 5 0,1 0 493,-1-2 0,-14-1 162,12-2 1,-17 0 0,12 2 163,0 3 1,-13-3-1,3 3 1,-1 1-1,16-1 1,6 0-165,-1-5 1,-9 6 0,-4-1 163,1-2 1,-10-1-133,-8-2 1,-5 0-360,9 0 0,1 0 0,5 0 0,1 1 0,4 4 0,4-3 0,6 3 0,0-1 0,0 1 0,6-4 0,1 4 0,-3-3 0,-8 0 0,-6 3 0,7-3 0,18 3 0,-15-2 0,4 0 0,11 2 0,-20 1 0,5-6 0,-12 0 0,-5 0 0,2 5 0,5 0 0,10-2 0,-15-1 0,10-2 0,5 1 0,0 3 0,-5 1-94,-5-2 0,-6 1 0,1-1 0,5 2-234,10-2 0,-15 1 0,17-1 0,4 2 0,-14 2 0,17-4 0,-13 2 0,6 1 0,1-5 131,6 4 0,-8-3 1,-21 3-1,2-3 0,1-2-131,2 0 0,-1 5 0,1 0 0,0-2 0,15-1 0,2-2 128,-2 0 0,-3 0 0,3 0 200,1 0 0,-1 0-18,-5 0 1,0 0 0,17 0-1,-10 0 1,-12-2 0,5-1 194,3-2 0,-5 0 1,-8 5 253,12 0 0,-14-5-597,12 0 0,-5 0 0,1 5 105,3 0 0,-15 0 217,6 0 1,0 0 334,15 0 1,3 0-367,-3 0 0,-8 0 0,-12 0-617,1 0 0,-8 0 199,2 0 1,1 0 783,14 0 1,-2-6-1,7 1 1,0-1-1,5 1 1,-6 3-1,-4-3 1,3 3-1,2 2 1,3 0-165,2 0 1,-12 0 0,-1 0-223,1 0 0,-12-2-105,9-3 0,-22 2 0,12-7 0,-19 5 0,14-5 0,-11 6 0,16-1 0,1 4 0,14 1 0,-12 0 0,7 0 0,-14 6 0,12-4 0,-27 5 0,-16-7 0,-18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32:40.8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3309 397 8557,'-7'-8'0,"6"-6"0,-6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7:36.5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1324 22 9753,'0'5'0,"-1"-1"0,-1-1 0,1 0 0,-5-3 0,1 0 0,-2 0 0,2 0 0,1 0 0,-2 0 0,-1 0 0,0 0 0,0 0 0,-1 0 0,-1 0 0,-2 0 0,0 0 0,-1 0 0,-3 0 0,-1 0 0,-1 0 0,-1 0 0,-3 0 0,0 0 0,2 0 0,-2 0 0,1 0 0,0 2 0,0 0 0,0 0 0,-1 1 0,-1 1 0,0-1 0,0 0 0,0 2 0,0-2 0,1 0 0,2 1 0,-2 1 0,3 0 0,0 2 0,1-2 0,0 0 0,2 0 0,0 2 0,1 0 0,-3 0 0,-1 1 0,0 0 0,0 2 0,-2-2 0,2 4 0,-2-1 0,0 1 0,-2-3 0,5 3 0,1-1 0,0 0 0,-1 1 0,0 1 0,1-1 0,0-1 0,2 2 0,-1 0 0,1 0 0,-1 0 0,0 1 0,0-1 0,-1-1 0,-2 1 0,1 2 0,0 1 0,0 1 0,0 0 0,3-2 0,-1 0 0,0-1 0,2 1 0,0 0 0,4-1 0,0 1 0,2 0 0,-1 0 0,0 1 0,0 0 0,1-2 0,2 2 0,-3-2 0,2 2 0,1 0 0,-1 2 0,3-1 0,-1-1 0,-2 0 0,2 1 0,0 0 0,1-1 0,-2 2 0,2 0 0,1 0 0,0 0 0,-1 1 0,0-3 0,1 1 0,0 0 0,0 0 0,1-1 0,1 3 0,0-1 0,0 1 0,0-2 0,0 2 0,0-1 0,1 1 0,1-2 0,1 0 0,1 1 0,-1-2 0,1 2 0,1-1 0,0 2 0,0 0 0,-1 2 0,2-2 0,0 3 0,2-1 0,-1-1 0,3-1 0,-2-1 0,-1 1 0,3-3 0,1 1 0,0-1 0,0-2 0,2 1 0,-1 0 0,2 0 0,3 2 0,-2-2 0,3 0 0,-1-1 0,0 2 0,2-2 0,-1 3 0,0-1 0,0-2 0,2 1 0,-2-1 0,0-1 0,3-1 0,-1-1 0,1 2 0,0-1 0,2-2 0,2 2 0,0-2 0,3 0 0,-1 1 0,1-3 0,1 1 0,-2 0 0,0-2 0,-3 0 0,2 0 0,0 1 0,1-2 0,0 0 0,1-1 0,3 1 0,0 0 0,-1 1 0,2-2 0,-2 0 0,-1 1 0,1-2 0,0 0 0,1 0 0,0 0 0,5-2 0,-1 3 0,2-2 0,-2-2 0,-3 0 0,0-1 0,-2 0 0,1 0 0,1 0 0,0 0 0,0 0 0,2 0 0,0-2 0,-1-1 0,0 1 0,-3-1 0,1 2 0,-2-2 0,1 0 0,2 1 0,-2-3 0,4 2 0,-2-1 0,-1 1 0,-1-3 0,-1 2 0,1-3 0,-2 0 0,1-1 0,-1 1 0,3-1 0,1-2 0,-1 1 0,0-2 0,-2 0 0,-3-1 0,-1 0 0,1-2 0,-1 1 0,-1 1 0,2 0 0,0-3 0,1 0 0,3-2 0,-6 1 0,3-2 0,-5 1 0,-2 0 0,1-3 0,-2 1 0,-1 0 0,0 2 0,-4-1 0,0-1 0,0 0 0,1-1 0,-1 1 0,-2-3 0,1 0 0,0 0 0,0-1 0,-1-1 0,-2 0 0,-1 0 0,-1 1 0,0-1 0,-1 0 0,0 0 0,1 2 0,-2-1 0,-1-1 0,-3 0 0,2-1 0,-2 1 0,0 0 0,-2 0 0,0-1 0,0 1 0,0 0 0,-2 1 0,-1 2 0,-1 1 0,-1 0 0,1 0 0,-3-1 0,2-1 0,-1 0 0,-1 0 0,-1 3 0,1-1 0,0 0 0,-1-1 0,-1 2 0,-2 2 0,0 1 0,-2 2 0,-1-1 0,-1 1 0,0-1 0,-2 0 0,4 1 0,-2 0 0,0 0 0,-1-1 0,3 5 0,-1-5 0,0 1 0,0 1 0,-1-2 0,1 1 0,-1 1 0,0 1 0,-2 1 0,-1-2 0,0 0 0,-3 4 0,-2-3 0,2 2 0,0 1 0,-1-2 0,1 1 0,-1 1 0,0 1 0,3 1 0,-3 0 0,1-1 0,-3 1 0,-2 0 0,1-1 0,-1 1 0,0 1 0,0 1 0,2-2 0,-2 2 0,1-1 0,4-1 0,-1-1 0,3 1 0,-2-1 0,-1-2 0,-1 2 0,-1-2 0,0 2 0,0 1 0,-2-3 0,0 0 0,0 1 0,2 1 0,1 3 0,1 0 0,0 0 0,0-1 0,-2 0 0,-1 2 0,-1 0 0,-2 0 0,0 0 0,-1-2 0,-1 2 0,1 1 0,1 1 0,0 1 0,1-1 0,0 0 0,1-1 0,1 3 0,1 0 0,-1 0 0,3 0 0,4 0 0,0-3 0,1 2 0,3-1 0,2 1 0,2 1 0,2 0 0,1 0 0</inkml:trace>
  <inkml:trace contextRef="#ctx0" brushRef="#br0" timeOffset="1431">571 468 9753,'0'-7'0,"1"0"0,0 2 0,2 0 0,0 0 0,-1-2 0,0-1 0,3-2 0,-3 1 0,1-1 0,-1 0 0,1 0 0,0 1 0,-1 1 0,0 1 0,0 0 0,-2 2 0,0 0 0,0 4 0,0 2 0,0 6 0,0 7 0,0 4 0,0 4 0,0 1 0,0 1 0,0-1 0,1 1 0,1-1 0,0-1 0,1-3 0,-2 0 0,0-2 0,2-3 0,-1 1 0,-1-4 0,1 0 0,-1 0 0,2-8 0,-3-3 0,0-4 0,0-3 0,0-2 0,0-2 0,0 0 0,-2 0 0,0-2 0,0 0 0,1 0 0,1 0 0,0-2 0,0 0 0,0 1 0,0-2 0,0 0 0,1-1 0,1 1 0,0 1 0,3 2 0,1 1 0,0 0 0,2-1 0,1 2 0,1 1 0,2 1 0,-1 3 0,-1 2 0,2 1 0,-1 1 0,-2 2 0,0 2 0,-3 3 0,-1 2 0,-3 3 0,0 0 0,-1 1 0,-2 2 0,-1 1 0,-3 0 0,-2-1 0,0-1 0,-1-2 0,-1 1 0,-1 0 0,0 1 0,1-2 0,-2-1 0,1-2 0,-1-2 0,1 2 0,3-3 0,0 0 0,-1-2 0,1-1 0,3-1 0,2 0 0,4 0 0,3 1 0,2 0 0,3 2 0,-2 2 0,3 0 0,-2 2 0,1 0 0,2 1 0,-1-1 0,0 0 0,-1 0 0,2 1 0,-2-2 0,-1-1 0,-1 1 0,-1-4 0,-3 1 0,0-10 0,-4 2 0,0-5 0</inkml:trace>
  <inkml:trace contextRef="#ctx0" brushRef="#br0" timeOffset="1749">776 541 9753,'2'5'0,"1"0"0,0-3 0,-1 2 0,3 0 0,2-2 0,0-2 0,0 0 0,1 0 0,-1 0 0,0 0 0,1 0 0,1-2 0,1-1 0,-1 1 0,-1-1 0,-1-1 0,1-1 0,-1 0 0,-1 0 0,0-2 0,2-1 0,1 1 0,-5 0 0,0 0 0,-2 1 0,1 2 0,-1-1 0,-2-3 0,-1 4 0,-2 2 0,-4 1 0,-2 1 0,-1 3 0,1 2 0,-2 3 0,0 1 0,2 0 0,-1 3 0,2 1 0,1 1 0,0 0 0,0-1 0,2-1 0,3 1 0,1-2 0,2-1 0,2-1 0,4-1 0,1-3 0,5-5 0,2 0 0,4 0 0</inkml:trace>
  <inkml:trace contextRef="#ctx0" brushRef="#br0" timeOffset="2215">1119 490 9753,'0'-7'0,"0"-1"0,0 1 0,-2-1 0,0-2 0,-4 2 0,1-2 0,-1 2 0,1 1 0,-1 2 0,1 1 0,-1 1 0,-2 1 0,3 2 0,1 3 0,-2 4 0,-1 2 0,-2 6 0,1 0 0,2 0 0,1 3 0,0 0 0,2 0 0,0 0 0,1-2 0,-1-3 0,4-2 0,2 0 0,2-2 0,1-2 0,1-2 0,1-2 0,-1-3 0,0 0 0,1 0 0,-1-3 0,0-1 0,1-3 0,-1-1 0,0-2 0,1 1 0,-2-2 0,0-1 0,-2 2 0,-1-1 0,2 1 0,-2 3 0,0 0 0,1-1 0,-1 2 0,-1 1 0,0 2 0,2 4 0,-1 1 0,-1 3 0,1 4 0,0 1 0,-1 3 0,0 1 0,1 2 0,-1 2 0,-2-1 0,0 2 0,0 0 0,0 2 0,0-2 0,-3 0 0,-2 1 0,-1-5 0,-2 1 0,1-2 0,0-1 0,-1-1 0,1-5 0,0-2 0,0 0 0,-1-3 0,1-3 0,3-2 0,1-5 0,3-1 0,0-1 0,0-3 0,0 1 0,0-3 0,0-2 0,3 2 0,2-2 0,1 1 0,2-2 0,-1 0 0</inkml:trace>
  <inkml:trace contextRef="#ctx0" brushRef="#br0" timeOffset="2583">1266 432 9753,'5'-5'0,"0"3"0,-4 2 0,2 2 0,-3 3 0,0 2 0,0 3 0,1 3 0,1 0 0,0 2 0,2-1 0,-3-1 0,2-1 0,1 1 0,1-2 0,2-2 0,-1 0 0,-2-2 0,1-3 0,3-2 0,-1-1 0,3-2 0,-1-2 0,0-3 0,-1-4 0,-3-2 0,1 0 0,-1-2 0,1-1 0,-1 0 0,-1 2 0,0 0 0,-2 4 0,1 0 0,-2 2 0,2 4 0,-3 4 0,0 5 0,0 6 0,0 1 0,0 2 0,0 0 0,0-1 0,0 1 0,0-3 0,0-1 0,0 0 0,0-2 0,1 1 0,1-2 0,0-2 0,1-3 0,0-1 0,-2-4 0,1-4 0,-1-3 0,-1-3 0,0-2 0,0 0 0</inkml:trace>
  <inkml:trace contextRef="#ctx0" brushRef="#br0" timeOffset="2764">1492 315 9753,'7'0'0,"-2"3"0,-1 2 0,-2 4 0,0 4 0,0 0 0,-1 3 0,1 0 0,0 2 0,0 1 0,2 0 0,0 3 0,0-1 0,-1-1 0,0 0 0,0-3 0,0-1 0,1 0 0,-2-5 0,-1-1 0,1-2 0,-1-4 0,2-1 0,-3-3 0</inkml:trace>
  <inkml:trace contextRef="#ctx0" brushRef="#br0" timeOffset="3181">1756 468 9753,'0'-7'0,"0"-1"0,-1 1 0,-1 0 0,1 2 0,-3 1 0,2 0 0,0 0 0,-4 2 0,1 0 0,-1 1 0,-2 5 0,0 2 0,-1 4 0,-1 2 0,1 0 0,1 2 0,1 1 0,0 0 0,0-1 0,2 0 0,0-2 0,3 1 0,0-3 0,1-1 0,1-1 0,3-1 0,2-2 0,1-3 0,2-1 0,-1-2 0,1-1 0,1-3 0,1-2 0,-1-1 0,-4-1 0,0-1 0,1 1 0,0 1 0,-1 1 0,0 0 0,-3 2 0,1 1 0,0 0 0,-1 0 0,0 2 0,1 2 0,-1 6 0,0 3 0,-1-1 0,-1 1 0,0 0 0,0-2 0,0 0 0,0 1 0,0-1 0,0 0 0,0-4 0,0-3 0,0-3 0,0-4 0</inkml:trace>
  <inkml:trace contextRef="#ctx0" brushRef="#br0" timeOffset="3431">1814 410 9753,'4'7'0,"-1"1"0,-2 2 0,-1-2 0,0 2 0,0 1 0,0 1 0,0 1 0,0 0 0,0-1 0,0 1 0,2-1 0,1-1 0,-1 0 0,1-2 0,1-1 0,4-2 0,-1-1 0,0-2 0,1-3 0,-1 0 0,0-3 0,1-1 0,1-4 0,2-1 0,0-1 0,-1-3 0,1 1 0,0-1 0,-2 1 0,-1-1 0,-1 3 0,1 1 0,-4 4 0,0 0 0,0-1 0,-2 3 0,-2 3 0,0 4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7:42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22 9753,'-8'0'0,"7"0"0,4 0 0,3 0 0,4 0 0,2-2 0,2-1 0,1 1 0,-1-1 0,1 2 0,-1-1 0,-2 1 0,1 1 0,-3 0 0,-1 0 0,-1-4 0,-1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7:45.1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0 107 9753,'4'-8'0,"-1"1"0,1 0 0,-4-1 0,3 1 0,-2 0 0,0-1 0,0 1 0,2 0 0,-2 0 0,0-1 0,-1-2 0,0 1 0,0 2 0,0 10 0,1 7 0,1 4 0,3 3 0,-1 2 0,1 3 0,1 0 0,-2 0 0,0 0 0,0-1 0,0-2 0,-2-1 0,0-3 0,0-1 0,-1-2 0,2-3 0,-1 0 0,-2-7 0,0-4 0,3-6 0,2-6 0</inkml:trace>
  <inkml:trace contextRef="#ctx0" brushRef="#br0" timeOffset="283">0 41 9753,'5'0'0,"0"0"0,1 0 0,0 0 0,2 0 0,1 0 0,1 0 0,3 0 0,-2 0 0,1 0 0,0 0 0,-2 0 0,3-3 0,-4 1 0,0 0 0,-1 2 0,-4 3 0,0 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7:46.6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0 200 9753,'3'-5'0,"-1"1"0,1 1 0,-3-2 0,0 3 0,0-3 0,0 3 0,0-2 0,0 2 0,-1 1 0,-2-1 0,3 1 0,-4 1 0,5 0 0,2 0 0,1 0 0,5 0 0,2 0 0,0 0 0,2 0 0,2 3 0,1 2 0,1 1 0,0 2 0,-2-1 0,-1 1 0,-2 1 0,-2 1 0,-3 2 0,-2-1 0,-3 0 0,-1 2 0,-2 1 0,-1 0 0,-3-1 0,-1-1 0,-5 0 0,-1 2 0,-1-2 0,1-2 0,-2-1 0,2-1 0,1-1 0,-2 4 0,3-6 0,1 0 0,1-1 0,4-1 0,4-4 0,5-2 0,2-1 0,3-3 0,-2 0 0,6-1 0,-3 1 0</inkml:trace>
  <inkml:trace contextRef="#ctx0" brushRef="#br0" timeOffset="215">234 149 9753,'1'8'0,"2"2"0,-3 1 0,4 5 0,-1 1 0,2 2 0,-1 3 0,1 2 0,0-1 0,-1-1 0,1-1 0,-2-4 0,-1-2 0,1-2 0,-2-2 0,2-4 0,-2-3 0,-1-4 0,0-4 0</inkml:trace>
  <inkml:trace contextRef="#ctx0" brushRef="#br0" timeOffset="432">264 193 9753,'0'-7'0,"0"2"0,0 0 0,0-1 0,0 2 0,0-1 0,4 0 0,3 1 0,1-1 0,4 1 0,1 1 0,1 0 0,1 0 0,-1 3 0,-1 0 0,-1 0 0,-3 0 0,0 1 0,0 2 0,-2 1 0,0 3 0</inkml:trace>
  <inkml:trace contextRef="#ctx0" brushRef="#br0" timeOffset="598">293 273 9753,'0'5'0,"0"0"0,0 0 0,1-1 0,1-1 0,3-3 0,1-3 0,5-1 0,1-3 0,2-1 0,1 1 0,-1 2 0,1 0 0,0 0 0,-1-5 0,1-1 0</inkml:trace>
  <inkml:trace contextRef="#ctx0" brushRef="#br0" timeOffset="965">476 156 9753,'4'-3'0,"-1"3"0,-3 0 0,0 4 0,0 5 0,1 2 0,0 0 0,2 2 0,-1 3 0,-2 1 0,0 0 0,0 1 0,0-2 0,0 0 0,0-2 0,0-2 0,0-3 0,0 1 0,0-5 0,0-6 0,0-6 0,0-2 0,0-4 0,0 0 0,0-2 0,0-2 0,0 1 0,4 0 0,0 2 0,0-1 0,2-1 0,-1 1 0,1 3 0,-1 2 0,0 3 0,0-1 0,3 5 0,-1 2 0,0 0 0,-2 4 0,0 3 0,1 3 0,0 3 0,-1 2 0,-1 0 0,0 1 0,0 0 0,0 0 0,2 0 0,-1 0 0,-3 0 0,2-4 0,0 0 0,0-1 0,-1-1 0,0-2 0,0-2 0,-3-1 0,4-4 0,-4 0 0</inkml:trace>
  <inkml:trace contextRef="#ctx0" brushRef="#br0" timeOffset="1151">520 288 9753,'-8'0'0,"1"0"0,2 0 0,0 0 0,4 0 0,1 0 0,5 0 0,4 0 0,0-2 0,3-1 0,1 1 0,-2-2 0,3 4 0,-3-4 0</inkml:trace>
  <inkml:trace contextRef="#ctx0" brushRef="#br0" timeOffset="1566">922 32 9753,'2'-7'0,"1"-1"0,-2 1 0,0 0 0,-2 4 0,-1 6 0,-2 5 0,-3 9 0,-1 2 0,1 3 0,0 3 0,-1 2 0,0 4 0,-2 3 0,2 0 0,-2 0 0,0 1 0,0 1 0,0-3 0,1-2 0,0-4 0,2-2 0,1-8 0,3-4 0,-2-4 0,4-2 0,-2-7 0,3-3 0,0-4 0,3-2 0,2-4 0,4-4 0,3-1 0</inkml:trace>
  <inkml:trace contextRef="#ctx0" brushRef="#br0" timeOffset="2346">988 193 9753,'0'-10'0,"0"0"0,0 1 0,-1 2 0,-2 2 0,3 3 0,-4 5 0,2 4 0,-1 5 0,1 2 0,2 3 0,0 0 0,0-1 0,0 2 0,0-1 0,0-2 0,0-2 0,2 0 0,1-3 0,-1-1 0,-2-3 0,0-1 0,1-7 0,1-1 0,0-5 0,0-5 0,-1 0 0,-1-2 0,0 0 0,0 1 0,2-1 0,1 1 0,1 0 0,-1 2 0,2 1 0,-2 4 0,1 3 0,1 1 0,2 6 0,1 5 0,-1 3 0,0 5 0,1 2 0,0 0 0,1 0 0,0-1 0,1-3 0,0-2 0,0-2 0,2-2 0,-2-2 0,-2-1 0,1-2 0,-2-6 0,0-2 0,0-4 0,-2 0 0,-2-5 0,-3 0 0,0-2 0,0 0 0,0 0 0,0 2 0,-1 0 0,-1 2 0,0-1 0,-2 3 0,1 1 0,-3 4 0,5 2 0,-5 6 0,2 1 0</inkml:trace>
  <inkml:trace contextRef="#ctx0" brushRef="#br0" timeOffset="2580">1266 113 9753,'0'15'0,"2"1"0,1 3 0,1 2 0,-1 0 0,2 6 0,0 1 0,2 0 0,0-2 0,0-2 0,-2-4 0,0-3 0,-3-5 0,1-2 0,0-2 0,-2-5 0,2-3 0,-3-7 0,0-4 0,-3-3 0,-1-1 0</inkml:trace>
  <inkml:trace contextRef="#ctx0" brushRef="#br0" timeOffset="2764">1280 171 9753,'4'-1'0,"-1"-1"0,1 0 0,1-2 0,1 1 0,1 0 0,1 1 0,0 0 0,2 0 0,-2 1 0,2 1 0,0 0 0,0 0 0,3 0 0,-2 0 0</inkml:trace>
  <inkml:trace contextRef="#ctx0" brushRef="#br0" timeOffset="2934">1309 266 9753,'-4'3'0,"-2"-2"0,1 2 0,0-3 0,3 0 0,6 0 0,8 0 0,2-3 0,0 2 0,1-4 0,0 0 0,-1-3 0</inkml:trace>
  <inkml:trace contextRef="#ctx0" brushRef="#br0" timeOffset="3350">1485 149 9753,'0'-5'0,"0"0"0,0 3 0,0-3 0,0 7 0,0 0 0,0 5 0,0 2 0,0 0 0,0 3 0,0 1 0,0 1 0,0 1 0,0 0 0,0-1 0,0 1 0,0-3 0,1-1 0,1 0 0,-1-1 0,2-3 0,-3-4 0,0-3 0,0-4 0,0-5 0,0-1 0,0-3 0,0 0 0,0-2 0,0-3 0,0-1 0,1 2 0,1-1 0,1 0 0,1 2 0,1 0 0,1 2 0,0 2 0,-1 2 0,0 3 0,2 2 0,1 3 0,-1 1 0,1 2 0,1 1 0,1 3 0,-1 2 0,-1 2 0,-1 2 0,0 0 0,1 2 0,-2 1 0,0 2 0,-2 0 0,-1 1 0,0 0 0,-1-2 0,1-1 0,-2 1 0,0-1 0,0 0 0,0-2 0,2-2 0,-1-2 0,-2 0 0,1-4 0,1-3 0,0-2 0,1-3 0,-3-7 0,0 0 0</inkml:trace>
  <inkml:trace contextRef="#ctx0" brushRef="#br0" timeOffset="3614">1507 244 9753,'0'4'0,"1"-1"0,1-3 0,3 0 0,4-2 0,2-1 0,-1 0 0,1-1 0,1-1 0,-2 3 0,1 0 0,0-2 0,-4 3 0,-2-1 0,0 1 0,-2 1 0,-3 0 0,-3 0 0,-5 0 0,1 0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8:11.206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2589 59 9753,'0'5'0,"0"0"0,1-4 0,1 2 0,-1-3 0,3 0 0,-5-2 0,-2 0 0,2-2 0,-1 2 0,0 1 0,1-2 0,-2 0 0,-2 1 0,1-1 0,-1 1 0,0 0 0,0-1 0,-2 2 0,-1 0 0,1-2 0,0 1 0,-1 2 0,1 0 0,0 0 0,-1 0 0,1-1 0,0-1 0,-3 1 0,0-2 0,1 3 0,1 0 0,-1-1 0,-1-1 0,1 0 0,1 0 0,-2 1 0,0 1 0,1-1 0,0 0 0,0-2 0,0 1 0,0 2 0,1 0 0,0 0 0,1 0 0,-1 0 0,-2 0 0,2 0 0,-2 0 0,2 0 0,1 0 0,-1 0 0,1 0 0,0 0 0,-1 0 0,1 0 0,0 0 0,0 0 0,-1 0 0,1 0 0,0 0 0,-1 0 0,0 0 0,-1 0 0,-1 0 0,0 0 0,1 0 0,-2 0 0,0 0 0,0 2 0,-2 1 0,1-2 0,1 0 0,0-1 0,-1 3 0,0-1 0,1 0 0,1-1 0,2-1 0,-3 0 0,1 2 0,1 0 0,-1 1 0,3-2 0,-2 0 0,0 2 0,1 0 0,-2-1 0,1 1 0,-1 1 0,1-2 0,-2 2 0,0 0 0,-1-1 0,1-1 0,0 1 0,-2 0 0,-1 0 0,0 1 0,1-3 0,1 2 0,-1-2 0,2 3 0,-1-1 0,-1 1 0,2-3 0,1 3 0,0-2 0,0 1 0,1 1 0,-1-1 0,0 1 0,1 0-13,1 0 0,-2-1 0,0 1 0,1 0-48,1 0 0,1-2 1,0 2 46,-1 0 0,-2 0 0,1 0 1,0-1-1,1 0 30,0-1 1,-1 1 0,-1 0 0,0 1 345,0-1 0,1 2 0,-1-2 0,0 0-605,0 0 1,-2 2 0,2-1 0,1-1 958,1 0 0,0 0 1,-1 0 136,-1 2 0,0-2 1,1 0-1,-1 0-1008,1-1 1,-1 3 0,0-2-1,1 0 114,1 1 0,-2 0 0,0 0 1,1-1-1,1 1 34,1 0 1,-3-1-1,1 1 15,0-1 1,0 2-1,0-2 1,-2 0-1,1 1 47,-1 0 1,-1-1-1,1 1 1,0 0-803,-2 0 0,0 0 1,0 2-1,1-2 1710,-1-1 0,0 3 0,0-1 0,0 0-1203,0 0 1,2 2 0,-1-2 0,0 1 54,0 1 1,-1 1 0,3-2 143,-2-1 1,3 2 0,-3-3 0,1 2-1,0 0 42,1-1 1,-2-1 0,1 1 0,0 0 153,-2 1 1,1 1 0,1-1 80,0-1 1,-2 1 0,2-1-1,-1 2 1,0 0-546,2 0 0,0 0 0,2-1 0,-1-2-360,-1 2 0,3 0 0,2 0 0,-1-2 403,0 2 1,-1 1-1,0 0 240,2 0 0,-1 1 0,1-1 24,-2 0 0,0-2 1,0 0-1,-1 1 1,1 0 0,0 1 1,-3 1 0,0-1 0,1 0 12,1 1 1,0-1 0,-1 1 0,-1 1-140,-2 1 0,3 0 0,-1-3 491,-1 0 0,0 3 1,-2 0-1,2 1 1,0 0 225,-1-2 0,3 1 0,-4 1 0,1 0-626,1 2 1,-1-2-1,4 1 1,-2-1-117,1 1 1,-2-1 0,2 2 0,0-2 79,0 0 0,2 1 0,-1-1 59,-2 0 1,5-1 0,-3 1 0,2 1 14,-1-1 0,0-1 0,-1 2 0,-1 1 0,-1 0 106,1-1 1,0 2 0,0-1 0,0 2 185,0 2 1,-2 1 0,0-1-771,0 0 0,1 0 0,-1 0 0,0 0 0,0-1 1946,0-1 1,2 1-1,1 0 1,1 1-1713,0-1 1,-1 0-1,2-1 1,0-1 91,1 1 0,1 2 1,-1 1 112,0 0 1,2 0 0,-2 0 0,1 1-1,-1-1 24,0 0 1,0 1 0,-2-1 0,2 0 11,0 0 1,1 1 0,-2-1-1,2 0-436,1 0 1,-2 1 0,3-1 0,0 1-294,1 1 1,1-1 0,0 0-1,0-1 119,0 1 0,0 0 1,0 0-1,0-1 740,0 0 1,0-2 0,0 4-2,0 0 1,0-1 0,0 0 0,0-1-1,0 1 3,0 1 0,1 1 1,1-1-1,0-1-50,0-2 0,1 3 0,0-2 0,0 0-206,1 0 1,0 1-1,0-1 58,0 1 1,-2-2 0,2 2-1,0 2 1,0 0 24,-1 1 0,2 0 0,-2-1 0,0 1 25,0-3 1,3 1-1,-1-2-27,2 1 1,0-2 0,0 2-1,0-1 1,1-1-84,-1 1 1,3-3-1,0 3 1,1-1 28,0 0 1,-1 3-1,-1-1 1,2 1 152,0-1 1,-1 0 0,1 1 238,0 0 1,-2-3-1,0 1 1,0 1-1,0 0 44,0 1 1,0-1 0,0 0 0,1 1-97,-1-2 1,-1 6-1,0-3 1,1 0-455,1 0 0,-1-4 1,0 1-1,0 0 26,0-2 0,2 2 1,-2-1 141,1 0 1,0 1 0,-1 1 0,1 1 0,0-2 94,0 0 1,-1 2-1,3 0 1,1 0 293,1 0 1,1 0 0,-1-3-1,1 0-270,0 1 0,-1-3 0,1 3 0,-1-3-311,1 0 1,0-1 0,-1 2-259,1 1 0,-3-2 0,0 2 0,-1-1 440,0-2 0,1 4 1,2 1-1,-1 0 0,-1 0 124,1-1 1,1-1-1,1-2 1,0 1 256,-1-1 0,1 1 0,-1-4-194,1 2 1,1-2-1,-1 0 1,0 1-224,-1 1 1,-2-2-1,1 0 1,0-1-189,0 0 1,-2 2 0,0 1-1,1 0 1,-1-1 57,2-1 0,1 0 0,1 2 332,-1-2 0,3 1 1,0-3-1,0-1 1,1-1 18,2 0 0,0-1 1,0 0-1,0 0-177,0 1 0,1-1 1,-1 0-1,-1-2-214,-2 0 1,4 0-1,-2 2 1,2 1 125,1-1 0,1-2 1,1 0 99,0 0 1,4 2 0,-2 0 0,0 0 48,-2-2 0,-1 0 0,0-1 0,1-1-15,3 0 0,-1 2 0,1-3 0,0 0 0,2-1 0,3-1 0,-2 0 0,2 0 0,-3 0-7,-2 0 1,1 0 0,-1 1 0,2 0-2,0 2 0,1-1 0,1-2 8,1 0 0,3 0 0,-3 0 0,0 0 0,-3 0 104,-1 0 0,1 0 0,1 0 0,1-1-1144,1-1 1457,2 1 1,0-5 0,2 1-1</inkml:trace>
  <inkml:trace contextRef="#ctx0" brushRef="#br1" timeOffset="132">2567 4125 16096,'31'-2'890,"-1"0"1,-1-1-1168,-1 0 0,1 1 1,3-2-1,1 0 88,1 0 0,-2 2 0,-3-2 1,1 0-255,-1-1 0,-1 1 0,0-1 0,-1 0 189,1-1 0,0 0 1,2-2 146,2 1 0,-5 2 1,2 0-1,-3 0 1,-3-1-34,0 1 1,2-1 0,-1 1-1,0-2 414,1 0 0,1 0 0,4-1-235,-1 1 1,0-4 0,1 0 0</inkml:trace>
  <inkml:trace contextRef="#ctx0" brushRef="#br1" timeOffset="246">3525 3943 24794,'29'-14'1972,"-2"2"0,0-4 0,-1 3-1880,0 0 0,0 1 0,4-1 0,-1 2 0,-1-1-734,-1 1 1,1-1 0,-4-1 166,0 1 0,-2 0 0,0-3 1,1 1-1,1-1 279,0 1 0,3-1 1,-2 0-1,0 1 88,1-1 0,1-3 0,-1-1 0</inkml:trace>
  <inkml:trace contextRef="#ctx0" brushRef="#br1" timeOffset="399">4176 3577 27292,'22'-21'1919,"-3"1"0,-2 2-2839,-1 1 1,1 0-1,0-1 1,1-1 807,0 0 1,-1 3 0,-2-2 0,0 0 937,-1-1 1,1-2 0,-1 1 0,1 1-214,0-2 0,-3 0 0,0-1 1,0 0-1607,0 0 0,-1 0 0,-1 0 1,1 0 699,1 1 1,1-1 0,-4-1 0,1-1-172,1 0 1,-3-1 0,2 0 0,1-1 411,1 0 1,-1 1-74,2 3 1,-1-3-1,2-1 1</inkml:trace>
  <inkml:trace contextRef="#ctx0" brushRef="#br1" timeOffset="630">4732 2648 24918,'14'-29'1036,"-2"0"0,-1 2 1,-4 1-1,0 0-2145,1 0 0,-1 0 1,0-1-1,0 2 1563,-2-1 0,1 0 1,-2-3-1,0 1-1360,-1 1 0,0 1 0,0 2 1,-2-1 210,0-1 1,1 0 0,1-1 0,-2 0 306,0-1 1,-1 1-1,0-1 1,0-1 104,0 1 1,0 0-1,0 3 1,-1 1-119,-1-1 0,0 2 0,-2-2 0,0 0-293,0 1 0,-1-1 0,-2 0 0,1-2 172,1-1 0,-2 1 1,2 1-1,0 1 313,0 1 1,-2-2 0,2 0-1,-1 0 1211,-1 2 1,-2 0-779,0 0 0,1-2 0,-3-3 0</inkml:trace>
  <inkml:trace contextRef="#ctx0" brushRef="#br1" timeOffset="748">4696 1295 16809,'-11'-22'231,"-1"0"1,1 0-1,-2 0 1,1 0-295,1 0 1,-3 0 0,3 0 0,-2 0-502,1-3 0,1 3 0,-1-3 0,1 2 598,1 1 1,1 0 0,-4 1 0,1-1-360,1 3 1,-3-1-1,3 2 1,-2-1 222,-2-1 1,2 1 0,-4 0-11,2-2 1,-3 0 0,-1-1 0</inkml:trace>
  <inkml:trace contextRef="#ctx0" brushRef="#br1" timeOffset="830">4308 666 17631,'-15'-17'-1357,"1"0"0,-1 0 1175,1-1 1,-1 2-1,0-1 1,1 2-216,2 0 0,-2 1 0,0-1 0,-2 0 477,-1 1 1,2-1-179,0 1 1,-6-4 0,-2-1 0</inkml:trace>
  <inkml:trace contextRef="#ctx0" brushRef="#br1" timeOffset="948">4023 388 21271,'-21'-14'-1525,"1"2"0,-1-1 0,2 2 0,0 1 1153,-1-1 0,4 1 1,-2 1-1,0-1 51,-1 1 0,0 0 0,0 0 0,-2-1 243,0 2 0,-4-1 1,-1 0-1,0-1 143,2 1 1,2 1 0,1 1 0,2-1 300,-1 1 0,1 0 0,0-1-246,1 1 0,-2 0 0,1-1 0</inkml:trace>
  <inkml:trace contextRef="#ctx0" brushRef="#br1" timeOffset="1280">3416 125 26766,'-20'-8'-1487,"1"1"1,-2 0 1236,0-1 0,3 1 0,1 0 0,1 0-398,1 2 1,1-1 0,-1 2 0,1 0 365,2 1 0,-2 0 0,2 1 0,-2-1-80,0 0 0,-1 2 0,0-1 331,1 1 1,-3 1 0,0 0 0,0 0 0,0 0 198,0 0 1,0 0 0,4 0-1,1 0-753,-1 0 1,0 0 0,1 0 0,1-1 155,1-1 0,2 1 0,-2-2 0,1 0 142,-1 1 0,2-2 0,-2 3 1,1-2-15,0 2 0,-2 0 1,-2 0 333,1-1 1,2 1 0,-2-2 0,-1 3-1,-1-1-513,-1-2 0,1 3 1,-1-3-1,1 2 670,-1 1 1,0 0 0,1 0 0,-1 0 265,0 0 0,2 0 0,0 0 0,0 0-734,0 0 1,3 0-1,-1 0 1,2 0 258,-1 0 0,0 1 0,3 1 0,-1 0 32,1 0 0,2-1 118,0-1 1,4 0-132,-2 3 0,9 1 0,2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8:15.822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154 62 11082,'4'0'2014,"0"0"-1486,-2 0 0,0 0-285,3 0 0,-3 0-100,3 0 1,-2-2 372,1-1 0,-2 0-530,1 1 1,-6 1-1,-2-2 1,-2 3-9,-3 0 1,-1 3 820,-4 2-121,1 1-1418,-4 5 0,1 0 1,-1 4 1582,0-1 1,3 4-1,4 2 1,0 1 0,3 0 469,2-2 1,3 2 0,4-4-1,1-1-1098,3 0 1,5-3 0,2-3-1,3-3-251,2 0 0,-2-4 0,2 0 0,-1 0 205,-1-1 0,-4 1 0,-1-3 0,-2 0 163,-1 0 0,-3-1 215,-1-1 1,-3 0-1,0-2-941,-3 1 1,2-2 0,-4 1-705,2 0 0,1 2-1686,2-3 2469,0 0 0,-3-2 0,-2 0 0</inkml:trace>
  <inkml:trace contextRef="#ctx0" brushRef="#br1" timeOffset="331">337 18 9050,'0'-5'-118,"0"0"117,0 1 1,0 0 0,0 4-1,0 6-17,0 5 0,2 2 0,1 8 1,1 1-28,-1 1 0,2 5 0,-2-1 0,0 0 12,0 0 1,3 1 0,-2-3 28,0 1 1,2-6 0,-4-1-1,1-4 4,0-3 0,-2-3 0,2-5 0,-3-7 0,0-2 0,0-3 0,0 1 0,-1-1 0,0-1 0,-2-1 0,-2-6 0,0 1 0</inkml:trace>
  <inkml:trace contextRef="#ctx0" brushRef="#br1" timeOffset="614">329 55 8663,'-7'0'32,"0"0"0,-1 0 1,1 0-31,3 0 0,2-1 0,6-1 0,4 0-2,0 0 0,2 2 1,1 0-1,0 0 0,2-1 0,0-1 0,0 0 0,-1 0 1,-2 1 0,3 1 0,-4-1 6,0-1 0,-1 1 0,0-1 11,-1 1-18,-3 1 0,3 3 0,-3 1 0</inkml:trace>
  <inkml:trace contextRef="#ctx0" brushRef="#br1" timeOffset="867">344 194 8614,'-5'0'-16,"0"0"15,4 0 0,3 0 0,6 0 0,3-1-2,2-1 0,0 1 0,3-2 1,0 2 17,1-2 0,0 2 0,-4-2 0,-2 1 107,-1-1 0,-2 1 0,-3 2 458,0 0-580,-1 0 0,-8-3 0,-4-1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8:18.419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161 59 8856,'8'0'0,"-1"0"0,-2 0 0,0-1 0,0-2 0,-1 2 0,1-4 0,-3 2 0,0-2 0,-1 3 0,-1-3 0,-1 1 0,0-2 0,-2 2 0,-2 1 0,3 0 0,-3 1 0,-1 0 0,0-3 0,-1 2 0,-1 2 0,1 0 0,-3 1 0,0 0 0,1 1 0,-2 1 0,3 2 0,-3 1 0,2 1 0,-1 2 0,-1 0 0,2 4 0,0 1 1,0 1 0,1 1 1,0-1-1,1 2 0,0 1 1,3 1 0,1 1 0,2-1-2,1 0 0,0-2 0,1 0 0,2-2-8,2-2 1,1-3 0,2 0 0,1-3-19,1-1 0,0-3 1,-1 0-1,1-1 13,-1-1 0,-1 0 0,-1 0 8,1 0 1,-4-1 4,-2-1 0,-1 0 0,-1-3 0,0 4 0,0-4 0,0 3 0,0 1 0,0-2 0</inkml:trace>
  <inkml:trace contextRef="#ctx0" brushRef="#br0" timeOffset="269">44 176 8936,'-5'4'6,"1"-2"1,-2-1-4,-1-1 1,2 2-4,1 1 0,3-1 0,1-2 0,4 0 0,3 0 0,3 0 0,2 0 0,2-1 0,1 0 0,-1-2 12,1 2 0,-1-1 1,0 0-1,-2 0 0,-1 0 137,0 2 0,-3 0 1,1 0 44,0 0 0,-5 0 0,1 0 0,0 3 297,-1 2 1,0 1 0,-4 2-68,0 2 1,0 5-1,0 3 1</inkml:trace>
  <inkml:trace contextRef="#ctx0" brushRef="#br1" timeOffset="383">198 293 25751,'0'14'-112,"0"-2"0,0 1 1,0 0-1,0 0 74,0 2 1,0-4 0,0-1 0,0-2 165,0 0 0,0-1-2352,0 0 1480,0-3 1,0-4 0,0-5 925,0-1 1,3-5 0,1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9:25.2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2721 447 9091,'0'7'0,"0"-1"0,-3-1 0,-1-2 0,-3-3 0,-1 0 0,1-3 0,0-2 0,3-1 0,1-1 0,3-1 0,0 1 0,0 0 0,0-2 0,3 1 0,2-2 0,2-1 0,3 2 0,2-1 0,2-2 0,2 0 0,3-2-4,3-1 1,8-3 0,1-1 0,4 0-25,2-1 1,2 2 0,0-2-1,0 3 1,1 2 1,1 0 1,3 3 0,2 0 0,0 2 20,-1 1 0,-21 4 0,0-1 1,-1 1-1,1 1 0,0-1 0,0 1 4,0-1 1,1 2-1,0-1 1,1 0-1,0 1 1,0-1 0,0 0-1,0 1 1,-1-1 0,1 0 0,1 2 0,-1-1 0,0 1 0,0 0 0,1-1 0,1 1-42,1 0 0,0 0 0,0-1 0,0 0 0,0 1 1,1 1-1,-1-1 0,0 0 42,0 1 0,1-1 0,0 0 0,1 1 0,-1 0 0,1 0 0,-1 0 0,0 0 0,-1-1 0,1 1 0,-1 1 0,1 0 0,-1 0 0,0 0 0,0 0 0,0 0 0,-1 0 0,0 0 0,0 2 0,1 0 0,-2 0 0,-1 0 0,1 2 0,-1-1 0,0 1 0,0-1 0,-1 1 0,1 0 0,-2-1 0,1 1 0,0-1 0,-1 1 0,21 6 0,-21-5 0,0 0 0,22 5-19,0 0 1,1 1 0,-4 3 0,0-1-1,1-1 19,-1 1 0,0 1 0,-20-6 0,1-1 0,0 0 0,-1 1 0,16 6 0,1 1 0,-1-1 0,1 1 0,3 0 0,3-1 0,-2 1 0,-3 0 0,-3-1 0,-2 1 0,2 0 0,0 2 0,1 3 0,0-1 0,-3 2 0,0 2 0,-2 0 0,0 1 0,-3-1 0,0-2 0,3 0 0,1 0 0,1 1 0,1 0 0,-1 0 0,-2 0 0,-4 1 0,0 1 0,-1 0 0,1 4 0,5-2 0,-2 0-1,0 1 0,1-2 0,-2 1-1,-2 2 1,-3-2 0,-2 0-1,1 0 1,0 0-1,3 2 1,3 3 0,-1 0 0,0 0-1,-1-1 0,-1-2 0,-2 0 0,0 2 0,-3 1 0,0-1 1,0 0-1,0 1 1,0 1 0,2 3-1,1 1 1,-2-2 0,-3-1 0,0 2 0,-3 0 1,0 2-2,-2-1 0,-4 5 1,-1-5-1,0 2-1,0-1 1,1 0 0,-3-1-1,2 1 84,1-1 1,-2 1-1,1 0 1,1 2-83,1 0 0,1 0 0,-1-3 0,0 2 0,-2 1 1,2 0 0,-3 3 0,1-2 0,-3-1 0,2 0 0,-1 2 0,-1 1 0,-1-2 0,-1 3 0,0-2 0,-2 0-1,0 1 0,-1-1 0,2 2 1,-1 0-4,1-2 0,-2 0 1,0 4-1,0 0 1,0-1 0,-2 0 0,2-4 0,0 2 0,-3 2 1,2 0 0,0 2-1,-2-3 1,0-2 1,-1 1 0,0 2-1,0 2 0,0 0 1,-2-2 0,-1-2 0,-1 0-1,1 1 1,-2 1 0,2 0 0,-1 0-1,-2-1 1,0 1 0,-2 0 0,1 0-1,0 0 1,-1 0 0,-2 0 0,-2 0 0,-2 0 0,-1 1 1,1 0-1,-1-2 0,-3-1 1,-1 2-1,10-22 1,-1 1-1,0-1 1,0 0-1,0 0 1,0 0-1,1 1 1,-1 0-1,-8 18 1,0 2-1,2 1 0,7-21 0,0 0 0,0-1 0,0 0 0,-10 21-1,-1-3 1,-2 3-1,-2-2 1,10-20 1,1 1-1,0 0 1,0 0-1,-1 0 1,1-1-1,-1 0 1,0 0-1,0 0 1,1-1-1,-14 20 0,12-19 0,0 0 0,1 0 0,0-1-19,0 2 1,0-1 0,-1 0 0,0 0 0,-2-1 0,-1 1 0,-1-1 0,-1 0 18,0 1 1,-1-1-1,0-1 1,1 0 0,-1 0-1,2 1 1,0-1-1,1 0 1,0 0 0,0 0-1,1 1 0,-1-1 1,-2 2-1,0-2 1,-1 0-1,0 0 1,0-1-1,-1 0 0,0-1 1,0 0-1,2 0 1,0 0 0,0-1-1,1 1 1,-1 0 0,1 1-1,-2 0 1,0 0-1,2-1 1,-1-2 0,-3 2-1,0 0 1,0-1-1,0-1 0,1 0 1,0-1-1,-1 1 1,1 0 0,0-1-1,0 1 0,0 0 1,0-1 0,0 0-1,0-1 1,-1 0 0,-1 1 0,0-1-1,0 1 1,0-1 0,0 0-1,-1 1 1,1-1-1,2-1 1,1 0-1,-1 0 1,0 0 0,0 0-1,0-2 0,-1 0 1,0 0 0,-1 0-1,0 0 1,-2-1 0,1 0-1,0 0 1,0 0-1,2 0 1,0 0 0,-20 8-1,20-10 1,-1 0 0,0 1-1,-1-1 0,-2 0 1,1 1 0,1-1 0,1 0 0,-1 1 0,1-1-1,0 0 1,0 0 0,-1 1 0,1-2 0,-3 1-1,0-1 1,0 0 0,-1 0 0,1-1 0,-1 0-1,3 0 1,-1-1 0,1 0-1,1 0 1,-1 0 0,1 0-1,-3-1 1,-1 1-1,-1 0 1,-1-1 0,3 0 0,1-1-1,-1 0 1,0 0 0,1 0 0,0-1-1,0 0 1,-1 0 0,-1 1-1,0-1 1,-2 1 0,1-1-1,-1 0 1,1-1-1,1 1 1,1-1 0,0 0 0,0 0-1,0 0 1,0 0-1,-2 0 1,-1 0 0,1 0 0,1 0 0,-2 0 0,1 0 0,1 0-1,1-1 1,-1 1 0,1-1-1,-3 0 1,1-1 0,-1 0 0,1-1 0,-2 0 0,0 1-1,1-1 1,1-1 0,-1 0 0,1 0 0,1 0 0,1-1 0,-2 0 0,-1 0 0,0-1 0,0 0-1,-1 0 1,0-1 0,3 2 0,0-1 0,0 0 0,-1-1 0,2-1 0,-1 0 0,0 1 0,-1 0 0,0-2 0,-1 0 0,1 0 0,1 1 0,0-1 0,1 1 0,-2-1 0,1 0 0,0 1 0,0 0 0,-1-1 0,0 0 0,0 0 0,0-1 0,-1 0 0,1 0 0,1-1 0,0 1 0,0-1 0,0 0 0,0 0 0,-1 0 0,0 0 0,0 0 0,1-2 0,0 1 0,1-1 0,-1 0 0,0 0 0,1 0 0,-1 0 0,1 1 0,-1 0 0,0-1 0,0 1 0,0-1 0,1 0 0,1 0 0,-2 0 0,1 0 0,0-1 0,0 0 0,-1 1 0,0-1 0,0 1 0,0-1 0,1 0 0,0-1 0,0 0 0,1 0 0,0 0 0,1-1 0,-1 0 0,-1 1 0,0-1 0,0 1 0,-1-1 0,0-1 0,0 1 0,0 1 0,1-1 0,1 0 0,0 0 0,0-1 0,0 2 0,0 0 0,1-2 0,-1 0 0,1 0 0,-1 0 0,0-1 0,1 0 0,1 1 0,0-1 0,1-1 0,0 0 0,2 1 0,0 0 0,2 1 0,-1 0 0,0 0 0,-1 0 0,1-1 0,-1 0 0,0-1 0,0-1 0,0 0 0,0-1 0,-1 0 0,-1 0 0,1-2 0,0-1 0,0-1 0,-1 0 0,1-1 0</inkml:trace>
  <inkml:trace contextRef="#ctx0" brushRef="#br0" timeOffset="218">564 5303 8585,'-19'-23'0,"0"0"0,0-1 0,1 1 0,1 2 0,0-1 0,-1-1 0,1 0 0,0 1 0,0-1 0,0 1 0,0-1 0,-1 0 0,0 0 0,1 1 0,0 0 0,1-1 0,1-1 0,1 1 0,0-1 0,2 1 0,0 0 0,1-1 0,2 1 0,-1-1 0,0 1 0,0 1 0,0-1 0,-7-21 0,9 20 0,0-1 0,2 1 0,-1-1 0,1-1 0,-1 1 0,1 1 0,1 0 0,-1 1 0,0-1 0,1 1 0,0-1 0,0 0 0,0 0 0,1-1 0,1-1 0,0 1 0,-1 0 0,1 0 0,1 0 0,-1 0 0,1 1 0,0-22 0,1 22 0,-1-1 0,1 0 0,-1 0 0,1-2 0,0 1 0,0 1 0,0 1 0,0-1 0,2 1 0,-1-24 0,1 23 0,1 1 0,0-2 0,0 1 0,1-1 0,1 0 0,0 0 0,0 0 0,-1 0 0,1 1 0,4-22 0,-4 23 0,1-1 0,0 0 0,0 0 0,1-2 0,0 1 0,0 2 0,0-1 0,1 1 0,1-1 0,0 1 0,0 0-1144,1-1 1,1 1 1143,1-1 0,1 0 0,2-1 0,1 1 0,1 0 0,-1 0 0,2-1 0,0 1 0,2-2 0,0 1 0</inkml:trace>
  <inkml:trace contextRef="#ctx0" brushRef="#br0" timeOffset="701">820 2078 9419,'14'-22'-69,"1"0"0,0 2 0,-1-1 0,1 1 0,0 0 0,13-16 31,-1-1 1,-1 1 0,-3-1-1,2 0 1,-1 1 19,1-1 1,1 3-1,4 1 1,2 0 11,2 2 0,2 1 0,0-2 1,-19 15-1,1 0 1,16-16 0,-4-2 0,0 4 0,-2-1 1,2-1 1,0 6 0,2-3 0,1 2 0,1 0 1,-1-2 0,0 1 0,-2 1 1,-3 1 1,-3-1-1,2 3 1,1 0-1,3 0 0,-1-1 1,3 3-1,-1-2 0,3 2 1,-2-1-1,-1 1 1,-1-2 0,-2-1 0,-4 2 0,2 0 0,1 1 0,3 1 0,-1 2 0,2 1 0,-2-1 0,-1 1 0,0-1 0,0 1 0,-2-1 0,0 1 0,0 0 0,3-1 0,2 1 0,2 1 0,-1 1 0,-2 3 0,-1-1 0,0 0 0,-1 2 0,0 0 0,0 1 0,1 2 0,-1-3 0,0 4 0,1-1 0,2-1 0,-5 3 0,-1-2 0,-3 2 0,-3 1 0,1-3 0,-2 1 0,-1 3 0,0-2 0,-3 4 0,-1 0 0,1-1 0,-1 2 0,-2-1 0,-2 1 0,-2 1 0,-4 1 0,-1 1 0,-3 1 0,0 2 0,-3 1 0,-1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9:28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 99 8634,'11'0'0,"-1"0"0,-2 0 0,-1 0 0,1 0 0,-1 0 0,0 0 0,1 0 0,-1 0 0,0 0 0,0-1 0,-2-1 0,0 0 0,-3-2 0,0 2 0,-2-1 0,-2-2 0,-3 2 0,-5 3 0,1 0 0,-3 0 0,-1 0 0,-1 3 0,-1 1 0,-1 4 0,-2 2 0,1 3 0,0 3 0,0 3 0,-1 4 0,0 0 0,1 1 0,3 7 0,2-2 0,5 1 0,4 0 0,2-2 0,3-2 0,3-4 0,4-4 0,5-3 0,2-2 0,2-3 0,1-1 0,-2-4 0,3-5 0,-1 0 0,0 0 0,1-3 0,-3-2 0,-1-1 0,-3-2 0,-3 1 0,-3 0 0,-2-1 0,-3 1 0,-4 0 0,-3 3 0,-2 1 0,0 2 0,0-2 0,-1-1 0</inkml:trace>
  <inkml:trace contextRef="#ctx0" brushRef="#br0" timeOffset="780">651 106 8602,'7'-1'0,"1"-1"0,-3 1 0,-1-2 0,-1-1 0,2 0 0,-2-3 0,1 0 0,-2-1 0,0 1 0,-1 0 0,-1-3 0,0 0 0,-1 2 0,-1 2 0,0 1 0,-3 1 0,-1 1 0,-2 0 0,-2 1 0,-3 5 0,0 2 0,-3 4 0,-1 4 0,-1 3 0,3 2 0,0 0 0,1-1 0,2 4 0,-1-2 0,4 2 0,4-2 0,1-1 0,6-4 0,3-2 0,5-2 0,4-3 0,2-2 0,2-3 0,0-1 0,2 2 0,1 0 0,-2 0 0,-1 0 0,-4 3 0,-2 0 0,-2 2 0,-2 2 0,-4 2 0,-1-2 0,-2-1 0,-1 2 0,-4-3 0,-1 2 0,-4-2 0,0-1 0,-4 1 0,1-2 0,-2 0 0,-1-1 0,0-4 0,-2 2 0,0-3 0,1 0 0,-2 0 0,1 0 0,1 0 0,0 0 0,3 0 0,0-3 0,2-2 0,3-1 0,0 1 0,5 0 0,2-1 0,2 3 0,3 1 0,3 1 0,5 1 0,0 0 0,2 0 0,1 0 0,3 0 0,-3 3 0,3 1 0</inkml:trace>
  <inkml:trace contextRef="#ctx0" brushRef="#br0" timeOffset="1747">914 55 8602,'0'-10'0,"0"0"0,-2 0 0,-1 3 0,1 1 0,-1 1 0,2-2 0,-2 7 0,3 1 0,0 6 0,0 4 0,0 8 0,1 4 0,0 3 0,2 4 0,1 0 0,0 4 0,0-2 0,-2 0 0,2-3 0,0 0 0,0 1 0,-2-4 0,1-2 0,0-2 0,-1-3 0,0-1 0,-1-4 0,-1-2 0,0-1 0,0-8 0,0-3 0,0-4 0,2-2 0,1-2 0,1 1 0,1 0 0,3 2 0,0 1 0,1 0 0,0 2 0,1 1 0,1 0 0,1-2 0,1 1 0,0 2 0,-1 0 0,1 0 0,2 0 0,1 0 0,2 0 0,1 0 0,-3 0 0,0 0 0,-2 0 0,-2 0 0,-3 0 0,1-1 0,-2-2 0,-4 3 0,-2-4 0,-4 4 0,-2 0 0,-3 0 0,2 0 0,2-3 0,3-1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9:35.699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2831 944 8741,'-5'0'0,"0"0"0,3 0 0,-3 0 0,-1 0 0,2 0 0,-1 0 0,3 0 0,-3 0 0,4 0 0,-3-1 0,4-1 0,0-3 0,4 1 0,0-1 0,3-1 0,0 0 0,1-2 0,1-1 0,2-2 0,0 0 0,1-1 0,3-1 2,0 1 1,0-3-1,2-2 1,3 0-1,1-1 7,1-1 0,3 0 1,2 0-1,1-1-9,1 2 0,3-4 0,0 4 0,-1-2 0,-1 1 0,-1 2 0,1 0 0,2 0 0,2-1 0,2-1 0,0 2 0,1 1 0,-2-1 0,0 1 0,0 0 0,-2 1 0,0 2 0,4 2 0,4-2 0,2 1 0,-2-1 0,-1 1 0,-3 0 0,2-1 0,3-1 0,-19 8 0,2 0 0,-1 0 0,0 0 0,21-7 0,-2-1 0,-2 2 0,1 0 0,0-1 0,-1 2 0,3 1 0,-1 2 0,-2 1 0,-2 0 0,1-1 0,0 1 0,1 0 0,4-1 0,0 0 0,-21 4 0,1-1 0,-1 0 0,0 1 0,0-1 0,0 1 0,0-1 0,0 1 0,23-3 0,-22 3 0,1 1 0,0-1 0,1 1 0,0-1 0,1 0 0,-2 1 0,-1-1 0,-1 1 0,0-1 0,22 0 0,-22 1 0,1 0 0,1 1 0,-1 1 0,1 0 0,-1 0 0,22-2 0,-1 2 0,-4-2 0,4 0 0,-22 2 0,1 0 0,-1-1 0,1 1 0,0 1 0,-1 0 0,22-2 0,-1-1 0,3 1 0,-23 2 0,1-1 0,1 1 0,1-1-28,-1-1 1,1 1-1,-2-1 1,0 1-1,-2 0 1,1 0 0,0 0-1,0 0 28,1 0 0,1 0 0,0 1 0,0-1 0,0 1 0,0 0 0,-2 0 0,0 0 0,23 0 0,-23 0 0,0 0 0,0 0 0,-1 0 0,3 0 0,-1 0 0,-1 0 0,0 0 0,0 0 0,0 0 0,23 0 0,-2 1 0,2 2 0,-23-3 0,0 1 0,2 1 0,0 0 0,-1 0 0,0 0 0,-1 1 0,-1-2 0,24 2 0,-1 2 0,-22-2 0,0-1 0,0 2 0,0-1 0,0 0 0,0 0 0,18 4 0,-1-1 0,0 3 0,-2 0 0,3-2 0,-2 0 0,0 0 0,2 2 0,-1 0 0,-3 0 0,-2 0 0,-3 2 0,1-1 0,2 2 0,1 1 0,1 1 0,-3 0 0,-2 1 0,-2-1 0,-2 1 0,-1 1 0,1 0 0,2 1 0,-1 0 0,2-2 0,0-1 0,-3 1 0,3 0 0,-2 1 0,-3 2 0,2-1 0,-3-2 0,4 2 0,2 2 55,1 0 0,-2 2 0,-3-1 0,0 3-55,-2 1 0,0 0 0,-1-2 0,0 0 0,-2 0 0,4 0 0,1 1 0,2 1 0,0 0 0,-1 0 0,-1-1 0,0 1 0,0 2 0,-3 3 0,0-1 0,-2-2 0,0-1 0,3 2 0,-1 0 0,1 2 0,1 0 0,-1 0 0,-3 1 0,0 2 0,1-1 0,-3 2 0,-1 0 0,2-3-1,2 1 0,-2-1 1,5 1-1,0 3-1,1-1 0,1 3 1,-5-2-1,-1 1 0,-1-1 0,2 2 1,-5-3-1,-2 1 0,1 0 1,-3 3-1,4 3 1,0-1-1,1 1 0,1-1 0,-1-2 1,-1-1 0,1 2 0,-2 1 0,0 1 0,0 2-1,-1-1 1,-1-2-1,-2 0 1,2 0 0,0 0 0,0 0 1,-3-1-1,2 0 0,1 1 1,-2 2-1,2-1 0,-4 1 0,0-2 0,0 2 0,0 2 0,1 0-1,-2 1 0,0-4 1,-3 0-1,1 0 0,2 1 1,-3 2 0,0-1 0,-1-2 0,0 0 0,-1 2 0,1-2 0,2 3 0,-2-3 1,2 4-1,-2-1 1,-1-1-1,1 0 1,-1 1 0,-1-2-1,0 0 1,-1 1 0,0-1 0,2 3 0,0-1 0,1-2 0,-2 2 0,0-4 0,2 2-1,0 1 1,3 3-1,-1 0 1,-1-3-3,2-1 1,-1 1-1,3-1 1,-1 2-1,-2 1 1,3 0 0,-4 0-1,1 0 1,1 0 0,-3 2 0,2 0 0,-2 0 0,-1-1 0,-2-1 0,0 0 0,0 3 1,1-5 0,0 3 0,-1-1 0,0 2 0,2 0 1,-1-2-1,0 0 1,-1 0-1,1 0 1,-3 0-1,0 2 1,0 0 0,-1 0 0,0-2 0,-2 0 0,0 0 0,3 1 0,-1 0 0,0 1 0,-1-3 0,0 0 0,0-3 0,2 1 0,-2 3 0,0 2 0,1-3 0,1-1 0,-1 0 0,-2 1 0,3 1 0,-1-1 0,0-1 0,-1 1 0,-1-3 0,0 2 0,0-1 0,0-2 0,0 2 0,0 0 0,-1-2 0,-2 1 0,2 4 0,-4-2 0,-1-3 0,0 0 0,1-2 0,-1 2 0,-1 2 0,-2-1 0,-1-2 0,3-4 0,0 1 0,-1 0 0,1 2 0,0 0 0,-2-2 0,0-1 0,0 2 0,-3-2 0,-1 1 0,-1-1 0,-1 1 0,0-2 0,-2-1 0,0 1 0,-3 3 0,1-1 0,1-3 0,-3-1 0,1-2 0,-1 0 0,-1 0-8,0-2 1,0 1 0,-1-1 0,-1 1-2,-3 2 1,-6-2-1,-2 0 1,1-2 2,0-1 1,2-1 0,0-1 0,-1 1 2,0 0 0,-4 0 0,1-2 2,-2 0 0,-4 1 0,2 0 0,1-1 0,2-4 0,2 1 1,-4-2-1,-4 0 0,-1 0 0,20-8 1,1-1-1,-20 9 1,3-2-1,1 0 0,-3-1 1,18-7 0,-1 0 0,0 0-1,0-1 1,0 0 0,0 0-67,0 1 1,0-1 0,-21 6 0,21-6 0,0 0 65,-1 1 1,0-1 0,0 0 0,0-1 0,-1 1 0,-1 0 0,1-1-1,-1 0 1,2 0 0,0-1-1,0 0 1,0 0 0,-1 1 0,-1 0 0,0 0 0,0-1 0,0 0-1,-1-1 0,1 0 1,0 0 0,0-1 0,1 1 0,0 0 0,-1 1 0,0 0 0,-1 0-1,-1-1 1,0 1 0,-1-1 0,1 0 0,2 0 0,0 0-1,0 0 1,0-1 0,-1 0 0,0 1 0,-2 0 0,0 0 0,0 0 0,-1-1 0,2 0 0,0-1 0,1 1 0,1 0 0,-1-2 0,1 0 0,-3 2 0,0 0 0,-1-1 0,1 0 0,-1 0 0,1 1 0,0-1 0,1 0 0,3-1 0,0 0 0,-2 0 0,-1 0 0,-1 0 0,0 0 0,-2 0 0,1 0 0,1 0 0,0 0 0,1 0 0,0 0 0,0 0 0,0 0 0,0 0 0,0 0 0,-3 0 0,0 0 0,-1 0 0,1 0 0,0 0 0,0 0 0,0 0 0,0 0 0,2 0 0,0 0 0,-2 0 0,0 0 0,-1 0 0,0 0 0,0 0 0,0 0 0,0 0 0,0 0 0,0 0 0,1-1 0,1 0 0,0 0 0,0 0 0,0 0 0,1-1 0,-1 0 0,0 1 0,-1-1 0,3-1 0,-1 1 0,0 0 0,-1 1 0,2-1 0,0 0 0,0-1 0,0 1 0,0 0 0,-1 0 0,0-2 0,-2 1 0,0 1 0,0 0 0,2 0 0,-1-1 0,1 1 0,-1-1 0,1 2 0,-1 0 0,-2-1 0,0 0 0,-1 0 0,1 0-67,0 0 1,0 0 0,1 1 0,0-1 0,1 0-1,0 0 1,-1 0 0,-1 0 66,-1 0 0,1 0 0,-2 1 0,0 0 0,2-1 0,0 0 0,0 0 0,0 0 0,0 1 0,-1-1 0,1 1 0,0 1 0,0-2 0,-1 0 0,-1 0 0,1 0 0,1 1 0,0 0 0,-1-2 0,-1 1 0,3-1 0,-1 1 0,1 0 0,-1-1 0,0 1 0,0-1 0,-1 1 0,-1-1 0,1 0 0,0 0 0,2 0 0,0 0 0,1 1 0,0-1 0,0 2 0,-1 0 0,-3-1 0,1 0 0,-1 0 0,1 1 0,1 0 0,0 0 0,-1-1 0,1 1 0,1-1 0,1 0 0,-2 0 0,0 0 0,0 0 0,-1 0 0,2 0 0,-1-1 0,0 0 0,0 1 0,0-1 0,0 0 0,1 0 0,0 0 0,0-1 0,0 0 0,-1 1 0,1-1 0,-1 0 0,1 1 0,-2-1 0,1 0 0,1 0 0,0 0 0,2 0 0,0-1 0,-1 0 0,1 0 0,-2 1 0,1 0 0,-1-2 0,0 1 0,-1 0 0,0 0 0,4 1 0,-1-1 0,1 0 0,1 0 0,1 0 0,-1-1 0,0 1 0,-1-1 0,0 0 0,0 0 0,1 0 0,0 0 0,0-1 0,-1 0 0,2 1 0,-1 0 0,-2-1 0,-1 0 0,2 0 0,-1 0 0,-1-1 0,-1 0 0,2 0 0,0 0 0,0-1 0,1 0 0,-1 0 0,0 0 0,2-1 0,0 0 0,0-1 0,1 0 0,2 0 0,1-1-49,1 0 1,0 0 0,0 1 0,1-1 0,0 0 0,0-1 48,0 0 0,0 1 0,0 0 0,1 0 0,1-1 0,0 0 0,-18-13 0,1 1 0,-1 0 0,20 10 0,0 0 0,-2 0 0,0 0 0,0-1 0,0-1 0,-1 0 0,1-1 0,1 2 0,0 0 0,2 0 0,0 0 0,-15-15 0,3-1 0,-2-1 0,15 15 0,-1 0 0,0-1 0,1 1 0,0-1 0,0 1 0,1-1 0,1-1 0,0 1 0,0-1 0,2-1 0,0 1 0,-13-18 0,4-2 0,1 0 0,1-1 0,0-2 0,11 21 0,-2 0 0,0 0 0,-1 1 0,-10-22 0,1 2 0,0 0 0,11 18 0,-1 1 0,1-1 0,1-1 0,0 0 0,1 0 0,0 0 0,0 1 0,1-1 0,0 1 0,-5-21 0,-1-1 0,3-1 0,6 21 0,0 1 0,1-1 0,0 0 0,0 1 0,1-1 0,1 0 0,0 0 0,0 1 0,-1-1 0,1 0 0,0-1 0,-1-1 0,1 0 0,0 1 0,0 0 0,0 0 0,2 0 0,-1 0 0,0 1 0,-1 1 0,2-1 0,0 1 0,0-1 0,1-1 0,-1-1 0,1 0 0,0 0 0,-1 1 0,0-1 0,1 2 0,-1-1 0,0 1 0,1 0 0,-1 0 0,1 0 0,0-1 0,0 0 0,0-1 0,0 1 0,1 0 0,0 1 0,-1-1 0,1 0 0,-1 1 0,1-1 0,0 0 0,1 0 0,-1 0 0,1-1 0,0 1 0,-1-1 0,2 0 0,0 0 0,0 2 0,1 0 0,-1 0 0,1-1 0,1 1 0,0-1 0,1-1 0,0 0 0,0 0 0,0 0 0,0 0 0,2 0 0,-2 1 0,1 0 0,-1 1 0,1-1 0,0 0 0,1 0 0,-1 0 0,-1-1 0,0 1 0,0-1 0,0 0 0,0 1 0,-1 0 0,1 0 0,-1 0 0,1 1 0,0-1 0,0 0 0,1-1 0,-1 0 0,0 1 0,-1 0 0,-1-1 0,0 0 0,1 1 0,0 0 0,1 1 0,0-1 0,0-1 0,0 0 0,2-1 0,-1 1 0,0-1 0,0 0 0,1 2 0,0 0 0,-1 2 0,0-1 0,1 1 0,1-1 0,0-1 0,0 1 0,1-2 0,-1 0 0,-1 1 0,0 0 0,0 0 0,0-1 0,0 2 0,-1 0 0,1 0 0,-1 1 0,1-1 0,0 1 0,0-3 0,-2 1 0,1-1 0,0 1 0,0 1 0,0-1 0,1 1 0,1-1 0,0 2 0,-1 0 0,2-2 0,1 0 0,0 0 0,0-1 0,-2 1 0,1 0 0,1 0 0,-1 0 0,1 2 0,-1-1 0,0 0 0,0 0 0,1 1 0,-1 0 0,0-1 0,-1-1 0,1 1 0,-1-1 0,0 1 0,-1 0 0,0 0 0,0 0 0,1 2 0,0 0 0,0-1 0,0 1 0,0-2 0,0 0 0,0 2 0,0 0 0,0-1 0,1-1 0,0 1 0,0 0 0,1 1 0,0 1 0,2-1 0,0 0 0,-1 1 0,1-1 0,-1 1 0,1 0 0,0 0 0</inkml:trace>
  <inkml:trace contextRef="#ctx0" brushRef="#br1" timeOffset="251">1968 1448 13144,'18'-18'-335,"1"-1"0,-1 1 0,-1 0 0,1 0 0,-1-1 0,-1 1 0,0 0 218,0 0 0,1-1 0,-2-1 0,1 0 0,2 0 0,0 1 0,1-1 1,1 1-30,1 0 1,0 1 0,2 0-1,0 1 1,3-1 0,0-1-1,0 1 1,1 0 121,0-1 0,-1 1 0,-1 1 1,0 0-1,-2 1 0,-1-1 0,1 0 1,-1 1 8,1-1 0,1 0 1,2 1-1,0 0 1,1 0-1,-1 0 1,-1 0-1,0 1 5,-1 1 0,0 0 0,-2 0 0,0 1 1,1-1-1,-1 0 0,1 1 0,1-1 2,2 1 0,-1-1 1,-2 1-1,0 1 0,-1-1 1,0 1-1,18-10-17,-4 3 0,-1 1 0,1 3 0,-1 1 25,-1 2 0,-3 2 0,0 2 0,-4 1 32,-2 0 1,-6 2 0,-2 1-1,-1 1-32,-2 1 0,4 1 0,0-1 0,2-1 0,-3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59:37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73 256 8666,'-2'7'0,"-1"0"0,1 0 0,2 1 0,0-1 0,0 1 0,0 1 0,0 1 0,0-1 0,0 1 0,0 0 0,0 0 0,0 0 0,0-1 0,-1 0 0,-1-1 0,1 0 0,-2-1 0,-1 0 0,0 1 0</inkml:trace>
  <inkml:trace contextRef="#ctx0" brushRef="#br0" timeOffset="518">0 351 8666,'0'-10'0,"0"0"0,0 1 0,0 0 0,0 0 0,0 0 0,0-1 0,0 2 0,0-2 0,0 2 0,1-1 0,1 3 0,-1 7 0,2 6 0,1 5 0,-4 6 0,3 3 0,-2 5 0,-1 3 0,0 0 0,0 0 0,2 1 0,1-1 0,1 0 0,-1-4 0,2-2 0,0-3 0,-1-2 0,3-3 0,-1-4 0,3-4 0,1-5 0,-3 0 0,1-5 0,-1-4 0,1-2 0,1-5 0,1-2 0,-1-3 0,-1-3 0,-1-3 0,1-2 0,-1 0 0,0-1 0,-2 0 0,-1-2 0,-1-2 0,2 4 0,-2 0 0,-2 3 0,0 4 0,-1 6 0,0 5 0,0 8 0,0 4 0,0 10 0,0 6 0,0 3 0,0 3 0,0 3 0,0 1 0,0 2 0,0-1 0,0-1 0,1 0 0,1-1 0,0-4 0,2 2 0,-1-3 0,2-4 0,-2-2 0,-2-4 0,0-2 0,-1 0 0,0-7 0,0-3 0,0-4 0,0-2 0,0-1 0,0-1 0,0 1 0,0 0 0</inkml:trace>
  <inkml:trace contextRef="#ctx0" brushRef="#br0" timeOffset="883">358 358 8666,'-4'0'0,"-1"0"0,1 3 0,-1 3 0,2 3 0,2 3 0,1 3 0,0 1 0,1 2-2,2 0 1,-2 1 0,3 1 0,0-1-1,1-1 0,-4-2 0,2-3 1,-2-2-1,2-3 0,-3 1 2,3-4 0,-2-3 0,-1-2 0,0-5 0,0-4 0,0 0 0,1-3 0,0-2 0,2-2 0,2 0 0,0-3 0,2 1 0,0-1 0,0 3 0,1-1 0,-1 2 0,0 3 0,3 0 0,0 4 0,-1 4 0,-1 3 0,-1 5 0,0 3 0,0 5 0,-2 4 0,-2 1 0,-3 2 0,0 1 0,0 2 0,0-4 0,0-1 0,0-1 0,0-2 0,0-2 0,0-2 0,0-2 0,3-1 0,1 0 0</inkml:trace>
  <inkml:trace contextRef="#ctx0" brushRef="#br0" timeOffset="1533">600 394 8594,'0'-13'0,"0"0"0,0 4 0,0 1 0,0 0 0,0 5 0,0 4 0,0 6 0,0 7 0,3 1 0,1 4 0,1 0 0,0-1 0,-4 0 0,2 0 0,-2 0 0,1-1 0,1-2 0,-2-1 0,0-1 0,-1-1 0,0-6 0,0 2 0,0-2 0,0-3 0,0-3 0,0-7 0,0-3 0,0-1 0,0-2 0,3-2 0,2-1 0,2-1 0,-2-3 0,-1 3 0,2 0 0,1 0 0,0 0 0,0 1 0,1 4 0,-1 2 0,0 2 0,-2 1 0,0 0 0,1 2 0,0 2 0,1 3 0</inkml:trace>
  <inkml:trace contextRef="#ctx0" brushRef="#br0" timeOffset="1799">790 453 8594,'7'0'0,"-3"-3"0,0-1 0,-2-1 0,0 0 0,1-1 0,-2-3 0,0 0 0,2 0 0,-1 0 0,-2 0 0,0-1 0,0 1 0,0 3 0,-1 2 0,-1 1 0,-2 1 0,-3 5 0,-1 2 0,1 1 0,0 5 0,-1 1 0,1 2 0,0 0 0,2 2 0,1 0 0,1 1 0,-2-1 0,2-3 0,2 0 0,0-1 0,1-1 0,3 0 0,3-4 0,2 0 0,2-3 0,3 0 0,-2-8 0,4 0 0</inkml:trace>
  <inkml:trace contextRef="#ctx0" brushRef="#br0" timeOffset="2068">1039 307 8594,'4'-4'0,"-1"0"0,-3-3 0,-1 3 0,-1 2 0,-2 1 0,-4 2 0,2 2 0,1 4 0,-2 0 0,3 4 0,0 0 0,2 1 0,-1-1 0,0 1 0,2 1 0,0 1 0,1 1 0,0-1 0,1 0 0,1-2 0,-1 1 0,2-2 0,-1 0 0,1-1 0,-1 2 0,-2-2 0,0-1 0,-3-1 0,-1-1 0,-3-2 0,-1-1 0,-2 0 0,2-2 0,-2-2 0,2 0 0,1 0 0,2 0 0,-1-3 0,2-1 0</inkml:trace>
  <inkml:trace contextRef="#ctx0" brushRef="#br0" timeOffset="2369">1163 387 8592,'5'0'0,"0"0"0,0 0 0,2 0 0,1 0 0,2 0 0,-1 0 0,3-1 0,2 0 0,1-3 0,2 0 0,0 2 0,-2-2 0,-1 0 0,-2 0 0,-1 2 0,-4-1 0,0 0 0,-3 2 0,-4-6 0,-4 3 0</inkml:trace>
  <inkml:trace contextRef="#ctx0" brushRef="#br0" timeOffset="2583">1251 263 8592,'-8'0'0,"1"0"0,0 0 0,-1 1 0,2 1 0,1 3 0,2 2 0,3 4 0,0 3 0,0 2 0,0 5 0,1 0 0,0 3 0,2-1 0,2 0 0,-1-2 0,1-1 0,0-3 0,-2-3 0,1-1 0,0-4 0,0-1 0,-2-3 0,3-3 0,0-4 0,2-3 0</inkml:trace>
  <inkml:trace contextRef="#ctx0" brushRef="#br0" timeOffset="2968">1390 263 8592,'0'7'0,"0"0"0,0 1 0,0 0 0,0 2 0,0 2 0,0 2 0,0 0 0,0 2 0,0 1 0,0-1 0,0 3 0,0-1 0,0-2 0,2-3 0,1-2 0,1 0 0,-1-2 0,0-2 0,0-2 0,-3-3 0,3-4 0,0-2 0,0-3 0,-1-2 0,1 0 0,-1-2 0,3-2 0,0 1 0,2 0 0,0-3 0,1 0 0,-1 2 0,0 0 0,1 0 0,1 1 0,0 1 0,-2 1 0,0 2 0,-2 1 0,1-1 0,2 1 0,-3 3 0,-1 1 0,-1 0 0,3 2 0,-2-2 0,3 2 0,-2 1 0,0 0 0,0 1 0,2 2 0,-2-1 0,0 5 0,-1 1 0,1 0 0,-1 3 0,-3 1 0,3 1 0,0 0 0,-3 0 0,2-3 0,-3 2 0,3-3 0,-1 4 0,4-1 0,-2 2 0</inkml:trace>
  <inkml:trace contextRef="#ctx0" brushRef="#br0" timeOffset="3134">1638 160 8613,'-11'0'0,"1"0"0,2 0 0,0 0 0,-1 0 0,-1 0 0,3 0 0,2 0 0,3 0 0,-1 0 0</inkml:trace>
  <inkml:trace contextRef="#ctx0" brushRef="#br0" timeOffset="3535">1880 234 8629,'-8'0'0,"1"-4"0,0 3 0,-1-2 0,-1 1 0,-1-1 0,0 2 0,0 0 0,-3 3 0,0 2 0,-2 2 0,1 7 0,2 2 0,2 1 0,2 5 0,2-1 0,1 2 0,2 0 0,6-5 0,2-1 0,4-2 0,4-2 0,4-6 0,2-2 0,2-2 0,1-2 0,3-6 0,1-3 0</inkml:trace>
  <inkml:trace contextRef="#ctx0" brushRef="#br0" timeOffset="3734">1968 168 8629,'0'-11'0,"0"-1"0,0-1 0,0 1 0,0 1 0,0 4 0,-1 4 0,-1 6 0,0 6 0,-1 5 0,3 4 0,0 3 0,0 5 0,0 0 0,0 1 0,0 1 0,0 0 0,1-1 0,1 0 0,0 0 0,0-1 0,1-3 0,-1-5 0,0 0 0,-1-2 0,1-3 0,1-4 0,-2-1 0,1-3 0,0-3 0,-1-4 0,2-3 0</inkml:trace>
  <inkml:trace contextRef="#ctx0" brushRef="#br0" timeOffset="3917">1924 329 8639,'-8'0'0,"1"3"0,0-2 0,-1 1 0,6-2 0,4-2 0,4-3 0,6 1 0,0-1 0,2 0 0,1 1 0,-1-3 0,-1 3 0,-1 0 0,0-2 0,3 2 0</inkml:trace>
  <inkml:trace contextRef="#ctx0" brushRef="#br0" timeOffset="4200">2128 402 8639,'8'-1'0,"-1"-1"0,-2 0 0,-1-3 0,0-1 0,0 0 0,1-2 0,2-1 0,1-2 0,-1 0 0,0-1 0,0-2 0,-2 1 0,0 1 0,-3 3 0,0-1 0,-1 2 0,-1 1 0,-1 2 0,-2 3 0,-3 1 0,-3 1 0,-4 3 0,0 3 0,0 2 0,1 2 0,-1 3 0,4-1 0,0 2 0,0 2 0,3 0 0,1-2 0,3-1 0,1 0 0,2 0 0,4-1 0,3-2 0,2-1 0,6-1 0,2 0 0</inkml:trace>
  <inkml:trace contextRef="#ctx0" brushRef="#br0" timeOffset="4668">2406 307 8639,'8'-4'0,"-2"-3"0,-1-2 0,-2-1 0,-3 2 0,0-1 0,-1 0 0,-1 0 0,0 1 0,-2 0 0,-2 1 0,-1 2 0,0 1 0,0 1 0,-3 1 0,0 5 0,0 1 0,0 3 0,-2 0 0,0 4 0,1 1 0,0 3 0,2 2 0,1-1 0,2 3 0,1-1 0,3-2 0,1-3 0,1-1 0,1 0 0,1 0 0,3-3 0,5-3 0,2-2 0,2-1 0,-2-1 0,0-5 0,1-1 0,1-3 0,-2-1 0,0-2 0,0-2 0,0-2 0,-2-4 0,-2 0 0,-1-2 0,0 1 0,-2-3 0,0-3 0,0-1 0,-1 1 0,2-2 0,-4 2 0,0 0 0,-2 0 0,3 4 0,-1 4 0,0 1 0,-2 5 0,-2 1 0,-1 3 0,-1 2 0,2 2 0,-2 6 0,-1 2 0,1 4 0,3 4 0,-2 4 0,3 2 0,0 2 0,0 2 0,0 1 0,0 0 0,0 0 0,0 1 0,0-1 0,3 0 0,-2-2 0,4 0 0,0-2 0,0-1 0,0-2 0,-3 0 0,2-4 0,0-1 0,-2-6 0,-1 1 0,1-3 0,-1-2 0,2-8 0,-3-2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32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14 212 8673,'9'-22'0,"-3"3"0,-6-6 0,0-1 0,0 3 0,-1 2 0,-3 5 0,-1 0 0,2 1 0,-6 7 0,8 4 0,-4 14 0,5 12 0,3 11 0,2 7 0,2 6 0,-2 4 0,5 6 0,-1 3 0,-1 2 0,-1-2 0,-2-1 0,2-3 0,-6-4 0,4 3 0,-3-1-3,-2-4 1,0-9 0,0-6 0,0-7-6,0-7 1,0-3 3,0-2 0,-2-8 0,-1-7 1,-2-8 1,0-8 0,5-6 0,-2-8 0,-1-9 0,-2-5 1,0-3-1,5-2 1,0-3 0,0-2 1,0-4 0,1-6 0,4-4 0,6-1 0,2 6 0,4 3 0,2 7 0,1 6 0,7 10 0,-2 8 0,4 12 0,1 10 0,-4 14 0,-1 10 0,0 12 0,-1 10 0,-2 10 0,-7 3 0,0 0 0,1 1 0,-1-1 0,0-3 0,0 2 0,-5-6 0,-1-4 0,-1 0 0,-1-1 0,0 1 0,-2-8 0,-3 3 0,1-4 0,2-2 0,0-4 0,-5-3 0,0-1 0,0-1 0,0-6-7,0 0 3,0-6 0,0-4 0,0-10 4,0-4 0,0-13 0,0-2 0</inkml:trace>
  <inkml:trace contextRef="#ctx0" brushRef="#br0" timeOffset="250">136 592 8598,'-15'1'0,"-1"5"0,1-5 0,0 4 0,0-3 0,0-2 0,8 0 0,7 0 0,15-5 0,14-2 0,6 0 0,4 1 0,2-4 0,3 3 0,-2-2 0,-2-3 0,-6 6 0,2 1 0,-6 1 0,-5-1 0,-3 4 0,-6-5 0,-1 5 0,-7 1 0,-8 0 0,-8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34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0 460 8673,'0'-15'0,"0"-1"0,0 1 0,0 5 0,0 3 0,0 6 0,0 12 0,0 22 0,0 11 0,0 10 0,2 5 0,1 3 0,4 4-1,2 5 1,1-2-1,3 1 1,-1-4-5,-2-7 1,0-5 0,4-12 0,-2-5-6,-2-6 1,-7-11-7,2 0 13,-3-10 0,-2-11 0,0-13 0,0-6 3,0-4 0,-7-1 0,-1-6 0</inkml:trace>
  <inkml:trace contextRef="#ctx0" brushRef="#br0" timeOffset="302">31 521 8687,'-10'-16'0,"-1"1"0,8 0 0,-2 0 0,3 0 0,2-1 0,4 3 0,4 1 0,9 4 0,5 1 0,8 2 0,6 7 0,-2 4-1,-2 9 0,-2 2 0,1 7 1,-3 0-3,-2-1 0,-4 3 1,-9 2-1,-3-1 0,-5-1 1,-3-6 0,-4 4 0,-3-1 0,-5 1 1,-8-5 0,-3 1 0,1-3 0,-2-2 0,5-5 0,-3-1 1,3-3-1,2-2 0,0 2 1,-1 0-1,1-3 1,7-3 0,3-5 0,3-4 0,2-6 0</inkml:trace>
  <inkml:trace contextRef="#ctx0" brushRef="#br0" timeOffset="569">548 551 9027,'0'29'0,"1"-2"0,3-3-21,1-3 0,5 0 0,-5-6 1,-2 0-75,-1 0 0,0-1 20,3-4 70,-3-3 1,4-14-1,-6-5 1,2-5 4,3-3 0,-2-7 0,6 2 0,-1-4 0,1-1 0,1-1 0,5 2 0,-1 2 0,-4 2 0,3 6 0,-3-1 0,4 2 0,1-3 0,0 11 0,1 0 0,6 7 0,1 3 0</inkml:trace>
  <inkml:trace contextRef="#ctx0" brushRef="#br0" timeOffset="885">1186 384 8691,'-15'-5'0,"0"0"0,0 0 0,0 5 0,-1 0 0,1 1-1,0 4 1,0 6 0,1 9 0,2 7-1,2 7 1,5-1 0,-3 6 0,1-2-1,4-3 1,3 3 0,5-3-1,6-5 1,8-7 0,0-5 0,6-2 0,2-1-1,2-4 1,1-5 0,-1-9 0,-2-2-1,-2-3 1,-1-6 0,3-7-1,-3-2 0,-2-3 1,-2-1-1,-7-3 1,-1 1-1,-2-1 0,-6 1 1,1-1-1,-5 1 0,-5 0 0,-9 6 1,-9 4-1,-5 5 0,-4 4 1,-8 5 0,-1 7 0,-3 4 0,-1 6 0,6 2 0,2 9 0,6 2 0</inkml:trace>
  <inkml:trace contextRef="#ctx0" brushRef="#br0" timeOffset="1650">1673 80 8598,'0'-15'2,"0"-1"0,0 1 1,0 0 1,0 5 0,0 3-4,0 5 1,2 7 0,1 17 0,4 9-1,1 8 0,2 11 0,6 6 1,-1 3-1,0 2 0,0-7 0,0-2 0,1-1 0,-1 0 0,-5-7 0,-2-9 0,-1-4 0,-3-6 0,-3-3 0,-1-7 0,0-8 0,0-7 0,0-9 0,0-6 0,0-5 0,2-5 0,3-4 0,-2-7 0,7-1 0,2-2 0,2-3 0,1 5 0,2 2 0,2 4 0,1 6 0,7 4 0,-4 11 0,3 5 0,-1 4 0,-5 9 0,4 7 0,-2 9 0,-3 5 0,-9 1 0,-5 0 0,-3 1 0,-2 1 0,-2 0 0,-3 0 0,-5-3 0,-4 0 0,-1-7 0,0-2 0,-2-3 0,-3-2 0,3-2 0,-4-2 0,4-6 0,2-4 0,0 4 0,0 1 0,0-3 0,-1-1 0,6-2 0,2-2 0,1-3 0,2-4 0,7-6 0,3 0 0,5 0 0,3 1 0,3 4 0,6-10 0,1 3 0</inkml:trace>
  <inkml:trace contextRef="#ctx0" brushRef="#br0" timeOffset="1867">2296 65 8617,'9'-7'0,"-1"5"0,-4-5 0,1 1 0,0 6 0,-5 1 0,0 13 0,5 8 0,0 10 0,0 3 0,2 6 0,-4 10 0,6 3 0,-1 0 0,0-4 0,1 1 0,3-4 0,-2-4 0,2-5 0,-6-4 0,1-8 0,0-6 0,-4-5 0,8-5 0,-8-10 0,4-8 0</inkml:trace>
  <inkml:trace contextRef="#ctx0" brushRef="#br0" timeOffset="2184">2692 536 8617,'1'8'0,"4"-3"0,6-3 0,-3-2 0,2 0 0,2 0 0,2-2 0,1-1 0,0-4 0,0-1 0,0 3 0,1-5 0,-1-2 0,0-2 0,0-1 0,-1 0 0,-2 0 0,-2-1 0,-2 0 0,2-3 0,-3-1 0,0 1 0,-6 1 0,5-1 0,-5-1 0,-8 1 0,-4 9 0,-8 5 0,2 5 0,-5 5 0,2 7 0,0 6 0,-2 6 0,3 6 0,-1 1 0,1-1 0,4 1 0,3-1 0,4 0 0,1 1 0,2-1 0,5-1 0,2-2 0,3-2 0,5-8 0,10 0 0,5-7 0,4-3 0,2 5 0,-1-4 0</inkml:trace>
  <inkml:trace contextRef="#ctx0" brushRef="#br0" timeOffset="2719">3194 277 8617,'6'17'0,"4"4"0,-1-3 0,1 7 0,0 3 0,-1 0 0,4 3 0,-3-1 0,2 0 0,-2 1 0,2-6 0,-7-1 0,-2-2 0,-1-4 0,0-7 0,1-5 0,2 1 0,0-7 0,-5 0 0,0-8 0,0-8 0,0-4 0,2-5 0,3-4 0,-1-1 0,6-2 0,1-2 0,3-2 0,1-3 0,0 7 0,1 5 0,-1 4 0,0 9 0,0 9 0,0 3 0,1 2 0,-1 9 0,0 6 0,0 10 0,0 9 0,1-2 0,-3 5 0,-1-1 0,-2-1 0,-1-1 0,2-7 0,0-1 0,-6-4 0,3 0 0,-1-7 0,-4-2 0,1-6 0,-1-4 0,2-6 0,0-7 0,-3-9 0,1-3 0,2-1 0,5-3 0,-3-4 0,2-1 0,1-1 0,7-1 0,1-1 0,2 5 0,2 5 0,-3 11 0,3 1 0,2 4 0,3 1 0,-5 10 0,-2 12 0,-3 9 0,-2 10 0,0 3 0,-1 0 0,-4 0 0,2 4 0,-6-6 0,1-1 0,0-2 0,0-3 0,-4-4 0,2-4 0,0-4 0,-5-16 0,0-7 0,0-11 0,-6-7 0,-3-6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44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1 171 8843,'5'-22'0,"0"-3"0,5 1 0,-5 1 0,-1-1 0,-3 0 0,-1 11 0,0-2 0,0 16 0,0 6 0,0 10 0,0 13 0,0 13 0,0 6 0,0 6 0,0 5 0,0 0 0,0 1 0,0-2 0,0-3 0,0 1 0,0-6 0,0-2 0,0-2 0,7-9 0,3-8 0,5-6 0,6-2 0,2-12 0,10 0 0,0-7 0,3-3 0,4-6 0,-4-3 0,-4-1 0,-5 0 0,-5 1 0,-9-2 0,-1 2 0,-2 2 0,-6 1 0,1 1 0,-10 1 0,-5-4 0,-4 1 0,6 2 0,-6-2 0,6-1 0</inkml:trace>
  <inkml:trace contextRef="#ctx0" brushRef="#br0" timeOffset="983">716 186 8843,'8'-28'0,"-3"1"0,-3 3 0,-2 2 0,0 2 0,0 5 0,0-1 0,0 10 0,0 7 0,0 13 0,2 10 0,1 13 0,2 7 0,-2 6 0,-1 4 0,-2 2 0,2 5 0,1-2 0,2-3 0,0-4 0,-5-6 0,0-1 0,2-2 0,1-8 0,2-9 0,-1-8 0,-3-9 0,-2-11 0,-3-12 0,-2-8 0,-3-6 0,6 1 0,-2-9 0,3 2 0,2-1 0,0-4 0,0-7 0,2 1 0,3-1 0,3 6 0,7 1 0,2 2 0,4 3 0,-3 3 0,8 6 0,1 6 0,1 8 0,-2 4 0,-3 9 0,-1 3 0,-3 5 0,-4 10 0,-5 5 0,-3 4 0,0 2 0,-6-1 0,3 0 0,-8 1 0,-6-1 0,-3-4 0,-2-1 0,-1 0 0,1-1 0,-2 3 0,-1-7 0,-4-1 0,-2-2 0,5-7 0,-1-2 0,3-1 0,7-2 0,0-5 0,15-7 0,4-3 0,9-3 0,6-3 0,1 3 0,6 1 0,-1 4 0,0 1 0,1 2 0,-1 5 0,1 0 0,-1 0 0,-1 8 0,-2 6 0,-4 4 0,-1 1 0,-6 3 0,-8 0 0,-3 2 0,-7 3 0,-4-4 0,-11 1 0,-4-2 0,-4-4 0,-4-2 0,-1-5 0,-2 0 0,-4 0 0,4-4 0,-3 0 0,3-2 0,1 0 0,6 0 0,1-5 0,4-2 0,7-3 0,-1 2 0,9-7 0,2-2 0,8 0 0,6 0 0,8 2 0,6-2 0,-1 4 0,1-2 0,2-2 0,9-2 0,3-1 0</inkml:trace>
  <inkml:trace contextRef="#ctx0" brushRef="#br0" timeOffset="1485">1461 110 8843,'6'-15'0,"-4"0"0,5 10 0,-7 10 0,5 12 0,0 20 0,0 9 0,0 6 0,0 2 0,2 5 0,-4-5 0,2 2 0,-1 0 0,3-4 0,-2-1 0,-2-11 0,-1-6 0,-1-10 0,3-4 0,1-3 0,0-10 0,-5-7 0,0-7 0,0-10 0,0-3 0,0-5 0,0-1 0,0-2 0,0-6 0,0-3 0,2-4 0,3-5 0,5 1 0,3-1 0,3 1 0,0-1 0,3 0 0,1 1 0,2 4 0,-3 2 0,1 4 0,-1 6 0,3 5 0,-2 11 0,-1 3 0,-3 5 0,0 5 0,-1 6 0,-2 10 0,-2 7 0,2 8 0,-3 6 0,4 7 0,1 5 0,-5 3 0,0-3 0,2 2 0,2-2 0,1 3 0,-2-1 0,-1-2 0,-2-2 0,0-8 0,6-3 0,-3-4 0,-3-2 0,4-6 0,-4-4 0,-3-8 0,-1-4 0,1-1 0,-5-4 0,3-8 0,-3-3 0,-2-7 0,0 0 0,-5-1 0,-2 1 0,-2 0 0,-1 0 0,-5-1 0</inkml:trace>
  <inkml:trace contextRef="#ctx0" brushRef="#br0" timeOffset="1735">1552 567 8843,'-15'0'0,"0"-2"0,-1-3 0,3 1 0,3-6 0,11 2 0,16-2 0,12 3 0,10 0 0,3 6 0,0-6 0,-1 2 0,1 0 0,2 0 0,0 5 0,-2 0 0,-1 0 0,-13 0 0,1 0 0,-5 0 0,-6 0 0,-7-2 0,-6-3 0,-5 3 0,-5-3 0,-6 3 0,-2-3 0,-2 0 0,-7-7 0,-2 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43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82 8843,'0'-22'0,"0"5"0,0-3 0,2 5 0,1 8 0,2 12 0,5 10 0,-3 17 0,2 5 0,2 9 0,3 1 0,-1 9 0,-1 1 0,-2 3 0,-4 0 0,2 0 0,-1-6 0,-4-9 0,-1-1 0,-2-10 0,0-5 0,0-7 0,0-5 0,0-11 0,1-6 0,5-8 0,-3-12 0,7-6 0,4-4 0,4-6 0,1-1 0,6-5 0,2 3 0,2 2 0,-4 1 0,1 8 0,-1 4 0,-1 9 0,3 6 0,-7 11 0,0 5 0,2 8 0,-7 12 0,2 10 0,-7 0 0,-3 1 0,-2 4 0,-7-3 0,-3 0 0,-5-4 0,-10-3 0,-5-3 0,-4-4 0,-2-5 0,1-3 0,0-1 0,-1-3 0,1-3 0,-1-1 0,1-6 0,1 2 0,4-2 0,5-3 0,10-5 0,4-5 0,5-3 0,2-2 0,5-2 0,5-2 0,8-1 0,11-7 0,9 3 0</inkml:trace>
  <inkml:trace contextRef="#ctx0" brushRef="#br0" timeOffset="400">684 356 8843,'16'-11'0,"-1"1"0,0 0 0,0 2 0,-6-6 0,-3 14 0,-6 2 0,0 11 0,0 4 0,0 9 0,0 2 0,0 6 0,2-2 0,1 4 0,4-4 0,2-2 0,1 1 0,5-1 0,0-1 0,0-4 0,6-5 0,-1-9 0,-1-5 0,-3 1 0,0-5 0,1 1 0,-1-8 0,0-10 0,2-2 0,-8-8 0,4-2 0,1-2 0,-5-8 0,-1-4 0,-1-3 0,1-1 0,-4 6 0,3 3 0,-1 6 0,-4 5 0,-1 11 0,-2 14 0,0 20 0,0 16 0,0 6 0,0 4 0,0 4 0,0 1 0,0-2 0,0-2 0,0 4 0,0 0 0,0-2 0,0-2 0,0-8 0,0-4 0,-2-1 0,-3 2 0,2-9 0,-7 1 0,-2-4 0,-2-5 0,-6-3 0,-2 0 0,0-3 0,0-3 0,-5-3 0,2-7 0,-4 0 0,-1 0 0,-1 0 0,3-2 0,0-3 0,3-5 0,7-10 0,-4-4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41.0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298 441 8563,'15'-15'0,"-1"0"0,-4-1 0,-3 1 0,-7 0 0,0 0 0,0 5 0,-2 0 0,-3-2 0,-7 0 0,-6 2 0,-1 1 0,-5 6 0,2-2 0,-5 0 0,4 5 0,-3 1 0,1 5 0,6 4 0,-2 10 0,2 5 0,2 4 0,4 1 0,7 1 0,1 1 0,4 2 0,1 1 0,6 1 0,6-6 0,7 0 0,6 1 0,4-2 0,1-2 0,1-4 0,-1-1 0,-1-1 0,-4-6 0,-6 0 0,-7 0 0,-6-6 0,-17-3 0,-6-6 0,-5 0 0,-7 0 0,-5 0 0,2-6 0,-2-3 0,6-1 0,2 0 0,8 1 0,-3-2 0,4 2 0,2 2 0,7 2 0,10 5 0,13 0 0,8 0 0,6 0 0,8-6 0,2-3 0</inkml:trace>
  <inkml:trace contextRef="#ctx0" brushRef="#br0" timeOffset="337">724 487 8563,'10'-16'0,"-1"0"0,-3-3 0,-2-1 0,-4-1 0,-5 8 0,-6 3 0,3 3 0,-2 7 0,-2 0 0,-1 7 0,-3 5 0,1 6 0,0 7 0,0 6 0,1 3 0,4 1 0,5-1 0,-2 3 0,2-1 0,2-3 0,1 0 0,4-8 0,5-1 0,6-3 0,6-2 0,8-7 0,-2-4 0,5-1 0,6-4 0,-2-8 0,5-5 0,-2-3 0,-3-2 0,-4-7 0,-5-4 0,-4-2 0,-5-3 0,-7 2 0,-4 2 0,-3 4 0,-2 1 0,-7-4 0,-5 6 0,-6 2 0,-8 1 0,-3 3 0,-1 4 0,0 5 0,-1 3 0,6 2 0,0 0 0,-1 0 0,3 0 0,1 2 0,6 1 0,1 2 0,7 7 0,3-2 0,10 4 0,3 1 0</inkml:trace>
  <inkml:trace contextRef="#ctx0" brushRef="#br0" timeOffset="572">1165 61 8615,'0'15'0,"0"2"0,0 5 0,0 8 0,7 9 0,1 12 0,2 5 0,0 3 0,-5 5 0,4-2 0,-1-4 0,1-4 0,-6-5 0,2-8 0,-1-8-1,1-6 1,-4-5 0,4-6-5,-3-1 5,-2-7 0,-7-8 0,-1-8 0</inkml:trace>
  <inkml:trace contextRef="#ctx0" brushRef="#br0" timeOffset="838">1408 319 8605,'10'5'0,"1"1"0,-8 5 0,4-1 0,-2 6 0,0 4 0,5 0 0,-3 9 0,1 3 0,4 0 0,1 5 0,3-1 0,-1-2 0,0-2 0,0-4 0,2-1 0,0-3 0,-2-2 0,4-8 0,-11-8 0,2-1 0,1 0 0,-6 1 0,3-8 0,1-3 0,-1-5 0,-3-9 0,5-3 0,0 0 0,-1 0 0,4-7 0,-3 1 0,4-6 0,1 0 0,0-3 0,1 1 0,-1 3 0,0 1 0,-5 1 0,0 2 0,0 4 0,-1 5 0,4 3 0,-4 2 0</inkml:trace>
  <inkml:trace contextRef="#ctx0" brushRef="#br0" timeOffset="1206">2047 608 8843,'10'0'0,"0"-1"0,2-4 0,2 1 0,1-4 0,2-1 0,1 1 0,2-4 0,1 4 0,-6-3 0,0 0 0,0-3 0,-1-1 0,-4 0 0,-5-1 0,-5 3 0,-5 3 0,-5 3 0,-9 7 0,-1 0 0,-5 7 0,4 5 0,1 4 0,0 6 0,0 2 0,-1 1 0,8 6 0,1-1 0,2 1 0,6-3 0,-1-1 0,5-3 0,5-2 0,9-2 0,8-6 0,3-2 0,7-2 0,-1-7 0,13 4 0,-5-7 0</inkml:trace>
  <inkml:trace contextRef="#ctx0" brushRef="#br0" timeOffset="1691">2640 669 8843,'7'-15'0,"-1"0"0,5-1 0,-6 1 0,-4 0 0,4 0 0,0 0 0,-1-1 0,-2 1 0,-1 5 0,3 0 0,1-2 0,-2-1 0,-1-3 0,-2 1 0,-2 5 0,-3 2 0,-5 1 0,-4 3 0,-3 4 0,-3 6 0,-3 4 0,-1 3 0,-5-1 0,4 2 0,-2 2 0,1 1 0,-1 7 0,7 1 0,2 4 0,1 1 0,8-4 0,4-1 0,3 2 0,4 0 0,5-1 0,8-6 0,9-3 0,10-2 0,3-2 0,0-2 0,2-6 0,0-4 0,-1-7 0,5-5 0,-4-4 0,-2-5 0,-2-4 0,-4-6 0,-3-2 0,-2-4 0,-1-1 0,-8-7 0,-4 0 0,1-3 0,-6-7 0,1 0 0,-2-5 0,-2 8 0,-5-5 0,0 9 0,0 6 0,0 6 0,0 5 0,-2 4 0,-3 6 0,-4 10 0,-6 5 0,0 3 0,7 9 0,1 5 0,0 6 0,5 6 0,-3 8 0,4 3 0,1 6 0,-5 5 0,-1 3 0,3 3 0,1 0 0,2 1 0,0-3 0,2-4 0,1 0 0,3-1 0,0-1 0,-2-3 0,1-6 0,5-9 0,-5-6 0,-2-3 0,1-4 0,1-3 0,-4-3 0,-1-20 0,-8-4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39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 8578,'0'-15'0,"0"-1"0,0 8 0,2 3 0,3 12 0,3 9 0,1 13 0,4 8 0,-3 11 0,4 2 0,1 6 0,-5-4 0,0-1 0,2-5 0,2-6 0,-4 3 0,-2-10 0,1-4 0,-1-7 0,-5-12 0,6-5 0,-6-10 0,2-7 0,-1-6 0,-1-6 0,0-6 0,4-1 0,2 1 0,-4-6 0,3 1 0,-1 1 0,3 2 0,-3 3 0,1 6 0,4 7 0,0 10 0,0 12 0,-2 10 0,2 7 0,0 8 0,-1 4 0,0 6 0,-1 1 0,5-1 0,0-6 0,0-5 0,1-4 0,-1 1 0,0-7 0,0-3 0,0-5 0,1-5 0,-1-9 0,0-3 0,-5-5 0,-1-9 0,-1-3 0,0-2 0,-4-3 0,3-6 0,-2-5 0,0 0 0,0 2 0,-4-3 0,3 0 0,1 1 0,0 5 0,-5 3 0,0 8 0,0 5 0,0 7 0,0 3 0,0 6 0,7 4 0,-6 19 0,6 2 0</inkml:trace>
  <inkml:trace contextRef="#ctx0" brushRef="#br0" timeOffset="449">1172 258 8602,'8'-16'0,"-1"0"0,-7-3 0,0-1 0,0 1 0,0 2 0,0 2 0,0 0 0,0 0 0,-2-1 0,-1 1 0,-4 0 0,-1 0 0,3 6 0,-5 4 0,-2 4 0,-2 1 0,-6 6 0,-2 6 0,-2 7 0,-1 6 0,-5 9 0,-1 3 0,1 2 0,-1 3 0,8 0 0,2 1 0,4-3 0,4-1 0,3 0 0,5-7 0,6-7 0,10-3 0,0-3 0,15-9 0,2-5-1,6-3 1,-2-4 0,6-5 0,-3-6-2,1-6 1,-3-8 0,-7 2 0,-6-4 0,-3-1 0,-2-2 1,-1-2-1,-4-2 0,-5 3 1,-4 0 0,-1 3 0,0 0 0,0-1 0,-1 8 0,-4 2 0,3 13 0,-3 8 0,3 8 0,2 13 0,0 4 0,0 4 0,2 1 0,1 0 0,2 1 0,-1-1 0,-3 1 0,-1-1 0,0-1 0,0-2 0,0-2 0,0-6 0,0 1 0,0-3 0,7 5 0,2 2 0</inkml:trace>
  <inkml:trace contextRef="#ctx0" brushRef="#br0" timeOffset="796">1765 212 8592,'0'-15'0,"0"0"0,0-6 0,0 1 0,0 1 0,0 1 0,-2-1 0,-1-1 0,-4 3 0,-1 5 0,3 0 0,-6 7 0,0 2 0,-3 1 0,-3 2 0,-1 2 0,-3 3 0,3 5 0,2 11 0,5 4 0,2 4 0,2 1 0,2-5 0,5 1 0,0 1 0,0 1 0,7-2 0,2-1 0,2 0 0,5-1 0,-5 0 0,10-6 0,-4 3 0,-2 4 0,0-5 0,-1-1 0,-3-2 0,0-2 0,-8 0 0,2 0 0,-5-1 0,-5-4 0,-4 2 0,-7-5 0,-3-1 0,-1 1 0,-7 3 0,1-5 0,-2-1 0,-1-4 0,2-4 0,3-2 0,2-3 0,4-3 0,1-8 0,2-4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47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8843,'-15'0'0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51.2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77 303 8843,'15'-15'0,"-6"0"0,4-5 0,-3-2 0,4 0 0,-1-2 0,-1 2 0,-2-2 0,0 1 0,-1-4 0,3 5 0,-7 1 0,0 8 0,-5 10 0,0 13 0,-2 12 0,-1 15 0,-4 8 0,-1 10 0,-3 5 0,-4 5 0,0 0 0,0 8 0,0-4 0,-1 1 0,-1-4 0,-3-4 0,3-3 0,-3-1 0,5-6 0,5-5 0,3-11 0,7-16 0,0-13 0,2-11 0,3-11 0,5-7 0,3-8 0,3-7 0,-1-2 0,-5-2 0,0-6 0,2-2 0,1-2 0,3-6 0,-1 3 0,0-2 0,0 0 0,0-1 0,1 3 0,-1 0 0,0 3 0,0 7 0,0 14 0,1 14 0,-1 10 0,-2 7 0,-1 10 0,-2 9 0,0 9 0,7 8 0,2 7 0,1 5 0,2 1 0,-3-6 0,1-2 0,0-3 0,2-2 0,-5 4 0,3-5 0,-3-4 0,-1-5 0,-1 0 0,-2-7 0,-3-1 0,2-8 0,-7 0 0,0-8 0,-5 4 0,-6-14 0,-3-2 0</inkml:trace>
  <inkml:trace contextRef="#ctx0" brushRef="#br0" timeOffset="197">183 668 8843,'-25'9'0,"0"-4"0,-2-4 0,5-1 0,1 0 0,5 0 0,9 0 0,8-1 0,13-4 0,8-4 0,10-6 0,4 0 0,4 0 0,4-4 0,3 2 0,4 4 0,-2 1 0,5-2 0,-2 4 0,6-3 0,-4 4 0</inkml:trace>
  <inkml:trace contextRef="#ctx0" brushRef="#br0" timeOffset="449">959 14 8843,'-7'-8'0,"-3"3"0,-2 7 0,2 8 0,5 12 0,3 10 0,2 8 0,0 11 0,2 5 0,3 3 0,3 8 0,9 3 0,2-1 0,1-3 0,0-10 0,-4-6 0,-1-2 0,0-3 0,-6-13 0,-4-6 0,-2-8 0,2-3 0,-3-6 0,5-14 0,-7-10 0,-7-11 0,-2 3 0</inkml:trace>
  <inkml:trace contextRef="#ctx0" brushRef="#br0" timeOffset="802">1309 531 8843,'1'10'0,"4"1"0,-1-6 0,6 3 0,2-1 0,6-2 0,3-5 0,-1 0 0,2 0 0,0-7 0,5-3 0,-2-3 0,-6-4 0,1-2 0,-3-1 0,-2 1 0,0 2 0,-6-3 0,-4 0 0,-3 1 0,-2 2 0,0 2 0,0 0 0,-2 1 0,-3 4 0,1-2 0,-6 6 0,-2-1 0,-1 0 0,-2 4 0,-1 6 0,1 2 0,5 12 0,0 0 0,-2 5 0,-1 5 0,3 2 0,1 1 0,1 2 0,1 2 0,0 1 0,2 1 0,7-6 0,3-1 0,5-4 0,5 2 0,5-8 0,6-5 0,-3-1 0,3-8 0,1-1 0,8-16 0,4-5 0</inkml:trace>
  <inkml:trace contextRef="#ctx0" brushRef="#br0" timeOffset="1031">1765 334 8843,'8'6'0,"1"-2"0,-4 6 0,2 0 0,6 5 0,1 0 0,2 1 0,10 1 0,-1 1 0,6 4 0,4 2 0,-3 1 0,5 4 0,-1-2 0,-1-2 0,-1-1 0,-7 1 0,-3-3 0,-2 0 0,-4-10 0,-6 3 0,-2-1 0,-6-8 0,-4 1 0,-9-14 0,-6-1 0</inkml:trace>
  <inkml:trace contextRef="#ctx0" brushRef="#br0" timeOffset="1283">2221 288 8843,'-15'0'0,"0"7"0,-1 3 0,1 5 0,0 5 0,0 4 0,0 8 0,-1 4 0,1 4 0,-2 4 0,-1 3 0,-3 2 0,3 2 0,1-2 0,2-8 0,-1-6 0,1-3 0,2-3 0,1-4 0,3-4 0,3-5 0,-6-7 0,10-4 0,-3-10 0,10-4 0,4-6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02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351 538 8843,'23'-2'0,"-2"-1"0,-5-4 0,0-1 0,-1 3 0,-2-5 0,-1-2 0,-2-2 0,-5-1 0,4 0 0,-2 0 0,-4-1 0,-1-4 0,-2 0 0,0 1 0,0 2 0,-2 2 0,-1 0 0,-4 0 0,-2 0 0,-1 4 0,-5 3 0,-2 1 0,-3 4 0,-4 3 0,-8 5 0,-2 5 0,-1 4 0,-2 7 0,3 5 0,-3 3 0,-2 1 0,5 0 0,0 2 0,7 2 0,7 2 0,5 1 0,5-3 0,5 1 0,3-1 0,17-9 0,10-4 0,13-6 0,6-5 0,6-3 0,1-7 0,-2-2 0,-2-3 0,-3-4 0,-2-7 0,-3-5 0,-2-4 0,-8-4 0,-9 1 0,-3 1 0,-1 1 0,-8-4 0,-3-6 0,-3 2 0,-2 2 0,-2 7 0,-1 0 0,-2-1 0,1 3 0,-4 7 0,1 13 0,-3 12 0,5 6 0,3 15 0,2 2 0,0 4 0,0 1 0,0-2 0,0-2 0,0 0 0,0 3 0,5-2 0,0-7 0,-1-4 0,-3-1 0,-1-2 0,2-6 0,3-4 0,-2-3 0,8-9 0,0-3 0,3-10 0,1-9 0,0-6 0</inkml:trace>
  <inkml:trace contextRef="#ctx0" brushRef="#br0" timeOffset="183">883 67 8843,'10'-21'0,"0"1"0,-1 5 0,1 5 0,-4 15 0,-6 5 0,0 12 0,0 7 0,0 3 0,0 3 0,0 6 0,0 3 0,0-4 0,0 1 0,0-1 0,0-1 0,0 5 0,0-5 0,0 0 0,0-4 0,0-4 0,0-4 0,0-4 0,0-1 0,0-1 0,7-6 0,2 0 0</inkml:trace>
  <inkml:trace contextRef="#ctx0" brushRef="#br0" timeOffset="568">1461 371 8843,'6'-15'0,"1"-6"0,3 1 0,-5 0 0,-3-2 0,0 5 0,1-3 0,2 3 0,-1 3 0,-9 4 0,-6 5 0,-2 3 0,-2 2 0,-2 0 0,-2 2 0,-1 3 0,-5 5 0,3 9 0,0 1 0,0-1 0,3 3 0,9 0 0,5 1 0,3 4 0,2-3 0,2 0 0,3-1 0,5 1 0,4-6 0,1 4 0,0-1 0,0-1 0,6 5 0,-1-4 0,-3-1 0,-5 2 0,-1-5 0,-4 3 0,0-3 0,0-2 0,-4-1 0,-8-3 0,-5-2 0,-4-2 0,-3 3 0,-1-5 0,-4-2 0,-2-1 0,-1-2 0,-4-2 0,4-1 0,4-2 0,5-5 0,0 3 0,3-2 0,3-2 0,3 2 0,7-1 0,2 0 0,3 1 0,3-2 0,9 6 0,3-1 0,6 0 0,2 4 0,10-12 0,0 6 0</inkml:trace>
  <inkml:trace contextRef="#ctx0" brushRef="#br0" timeOffset="901">2023 401 8843,'5'-15'0,"0"-2"0,1-2 0,0-1 0,-4 0 0,3 5 0,-5 6 0,-5 4 0,-5 4 0,-5 9 0,-4 7 0,-1 9 0,-2 5 0,3 3 0,1 1 0,2 5 0,5 0 0,2 1 0,-1 2 0,7-6 0,6-3 0,7-3 0,9-2 0,4-3 0,6-2 0,0-9 0,10-8 0,0-3 0,-1-2 0,-4-7 0,2-4 0,-4-8 0,-4-5 0,-2-6 0,-6-2 0,-5 0 0,-5 1 0,2-8 0,-7 9 0,-1-2 0,-3 0 0,-7 1 0,-4 1 0,-4 1 0,-1 4 0,-5 3 0,-2 8 0,-2 3 0,-3 0 0,3 8 0,1-2 0,-1 3 0,0 2 0,4 0 0,-4 0 0,2 0 0,-5 7 0,4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59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16 297 8843,'0'-34'0,"0"3"0,-2 4 0,-1-1 0,-2 2 0,1 6 0,3 10 0,1 18 0,1 18 0,3 14 0,1 14 0,7 4 0,-4 13 0,2 1 0,0 3 0,-4-6 0,2-3 0,0-2 0,1 2 0,-1-5 0,4 0 0,-3-11 0,-3-7 0,4-6 0,-4-7 0,4-15 0,-5-10 0,-2-11 0,-8-8 0,-3-15 0,-8-3 0</inkml:trace>
  <inkml:trace contextRef="#ctx0" brushRef="#br0" timeOffset="283">16 464 8843,'0'-20'0,"0"-2"0,0-2 0,5 5 0,0-3 0,0 2 0,2 0 0,-2 0 0,9 4 0,2 1 0,1 0 0,9 7 0,2 2 0,8 5 0,3 1 0,-5 7 0,1 4 0,-3 10 0,-1 9 0,-8 2 0,-4 9 0,-7-1 0,-7-1 0,-4-2 0,-2-6 0,-4 1 0,-6 3 0,-4-8 0,-3 2 0,-4-7 0,-2-9 0,4 3 0,-4-8 0,2 1 0,4-4 0,1-4 0,1-1 0,1 0 0,0 0 0,7-1 0,3-4 0,3-6 0,2-2 0,2-2 0,3 0 0,10-7 0,8-2 0</inkml:trace>
  <inkml:trace contextRef="#ctx0" brushRef="#br0" timeOffset="533">563 221 8843,'9'0'0,"-2"6"0,-7-2 0,0 6 0,0 0 0,0 7 0,0 1 0,0 3 0,0 6 0,0-2 0,1 2 0,4-2 0,-3 3 0,3-8 0,-2-2 0,3-1 0,-5-2 0,4 1 0,4-10 0,-1-6 0,1-8 0,4-11 0,-4-3 0,2-3 0,5-7 0,-5 2 0,10-6 0,-4 4 0,-2 2 0,2 1 0,1 4 0,3 4 0,-3 4 0,-6 9 0,-2 3 0,0 3 0,6 2 0</inkml:trace>
  <inkml:trace contextRef="#ctx0" brushRef="#br0" timeOffset="833">1020 281 8843,'10'0'0,"-2"-1"0,-1-4 0,0 3 0,-2-3 0,-4 10 0,4 7 0,-5 6 0,-5 8 0,4 4 0,-6 4 0,2 1 0,0-1 0,0 0 0,6-2 0,3 0 0,1-3 0,12-4 0,-2-1 0,4-9 0,3-8 0,-4-5 0,7-2 0,1-2 0,-3-3 0,-1-10 0,-6-9 0,-1-3 0,0-4 0,-6 4 0,-3-8 0,-1 3 0,0 1 0,0 6 0,-6 0 0,-4-2 0,-4 5 0,-6 1 0,-2 6 0,-3 5 0,-5 5 0,1 3 0,0 2 0,1 2 0,-1 3 0,5 4 0,-1 4 0,5-1 0,5-2 0,3 0 0,7 5 0,7 1 0,1-1 0</inkml:trace>
  <inkml:trace contextRef="#ctx0" brushRef="#br0" timeOffset="1217">1461 38 8843,'6'-8'0,"-2"-6"0,6 4 0,-5 5 0,3 5 0,-1 10 0,-4 9 0,1 6 0,-1 10 0,2 6 0,-1 3 0,-3 2 0,1-1 0,1 2 0,3 4 0,-1-10 0,-5-1 0,0-8 0,0-6 0,5-4 0,0-7 0,-2 0 0,-1-8 0,-2-7 0,5-7 0,2-8 0,1 0 0,4-1 0,1-6 0,4-1 0,4-1 0,-3-5 0,7 6 0,3-3 0,0 3 0,3 1 0,-1 7 0,0 6 0,-1 2 0,-3 4 0,1 10 0,-9 6 0,-4 8 0,-8 2 0,1 3 0,-3 4 0,-4 0 0,-4 1 0,-13-6 0,0-1 0,-5-1 0,-5 1 0,-6-5 0,-3 1 0,2-3 0,-3-4 0,2-1 0,1-3 0,2-3 0,3 5 0,2-6 0,3-2 0,2-1 0,2-16 0,5-3 0</inkml:trace>
  <inkml:trace contextRef="#ctx0" brushRef="#br0" timeOffset="1467">2069 38 8843,'-9'2'0,"4"3"0,4 7 0,1 6 0,0 13 0,1 11 0,4 7 0,5 7 0,-1 8 0,1 2 0,0-4 0,-1-4 0,2-8 0,-5-9 0,-3-7 0,-1-7 0,-2-5 0,0-14 0,0-15 0,0-9 0</inkml:trace>
  <inkml:trace contextRef="#ctx0" brushRef="#br0" timeOffset="1785">2403 525 8843,'10'0'0,"1"0"0,-1 0 0,5 0 0,0 0 0,5-2 0,1-3 0,-3-5 0,1-4 0,-1-1 0,3 0 0,-3-2 0,-1-3 0,-2 1 0,1-5 0,-3 1 0,-3-1 0,2 6 0,-7-3 0,-1 4 0,-3 2 0,-8 7 0,-3 3 0,-5 3 0,-5 2 0,1 12 0,-4 5 0,-1 5 0,0 5 0,4 1 0,-4 3 0,2 1 0,4 3 0,3-3 0,4 4 0,6-4 0,4-2 0,1-1 0,1-2 0,4-5 0,6-5 0,4 2 0,3-11 0,3 1 0,-3-4 0,6-4 0,-7-1 0,5 0 0</inkml:trace>
  <inkml:trace contextRef="#ctx0" brushRef="#br0" timeOffset="2286">2753 403 8843,'15'-25'0,"-1"1"0,-4 2 0,2-3 0,-6 4 0,3 3 0,-4 8 0,3 6 0,-1 8 0,0 6 0,-4 10 0,2 7 0,-1 7 0,-3-2 0,-1 5 0,2-1 0,3-1 0,-3 1 0,3-8 0,-2-1 0,2-1 0,-3-3 0,5 3 0,-2-6 0,0-3 0,2-7 0,-2-1 0,5-3 0,-2-1 0,1-6 0,-1-4 0,1-6 0,-4-4 0,5-5 0,0-4 0,-1 1 0,6-6 0,-2 4 0,6-2 0,-1 1 0,-1 4 0,-1 7 0,-1 0 0,0 1 0,0 4 0,0 7 0,1 6 0,-8 7 0,-1 9 0,-2 3 0,0 2 0,0-4 0,-5 3 0,0-1 0,0-3 0,5-2 0,0-2 0,-1 0 0,-3-5 0,-1 1 0,2-10 0,3-1 0,-2-6 0,6-10 0,-2 1 0,4-2 0,0-1 0,2-4 0,4-2 0,3-3 0,-1 3 0,4 1 0,-1 1 0,-3 3 0,3 4 0,-2 5 0,-1 5 0,-2 3 0,3 4 0,0 3 0,-1 7 0,-2 6 0,-2 6 0,0 5 0,0-2 0,1-2 0,-6-1 0,0 1 0,2-5 0,1-3 0,-3-3 0,-1-3 0,-2 0 0,-1-8 0,-1 2 0,-3-17 0,5-5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58.1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122 157 8843,'0'-30'0,"0"0"0,0 1 0,0 4 0,0 4 0,-2 10 0,-3 0 0,3 18 0,-1 7 0,5 16 0,3 12 0,7 12 0,-4 14 0,2 1 0,0 4 0,-1 0 0,3-3 0,-2-4 0,-2-5 0,4-5 0,-4-5 0,1-6 0,-1-4 0,-4-6 0,2-11 0,1-9 0,-5-8 0,3-12 0,-3-5 0,-9-11 0,-2-2 0</inkml:trace>
  <inkml:trace contextRef="#ctx0" brushRef="#br0" timeOffset="813">0 431 8843,'22'5'0,"5"0"0,7-1 0,6-3 0,11-1 0,5 0 0,3 0 0,2 0 0,-7-6 0,-3-4 0,-7-4 0,-9-1 0,-1-2 0,-14-3 0,-3-6 0,-5-2 0,-5-1 0,-7 2 0,0 1 0,0-1 0,-5 0 0,-1 0 0,3 4 0,1 1 0,2 1 0,0 6 0,0 0 0,0 0 0,0 0 0,0-1 0,0 11 0,0 9 0,0 9 0,0 19 0,0 4 0,0 8 0,0 6 0,0-1 0,0 6 0,0-1 0,0 0 0,0-5 0,0 1 0,0-4 0,0-6 0,0-4 0,2-11 0,1-4 0,3-5 0,0-7 0,-1-4 0,5-3 0,-1-9 0,1-3 0,2-4 0,1-8 0,3-1 0,-1-3 0,0 1 0,0-2 0,0-2 0,1 1 0,-1 2 0,0 6 0,0 3 0,0 2 0,1 1 0,-3 6 0,-1 8 0,-4 8 0,-1 6 0,3 6 0,-3 2 0,0 0 0,0 0 0,3 3 0,-3-4 0,1-3 0,-3-1 0,3-2 0,1-1 0,-1-4 0,3 3 0,4-4 0,0-1 0,-5 4 0,-1-5 0,-3 1 0,6-4 0,-3 2 0,1 0 0,0-1 0,0 0 0,5-5 0,0 0 0,1 0 0,4 0 0,2-2 0,0-3 0,0-5 0,3-4 0,-3-1 0,2 0 0,3 0 0,-5-2 0,-2-2 0,-3-1 0,-2 1 0,-1-3 0,-3 0 0,-2 0 0,-2 0 0,-2-3 0,-5 5 0,0 0 0,0-2 0,-2 5 0,-1-4 0,-4 6 0,-2 5 0,-1 3 0,-5 7 0,0 0 0,0 0 0,-6 12 0,1 5 0,0 5 0,-2 5 0,5 2 0,-3 1 0,3 1 0,2-1 0,1 6 0,4-1 0,5-1 0,3-2 0,4-2 0,3 1 0,7-1 0,6 1 0,-1-8 0,5-4 0,-1-6 0,-1-3 0,5-6 0,-3 1 0,0-3 0,0-2 0,-2-6 0,-4 0 0,-1-1 0,0 0 0,-5 0 0,0 2 0,-6-3 0,-4-7 0,-9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56.2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98 8843,'-7'-22'0,"4"5"0,-6-3 0,1 3 0,-1 2 0,6 10 0,-2 10 0,10 14 0,5 21 0,4 11 0,1 6 0,0 9 0,0 0 0,2-2 0,3-1 0,-3-7 0,4-1 0,-6-1 0,-5-5 0,2 0 0,-6-15 0,1-5 0,0-7 0,-4-7 0,-8-5 0,-3-10 0,-7-8 0</inkml:trace>
  <inkml:trace contextRef="#ctx0" brushRef="#br0" timeOffset="484">1 463 8843,'25'-5'0,"0"0"0,7-2 0,9 4 0,5-4 0,4-1 0,-1 3 0,5-5 0,-1-2 0,-4-2 0,-4-1 0,-6 0 0,-7-2 0,-5-3 0,-8 1 0,0-5 0,-8 1 0,-6-1 0,-3-1 0,-2-6 0,0 1 0,0 0 0,-2 4 0,-1 3 0,-2 1 0,2 3 0,-6 9 0,7 6 0,-3 15 0,4 11 0,1 10 0,0 7 0,0 8 0,0 4 0,0 4 0,5 4 0,2 1 0,1-5 0,4-4 0,-4-4 0,2-3 0,1-3 0,-3-6 0,4-4 0,-5-8 0,1-7 0,0-5 0,3-11 0,0 2 0,-5-14 0,-1-3 0,1-4 0,-2-8 0,4 4 0,1-3 0,-1 1 0,4-5 0,6-6 0,3 2 0,-3 2 0,1 4 0,-1 2 0,3 6 0,-3 3 0,-1 9 0,-2 3 0,1 3 0,-1 2 0,-2 13 0,-1 8 0,-2 6 0,2 3 0,-3 6 0,-1-1 0,-1-1 0,-4-2 0,1-2 0,-1 1 0,2-3 0,-2-2 0,-1 1 0,-2-7 0,-7 0 0,-1-4 0</inkml:trace>
  <inkml:trace contextRef="#ctx0" brushRef="#br0" timeOffset="1156">1734 478 8843,'-2'-16'0,"-1"-3"0,-4-1 0,-1 1 0,3-3 0,-5 2 0,-4 0 0,-4-2 0,-1 10 0,-6-3 0,-1 3 0,3 3 0,-11-2 0,3 5 0,-2 5 0,-5 4 0,1 11 0,-3 8 0,4 1 0,4 4 0,2 7 0,1 3 0,4 0 0,4 1 0,11-3 0,5-6 0,5-2 0,5-2 0,4-1 0,8-1 0,5-6 0,8-5 0,2-8 0,10 1 0,2-4 0,0-1 0,4-6 0,-13-5 0,-1-4 0,-2-5 0,-3 3 0,-2-5 0,-5 0 0,-5-3 0,1-4 0,-9-1 0,-1-1 0,-3 1 0,2 1 0,-2 2 0,-2 2 0,-3 6 0,-5-1 0,-3 11 0,-6 11 0,2 12 0,2 9 0,5 6 0,-3 3 0,1 2 0,4 1 0,1 1 0,2-6 0,0 1 0,2-3 0,3-1 0,3-3 0,1-2 0,9-2 0,-3-6 0,2-4 0,2-5 0,1-3 0,-1-4 0,4-5 0,-1-6 0,-3-6 0,-2-8 0,-2 2 0,0-6 0,0-4 0,-1 1 0,-2-6 0,-4-1 0,-1 2 0,3-10 0,-5 2 0,0-4 0,2-1 0,-5 3 0,3 7 0,-4 3 0,-1 2 0,0 8 0,0 15 0,0 16 0,0 12 0,0 7 0,0 12 0,0 4 0,0 8 0,0 1 0,2 6 0,2-1 0,1 0 0,5 5 0,-4-6 0,1-3 0,0-4 0,3-4 0,-3-6 0,0 3 0,-1-2 0,1-9 0,-2-5 0,-3-10 0,-2-16 0,-9-11 0</inkml:trace>
  <inkml:trace contextRef="#ctx0" brushRef="#br0" timeOffset="1367">1841 372 8843,'-9'-7'0,"4"6"0,10-6 0,5 0 0,6 5 0,4-3 0,5 2 0,4-2 0,3 3 0,2-3 0,1 3 0,-1 2 0,1 0 0,-2 0 0,-5 0 0,-7 0 0,-3 2 0,-6 3 0,-12-3 0,-15 11 0,-9-4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0:53.5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227 381 8843,'2'-14'0,"1"3"0,2 0 0,0 1 0,-5-5 0,0 0 0,-1 1 0,-3 3 0,-2 2 0,-3 2 0,-1 2 0,-5 5 0,0 0 0,-1 0 0,1 2 0,-2 5 0,-1 6 0,-3 6 0,1 9 0,5 1 0,0 7 0,-1 3 0,6-4 0,2 4 0,1 0 0,4 0 0,8-6 0,5 1 0,5-5 0,5-4 0,4-6 0,6-1 0,1-6 0,-1-7 0,1-3 0,-1-2 0,1-2 0,-1-3 0,-6-10 0,-2-9 0</inkml:trace>
  <inkml:trace contextRef="#ctx0" brushRef="#br0" timeOffset="217">546 1 8843,'-1'8'0,"-3"-1"0,-1 1 0,2 8 0,1 2 0,2 13 0,2 6 0,3 5 0,2 10 0,5 2 0,-2 2 0,2 0 0,-4-7 0,0 2 0,1-4 0,-1-1 0,-4-8 0,1-2 0,-3-6 0,-2-4 0,0-4 0,6 0 0,3 1 0</inkml:trace>
  <inkml:trace contextRef="#ctx0" brushRef="#br0" timeOffset="652">1246 305 8843,'-2'-14'0,"-3"4"0,3-3 0,-4 3 0,-1-4 0,5-1 0,-4 1 0,-1 4 0,3 3 0,-6 7 0,-2 0 0,-1 0 0,-4 9 0,-3 4 0,-6 8 0,-2 2 0,2 8 0,3 4 0,-1 1 0,0 1 0,7-5 0,1 3 0,5-2 0,5-3 0,2-5 0,9-1 0,7-4 0,7-6 0,6-6 0,11-8 0,2 0 0,1 0 0,4-7 0,-10-3 0,-2-3 0,-4-2 0,-7-6 0,2-1 0,-5-1 0,0 2 0,-12-2 0,0 1 0,0 1 0,0 0 0,0 4 0,-5-4 0,-2 11 0,-3 5 0,4 12 0,-4 8 0,3 9 0,2 4 0,0 3 0,0-1 0,0 1 0,0-1 0,0-3 0,0 0 0,0 2 0,0-2 0,0-7 0,2-1 0,1-6 0,2-3 0,7-6 0,-4-4 0,8-9 0</inkml:trace>
  <inkml:trace contextRef="#ctx0" brushRef="#br0" timeOffset="783">1444 411 8843,'6'-15'0,"-4"0"0,3 0 0,2 8 0,0 7 0,1 8 0,1 13 0,2 6 0,-2 5 0,-2 3 0,3 2 0,-4-4 0,1-1 0,0-4 0,-2-1 0,2 4 0,1-1 0</inkml:trace>
  <inkml:trace contextRef="#ctx0" brushRef="#br0" timeOffset="983">1352 122 8843,'-15'7'0,"0"-5"0,8 5 0,7-7 0,10 0 0,9 0 0,11 0 0,9 0 0</inkml:trace>
  <inkml:trace contextRef="#ctx0" brushRef="#br0" timeOffset="1816">1748 244 8843,'0'-15'0,"0"0"0,0 6 0,0 4 0,0 12 0,0 8 0,1 10 0,4 9 0,-1 5 0,6 7 0,2-2 0,1-4 0,1 2 0,-2-6 0,-2-1 0,2 3 0,-6-11 0,1 1 0,0-4 0,-5-9 0,3-5 0,-4-13 0,-1-2 0,-1-9 0,-4-6 0,3-2 0,-3-5 0,3 2 0,2-2 0,0-7 0,2-2 0,1 1 0,2-2 0,7 10 0,-2-4 0,4 4 0,1 4 0,5 2 0,2 11 0,0 5 0,0 3 0,0 11 0,-3 6 0,1 9 0,-1 4 0,-3 8 0,-2-1 0,-2 1 0,-2 1 0,-2-7 0,3 3 0,-5-8 0,1-3 0,-5-2 0,3-5 0,-3 1 0,-2-8 0,0-8 0,0-10 0,0-4 0,0-1 0,0-2 0,0-3 0,0-5 0,0-4 0,5 4 0,1-1 0,4-1 0,7-2 0,-1 1 0,6 1 0,-2 3 0,0 2 0,5 7 0,-3 6 0,0 3 0,0 2 0,-6 9 0,-6 6 0,1 4 0,3 5 0,-4 4 0,-1 6 0,-3-1 0,-2-4 0,-3 4 0,-1-4 0,0 4 0,0-4 0,0-1 0,0-2 0,0-4 0,0-1 0,0-1 0,0-1 0,0 0 0</inkml:trace>
  <inkml:trace contextRef="#ctx0" brushRef="#br0" timeOffset="2152">2934 305 8843,'7'-15'0,"-6"-1"0,4 1 0,-3 0 0,-2 0 0,0 5 0,0 0 0,0-2 0,-2 5 0,-4 2 0,-10 3 0,1 4 0,-5 3 0,1 5 0,-1 4 0,3 6 0,-3 0 0,3 0 0,2 2 0,1-3 0,4 5 0,5-2 0,3-4 0,2-1 0,0-2 0,2 0 0,3 1 0,5-1 0,9-2 0,3-1 0,1-2 0,-2-1 0,2 3 0,-1-2 0,-3 2 0,3-1 0,-4 1 0,-2-2 0,-5 2 0,-5 2 0,2 1 0,-1 0 0,-7 0 0,-9 1 0,-3-3 0,-6-1 0,-4-2 0,-2-1 0,-3 2 0,2-2 0,-2-2 0,0-2 0,0-5 0,1 0 0,8 0 0,-4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07.7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366 426 8843,'5'-17'0,"0"-3"0,0 1 0,-5-5 0,-2 1 0,-3-1 0,-3 5 0,-8-1 0,1 3 0,0 2 0,-5 2 0,-2 2 0,-2 6 0,-3 4 0,3 7 0,1 6 0,1 7 0,3 6 0,4 4 0,3 3 0,4 2 0,1 1 0,2 2 0,7-3 0,3 2 0,-2-1 0,7-4 0,2-1 0,2 0 0,1 1 0,-2-6 0,-1-1 0,-3-2 0,-3-4 0,-1 4 0,-6-1 0,-4-3 0,-5-6 0,-9-3 0,-1-3 0,1-2 0,-3-4 0,0-4 0,0-2 0,0-3 0,7-1 0,7-5 0,1 0 0,2-1 0,5 1 0,3 2 0,6 1 0,6 2 0,10 0 0,-1-6 0</inkml:trace>
  <inkml:trace contextRef="#ctx0" brushRef="#br0" timeOffset="300">594 487 8843,'5'-24'0,"0"4"0,-2 3 0,-1 2 0,-4 1 0,-3 4 0,-3 3 0,-9 7 0,-2 0 0,-1 0 0,0 7 0,5 3 0,-1 5 0,1 6 0,2 2 0,2 8 0,6-1 0,4 0 0,2 1 0,6-2 0,7-2 0,4-2 0,9-6 0,-1 1 0,4-5 0,6-5 0,-4 2 0,3-7 0,-3-3 0,-1-6 0,-3-4 0,-2-7 0,-6-2 0,-3-3 0,-9-4 0,-3-7 0,-3 1 0,-2 0 0,-7 1 0,-5 2 0,-6 3 0,-7 2 0,-4 2 0,-3 5 0,-2 1 0,-2 4 0,1 3 0,5 7 0,1 0 0,3 0 0,1 2 0,8 3 0,4 5 0,8 4 0,5 1 0,8 0 0</inkml:trace>
  <inkml:trace contextRef="#ctx0" brushRef="#br0" timeOffset="533">1004 0 8843,'0'22'0,"0"3"0,2 7 0,1 9 0,4 10 0,2 6 0,2 4 0,8 0 0,1 0 0,-1-1 0,-2 0 0,-4-6 0,-1-9 0,-2-8 0,-6-6 0,1-6 0,-4-5 0,-1-3 0,0-7 0,0 1 0,0-10 0,0-1 0,0-13 0,0-11 0</inkml:trace>
  <inkml:trace contextRef="#ctx0" brushRef="#br0" timeOffset="836">1324 335 8843,'10'1'0,"-2"4"0,-1 5 0,3 6 0,-3 4 0,1 5 0,4 4 0,2 6 0,1 1 0,0-2 0,0-2 0,-1-2 0,-2-1 0,-2-2 0,2-2 0,-1-11 0,1 1 0,-2-3 0,2-4 0,-3-1 0,-1-9 0,-1-3 0,5-3 0,-4-9 0,2-2 0,0-1 0,-1-5 0,3 3 0,-2-2 0,2-3 0,1-2 0,2-3 0,2-1 0,4-3 0,-5-4 0,5 6 0,-4 3 0,-2 4 0,-5 9 0,0-3 0,-8 13 0,-2 8 0,-9 8 0,-11 13 0,-4 2 0,-6 8 0</inkml:trace>
  <inkml:trace contextRef="#ctx0" brushRef="#br0" timeOffset="1301">2099 639 8843,'15'8'0,"-4"4"0,-1-7 0,1-2 0,-2-1 0,1-2 0,2 0 0,1-2 0,3-1 0,-1-4 0,0-1 0,5-2 0,1-6 0,-1 1 0,2 0 0,-5 0 0,3 0 0,-3-2 0,-2-4 0,-5 5 0,-1-5 0,-3 4 0,-2 2 0,-3 0 0,-2 1 0,-4 3 0,-5 1 0,-4 6 0,-1-1 0,0 3 0,-1 2 0,-4 2 0,-2 3 0,0 5 0,0 4 0,0 6 0,4 2 0,-3 2 0,3 3 0,6-4 0,2 3 0,-2 1 0,5 1 0,2 3 0,4-1 0,1 1 0,0-1 0,8-1 0,6-4 0,6-5 0,3-3 0,4-3 0,7-4 0,3-5 0,2-3 0,-5-2 0,10-7 0,-5-1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06.7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0 8843,'-10'0'0,"0"0"0,2 2 0,-3 5 0,6 8 0,4 10 0,1 17 0,1 14 0,4 12 0,4 11 0,6 2 0,-1-3 0,-3-5 0,0-8 0,-3-11 0,2-6 0,-5-9 0,-3-7 0,3-5 0,0-12 0,0-7 0,-5-8 0,0-10 0,0-3 0,0-8 0,0 0 0,2-3 0,3-3 0,5-9 0,10-2 0,6-3 0,2 0 0,3 8 0,1-3 0,2 6 0,1 4 0,6 6 0,-6 10 0,-1 7 0,-2 6 0,-3 7 0,-6 10 0,-7 7 0,-10 7 0,-4-2 0,-5 4 0,-6-4 0,-6-2 0,-9 1 0,2-3 0,-1-1 0,-4-1 0,-2-3 0,0 1 0,2-7 0,2-5 0,5-4 0,-4 4 0,2-3 0,4-3 0,1-1 0,3-6 0,4-4 0,3-4 0,7-13 0,0-1 0</inkml:trace>
  <inkml:trace contextRef="#ctx0" brushRef="#br0" timeOffset="366">715 608 8843,'16'0'0,"-1"0"0,0-1 0,0-3 0,0-1 0,1-2 0,-1 2 0,0-5 0,0-3 0,0-3 0,1 1 0,-1 0 0,0 0 0,0-2 0,0-2 0,-1-3 0,-4-1 0,-1 2 0,-6-2 0,2 1 0,-2 3 0,-1-3 0,-4 2 0,-3 3 0,-5 5 0,2 0 0,-2 7 0,-4 2 0,-4 1 0,-1 6 0,-5 6 0,1 10 0,-1 7 0,0 4 0,-3 1 0,4 1 0,1 3 0,-4 6 0,8-3 0,3 2 0,3-1 0,8-1 0,1 3 0,8-5 0,10-4 0,7-1 0,10-12 0,2-3 0,2-5 0,-1-1 0,-5-5 0,1-3 0,-1-1 0,-4-9 0,-3-3 0,-1-4 0,-3-1 0,-4 5 0,-3 0 0,-4-2 0,-1-2 0,-2-1 0,-5 0 0,0 0 0,-13 0 0,-4-1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05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439 61 8843,'-1'-13'0,"-4"3"0,-4-2 0,-6 5 0,-2 0 0,-3 0 0,3 2 0,-5 5 0,0 0 0,-3 0 0,-4 4 0,-1 6 0,-1 10 0,1 7 0,-1 9 0,1 3 0,1 3 0,4 5 0,3 4 0,8-1 0,4 5 0,5-1 0,12-2 0,8-8 0,9-4 0,4-4 0,3-9 0,-2-5 0,-2-4 0,-2-4 0,0-9 0,4 0 0,-4-3 0,-4-2 0,-9 0 0,-2 0 0,1 0 0,1-7 0,-2-3 0,-4-4 0,-5 4 0,-1 0 0,0-2 0,0-1 0,0 4 0,7-11 0,1 3 0</inkml:trace>
  <inkml:trace contextRef="#ctx0" brushRef="#br0" timeOffset="409">926 274 8843,'0'-17'0,"0"-1"0,0-4 0,0-2 0,0 5 0,0-3 0,0 2 0,0 0 0,-5 0 0,-2 4 0,-1 3 0,-4 3 0,-3 3 0,-4 9 0,-3 4 0,-1 10 0,-3 7 0,-4 13 0,-1 6 0,1 7 0,1-2 0,4 6 0,6-3 0,7 1 0,6 0 0,6-6 0,1-2 0,4-8 0,11-3 0,9-15 0,7-5 0,9-4 0,-6-6 0,9-10 0,-5-9 0,-5-5 0,-2-4 0,-3-6 0,-4-3 0,-5 3 0,-10-4 0,-5 2 0,-1 1 0,1-3 0,-4 1 0,3 6 0,-6 2 0,-3 2 0,-2 11 0,2-1 0,-1 13 0,-5 7 0,6 14 0,4 8 0,-1 3 0,-3 1 0,3 4 0,-3 2 0,3 0 0,2 2 0,0 0 0,0-5 0,0 1 0,0-2 0,0-3 0,-6-6 0,-3-2 0</inkml:trace>
  <inkml:trace contextRef="#ctx0" brushRef="#br0" timeOffset="777">1215 137 8843,'2'27'0,"3"4"0,5 6 0,-2 0 0,2 4 0,2 1 0,2 2 0,-1 1 0,-1-1 0,-3-3 0,-3-6 0,1-9 0,-4-6 0,3-3 0,-1-9 0,-10-8 0,-1-10 0,3-3 0,1-3 0,2-4 0,0-2 0,0-2 0,0-3 0,2-6 0,3-3 0,5 1 0,4-2 0,1 4 0,2 0 0,1 4 0,3 4 0,1 11 0,-4 1 0,4 4 0,2 6 0,-6 8 0,3 7 0,-4 6 0,-2 8 0,0 4 0,0 4 0,-1 0 0,-4-6 0,-3 3 0,-6-8 0,3 3 0,1-1 0,0-6 0,-5 3 0,0 0 0,-5-11 0,0 5 0,-7 2 0,3 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14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74 8843,'6'-10'0,"-1"0"0,1 2 0,-2-4 0,1 2 0,2 6 0,-4-2 0,2-1 0,2 5 0,-2-3 0,-3 10 0,4 4 0,1-1 0,-5 6 0,3-4 0,-10 10 0,-4 4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12.2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83 45 8843,'-15'0'0,"0"0"0,0 0 0,-1 0 0,6 0 0,0 0 0,8 0 0,4-2 0,12-1 0,9-2 0,8-6 0,6 6 0,7 2 0,5 1 0,8 2 0,-1 0 0,1 0 0,-1 0 0,-3 2 0,-9 1 0,-4 2 0,-4-1 0,-11 3 0,-5-2 0,-11 5 0,-9-5 0,-7 0 0,-10-5 0,-2-2 0,-1-1 0,2-2 0,-1-5 0,0 3 0,-1 0 0,2 0 0,1 2 0,1 4 0,1-3 0,0-1 0,0 2 0,0 9 0,-1 10 0,3 6 0,3 10 0,5 5 0,3 9 0,9 6 0,3 9 0,3 0 0,3-1 0,-1-6 0,0-3 0,0-5 0,0-6 0,-1 1 0,-2-11 0,-4-6 0,-1-5 0,-2-4 0,-5-9 0,0-6 0,0-6 0,0-9 0,0-1 0,0 1 0</inkml:trace>
  <inkml:trace contextRef="#ctx0" brushRef="#br0" timeOffset="671">813 60 8843,'9'0'0,"2"2"0,-6 3 0,6 5 0,-5 10 0,1 5 0,0 4 0,5 10 0,-2 5 0,3 7 0,3 3 0,-3-5 0,-1 0 0,-2-7 0,2-7 0,-4-3 0,1-3 0,-2-3 0,-2-11 0,-5-10 0,0-10 0,0-5 0,0-6 0,0-2 0,0-4 0,0-2 0,1-1 0,3-6 0,2 1 0,3 0 0,1-6 0,5-1 0,0-2 0,1-3 0,-1 0 0,0 1 0,0 6 0,0 2 0,1 10 0,-1 4 0,0 7 0,0 7 0,1 7 0,-3 8 0,-1 12 0,-2 10 0,-2 12 0,3 9 0,-5-1 0,1 0 0,-5-1 0,5-5 0,-1-2 0,4-4 0,-1-4 0,-1-11 0,1-5 0,-1-3 0,2-2 0,4-8 0,-4-7 0,-3-3 0,-6-11 0,3-3 0,1-1 0,-2-4 0,1 0 0,-1-5 0,4 1 0,1-1 0,-3-8 0,5-4 0,2-2 0,2 1 0,1 1 0,0-3 0,0 1 0,2 7 0,0-1 0,0 5 0,-3 4 0,-3 11 0,5 12 0,-1 6 0,-5 9 0,-2 11 0,1 10 0,-1 4 0,-3 3 0,6 4 0,-1-2 0,-2-1 0,6-6 0,-6 4 0,2-1 0,0-5 0,-1-6 0,3-3 0,-2-2 0,2-3 0,-4-4 0,1-3 0,-3-2 0,1-7 0,-2 2 0,-3-3 0,-2-9 0,-9-1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10.2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46 335 8843,'0'-31'0,"0"-1"0,0-2 0,0 0 0,0 6 0,0-1 0,0 9 0,0 1 0,-2 11 0,-1 9 0,-2 13 0,-2 10 0,4 11 0,-4 6 0,-2 3 0,6 1 0,-2 1 0,3-1 0,2 1 0,2-7 0,3-4 0,5-3 0,4-1 0,1-2 0,2-4 0,3-6 0,5-8 0,4-4 0,3-9 0,2-4 0,2-10 0,-1-5 0,-5-10 0,1-1 0,-1-3 0,-6-3 0,-4-4 0,-3 2 0,-2-3 0,-6 1 0,-4 0 0,-4 1 0,-1-1 0,0 7 0,-1 4 0,-4 9 0,-4 12 0,-6 7 0,0 6 0,5 12 0,1 12 0,2 5 0,4 4 0,-4 4 0,2-4 0,2-1 0,1 3 0,2-5 0,0 6 0,0-2 0,0-3 0,-5-2 0,0-1 0,2-1 0,1-1 0,2-4 0,0-5 0,0-3 0,0-1 0,2-3 0,3-3 0,5-5 0,3-3 0,9-9 0,2-1 0</inkml:trace>
  <inkml:trace contextRef="#ctx0" brushRef="#br0" timeOffset="319">806 335 8843,'15'-31'0,"1"1"0,-1-1 0,-5-1 0,0 0 0,0 2 0,-1 6 0,-3 5 0,-6 4 0,-6 7 0,-4 3 0,-4 5 0,-1 5 0,-2 8 0,-2 9 0,-1 0 0,1 0 0,3 5 0,0-3 0,3 1 0,3 1 0,3-3 0,7 3 0,0-6 0,0-3 0,0 3 0,2 0 0,3-1 0,5-2 0,5-2 0,4 0 0,1 0 0,-1 1 0,-8-1 0,-1 0 0,1 0 0,-3 0 0,-1 2 0,-7 2 0,0 1 0,-2-1 0,-3-7 0,-5-2 0,-4 2 0,-1-6 0,0-1 0,0-3 0,0-2 0,-1 0 0,1 0 0,2-2 0,3-3 0,4-5 0,5-3 0,8-2 0,8-7 0,8-2 0</inkml:trace>
  <inkml:trace contextRef="#ctx0" brushRef="#br0" timeOffset="483">1202 243 8843,'0'10'0,"0"1"0,0 0 0,0 3 0,0 1 0,0 0 0,0 1 0,0 4 0,0 2 0,0 0 0,0 0 0,0-2 0,0-5 0,0 0 0,0 1 0,0-1 0,0 0 0,0 0 0,0 0 0</inkml:trace>
  <inkml:trace contextRef="#ctx0" brushRef="#br0" timeOffset="633">1186 0 8843,'-15'0'0,"2"2"0,1 1 0,2 2 0,6 0 0,-2 2 0,12-5 0,3 4 0</inkml:trace>
  <inkml:trace contextRef="#ctx0" brushRef="#br0" timeOffset="969">1445 61 8843,'5'20'0,"0"2"0,-2 2 0,-1 3 0,3 8 0,0 4 0,0 2 0,2-1 0,-5-4 0,4 3 0,0-2 0,-1-3 0,1-4 0,-2-5 0,1-4 0,-2-5 0,-1 0 0,-2-1 0,0-7 0,0-8 0,2-10 0,1-3 0,2-3 0,7-5 0,-4-3 0,4-1 0,3-1 0,-3 1 0,10-6 0,0 1 0,-3 1 0,4 4 0,1 5 0,-2 3 0,0 2 0,-2 1 0,-5 4 0,1 5 0,-1 5 0,-2 5 0,-3 5 0,2 10 0,-7 6 0,-1 2 0,-3 3 0,-1-1 0,0 1 0,0-1 0,0 0 0,0 1 0,-5-6 0,0-1 0,2-2 0,1-4 0,2 6 0,0 0 0</inkml:trace>
  <inkml:trace contextRef="#ctx0" brushRef="#br0" timeOffset="1385">2251 380 8843,'5'-25'0,"0"1"0,0 1 0,2-1 0,-6 0 0,4-3 0,-3 4 0,-2 1 0,0 1 0,0 6 0,-2 8 0,-3 9 0,-5 12 0,-3 8 0,-2 8 0,-1 0 0,1 1 0,5-3 0,2 0 0,-1-3 0,1 2 0,4-3 0,-1-1 0,4-1 0,1-3 0,1-2 0,4-2 0,5 0 0,6-6 0,1-6 0,-2-6 0,3-6 0,-8-6 0,4-2 0,1-3 0,0 1 0,1-6 0,-3-1 0,-3 3 0,4-4 0,-4 6 0,3 3 0,3 8 0,-3 6 0,-3 9 0,-5 11 0,2 11 0,0 10 0,0 3 0,-1 8 0,5-3 0,-6 8 0,0-1 0,1 4 0,-4-4 0,3-3 0,-3-5 0,-2-3 0,-7-6 0,-5 2 0,-6-5 0,-8-8 0,-2-5 0,-3-6 0,-1-1 0,-3-2 0,1-6 0,-5 1 0,0-5 0,0-5 0,4-1 0,-4-7 0,2-4 0,-5-8 0,3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32.3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0 242 9897,'0'-30'0,"0"-1"0,0 6 0,0-1 0,0 1 0,0 1 0,0 2 0,2 14 0,1 6 0,2 12 0,0 16 0,2 11 0,-5 14 0,3 6 0,-4 7 0,-1 7 0,0-3 0,0-4 0,0-5 0,0-3 0,0-7 0,0 2 0,0-7 0,0-9 0,0-1 0,0-14 0,0-8 0,0-14 0,0-11 0,0-6 0,0-10 0,2-3 0,3 0 0,-1-5 0,4 0 0,0-2 0,1-3 0,1 3 0,5-2 0,0 1 0,1 1 0,-1 2 0,0 8 0,0 4 0,0 4 0,1 11 0,-1 5 0,0 4 0,-6 12 0,-4 6 0,-4 5 0,-1 5 0,-1 2 0,-4 1 0,-6 1 0,-2-1 0,3-4 0,0-3 0,-2 1 0,-2 0 0,-1-6 0,2 2 0,1-3 0,2-2 0,5-4 0,-6-1 0,10-7 0,1 2 0,6-8 0,11-4 0,4-1 0,4-4 0,4 3 0,1 1 0,1 1 0,-1 4 0,0 1 0,1 4 0,-1 3 0,1 5 0,-8 9 0,-4 3 0,-7 1 0,-7 4 0,-5-3 0,-7 1 0,-8 1 0,-9-3 0,-5-1 0,-1-7 0,-2 1 0,-4-1 0,4-2 0,-3-1 0,3-3 0,1-3 0,6-1 0,1-5 0,2 0 0,4-1 0,8-4 0,3-4 0,9-6 0,3 0 0,5 5 0,8 1 0,4 1 0,2-1 0,-5 6 0,1-2 0,3-4 0,1 1 0</inkml:trace>
  <inkml:trace contextRef="#ctx0" brushRef="#br0" timeOffset="350">699 105 9897,'0'-15'0,"-1"0"0,-4-1 0,3 6 0,-3 0 0,3-2 0,4 1 0,3 0 0,3 6 0,9 12 0,2 8 0,1 9 0,7 11 0,-3 8 0,1 6 0,1 6 0,-3 11 0,4 5 0,-3 4 0,-2 1 0,-2 0 0,-6-2 0,-4-3 0,-3-5 0,-7-10 0,-2-6 0,-5-4 0,-8-6 0,-2-9 0,-7-11 0,1-3 0,-1-2 0,0-1 0,-1-2 0,5-4 0,3-1 0,2-2 0,0-5 0,-1 0 0,3-7 0,3-3 0,3-10 0,7-4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30.0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73 77 9897,'-15'-2'0,"-1"-1"0,1-2 0,2-2 0,3 2 0,6 2 0,13-6 0,9 2 0,9 4 0,7-4 0,12 2 0,-1 2 0,-1 1 0,-1 1 0,-3-3 0,2-1 0,2 2 0,0 1 0,-3 2 0,-7 0 0,-7 0 0,-6 0 0,-5 0 0,-1 0 0,-7 2 0,-4 1 0,-8 2 0,-4 0 0,-7-3 0,-2 1 0,-3 2 0,3 0 0,-5-5 0,1 0 0,1 0 0,0 7 0,5 2 0</inkml:trace>
  <inkml:trace contextRef="#ctx0" brushRef="#br0" timeOffset="182">362 16 9897,'0'19'0,"0"4"0,0 10 0,0 4 0,2 3 0,1 6 0,2 1 0,-2 4 0,4-4 0,-2 2 0,-1-7 0,-3-6 0,-1-4 0,0-3 0,0-4 0,0-5 0,0-3 0,0-2 0,0-8 0,0-7 0,0-7 0,7-8 0,1 0 0</inkml:trace>
  <inkml:trace contextRef="#ctx0" brushRef="#br0" timeOffset="518">712 92 9897,'0'-10'0,"0"0"0,1 8 0,4 2 0,-1 12 0,4 12 0,1 3 0,-1 5 0,2 3 0,5-1 0,-1 3 0,-4 2 0,4-5 0,-6 1 0,2-4 0,0-6 0,-5 2 0,5-6 0,-6-8 0,3-13 0,-7-10 0,1-5 0,4-6 0,-1 3 0,6-8 0,0 1 0,-2 1 0,6-4 0,-6 4 0,1 0 0,4-3 0,-2 7 0,0 2 0,1 2 0,-2 6 0,-5-2 0,6 7 0,-8 0 0,4 12 0,-7 1 0</inkml:trace>
  <inkml:trace contextRef="#ctx0" brushRef="#br0" timeOffset="884">1259 62 9897,'0'17'0,"0"3"0,-2-1 0,-1 8 0,-2 5 0,1 7 0,3 3 0,1 0 0,0-3 0,0-2 0,5-1 0,2-8 0,1-2 0,4-6 0,1-5 0,3-5 0,-1-5 0,0-3 0,2-4 0,1-3 0,3-5 0,-3-3 0,1-4 0,0-4 0,-1-2 0,-4-1 0,1-5 0,-5 6 0,3-3 0,3 1 0,-1 0 0,0-4 0,0 4 0,-5-2 0,1 6 0,0 3 0,1 11 0,-2 12 0,-3 5 0,-7 16 0,0 1 0,0 1 0,0 3 0,0-1 0,0 1 0,0-3 0,0-1 0,0-3 0,0-2 0,0-4 0,2-2 0,3-6 0,3-3 0,8-7 0,-1 0 0</inkml:trace>
  <inkml:trace contextRef="#ctx0" brushRef="#br0" timeOffset="1266">1852 366 9897,'10'0'0,"0"0"0,2 0 0,2 0 0,1 0 0,0 0 0,0-2 0,2-1 0,2-4 0,1-1 0,2-1 0,-3-3 0,3 2 0,1-2 0,-3-3 0,6-3 0,-1-3 0,-1 3 0,-1-4 0,-6 2 0,0-1 0,-3-1 0,-4 5 0,0-3 0,-5 3 0,-3 2 0,-2 0 0,-2 1 0,-3 4 0,-5 5 0,-5 3 0,-6 2 0,-2 2 0,-1 3 0,-5 5 0,4 11 0,-4 4 0,-1 4 0,-1 3 0,3 2 0,2 3 0,6 2 0,10-4 0,5 6 0,3-1 0,2-1 0,2 3 0,5-8 0,8-4 0,9-3 0,4-8 0,3 0 0,-3-8 0,-2-5 0,2-5 0,-4-1 0,0 0 0,-2-1 0,-7-5 0,0-4 0,0-3 0,-6-2 0,-4-1 0,-3 1 0,-4 2 0,-3 3 0,-10-4 0,-9 6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28.8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318 198 9897,'11'-17'0,"-3"-1"0,-1-3 0,-2 1 0,-5 5 0,0 0 0,-2 8 0,-3 9 0,-5 11 0,-4 11 0,-1 11 0,0 6 0,-7 5 0,-2 4 0,-1 4 0,0 2 0,-2 0 0,3-7 0,0 3 0,1-3 0,-1-3 0,5 1 0,1-13 0,6-5 0,0-11 0,7-8 0,2-8 0,6-4 0,4-10 0,1-6 0,2-11 0,6 0 0,-1-6 0,0-4 0,5 2 0,1-7 0,-1-3 0,2-1 0,-5 1 0,3 1 0,-3 1 0,-2 4 0,0 2 0,1 2 0,-3 5 0,-3 5 0,4 5 0,-13 15 0,6 7 0,-2 11 0,0 7 0,7 6 0,-2 8 0,4 2 0,1 1 0,0 6 0,0-4 0,1 2 0,-1 3 0,0-3 0,0 0 0,0-2 0,1-3 0,-3-2 0,-1-4 0,-4 0 0,-1-3 0,3-12 0,-5 3 0,0-5 0,2-2 0,-5-2 0,5-9 0,-7-3 0,0-5 0,0-4 0,-7-8 0,-2-1 0</inkml:trace>
  <inkml:trace contextRef="#ctx0" brushRef="#br0" timeOffset="249">166 563 9897,'-15'0'0,"0"0"0,0 0 0,-1 0 0,8-2 0,3-3 0,7 4 0,8-6 0,10 2 0,7 0 0,10-2 0,4 4 0,1-2 0,-1 1 0,1 3 0,-7 1 0,-1 0 0,-2 0 0,-8 0 0,-4 0 0,-3 0 0,-9 1 0,-2 4 0,-5 5 0,-1-3 0,-7 7 0,-1-6 0</inkml:trace>
  <inkml:trace contextRef="#ctx0" brushRef="#br0" timeOffset="700">866 46 9897,'-15'-7'0,"-1"-3"0,1 3 0,2 1 0,1 1 0,2 0 0,8 0 0,2 5 0,8 1 0,13 4 0,2 7 0,1 7 0,5 4 0,-4 9 0,4 4 0,0 3 0,-2 6 0,-4 1 0,-3 1 0,-6 4 0,0-2 0,-9 7 0,-4 1 0,-4 2 0,-6-5 0,-7-3 0,-5-5 0,-4-6 0,-4-3 0,1-8 0,0-3 0,3-6 0,5-5 0,-4-3 0,2-2 0,2-7 0,12-3 0,4-10 0,8-3 0,11-3 0,8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01:35.9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0 495 9897,'0'-9'0,"0"2"0</inkml:trace>
  <inkml:trace contextRef="#ctx0" brushRef="#br0" timeOffset="266">63 276 9897,'7'-31'0,"-4"1"0,6 3 0,-2 1 0,-4-2 0,4-2 0,-1 1 0,-1 3 0,2 5 0,-6 4 0,8 8 0,-5 7 0,1 11 0,0 8 0,-5 16 0,2 4 0,3 4 0,-2 10 0,6 1 0,0 0 0,-1 1 0,1-2 0,3 4 0,-3-1 0,-2-4 0,0-1 0,-4-4 0,2-2 0,-1-1 0,-1-9 0,1 0 0,1-7 0,-1-4 0,-3-1 0,-1-5 0,0-9 0,0-7 0,0-9 0,0-5 0,0-3 0,0-4 0,0-10 0,0-9 0</inkml:trace>
  <inkml:trace contextRef="#ctx0" brushRef="#br0" timeOffset="499">79 229 9897,'-16'0'0,"0"0"0,11 0 0,10-2 0,14-1 0,9-2 0,10-2 0,6 3 0,4-1 0,4 2 0,-1 1 0,-8 2 0,-3 0 0,-2 0 0,-3 2 0,-9 1 0,-6 2 0,-9 8 0,-4-5 0</inkml:trace>
  <inkml:trace contextRef="#ctx0" brushRef="#br0" timeOffset="716">110 479 9897,'-9'7'0,"-5"-5"0,16 5 0,3-7 0,11-2 0,15-2 0,2-3 0,3-1 0,-1 3 0,5-4 0,0 2 0,0 3 0,-7 1 0,0 0 0,-7-3 0,-4 3 0,-1 1 0,-12-5 0,-2-2 0</inkml:trace>
  <inkml:trace contextRef="#ctx0" brushRef="#br0" timeOffset="1236">1078 541 9897,'-16'-1'0,"0"-5"0,1 3 0,-1-7 0,1-3 0,1 5 0,1-3 0,3-1 0,-2-2 0,3 4 0,1 0 0,-1-1 0,0 2 0,4 1 0,-5 4 0,-2-1 0,-2 2 0,-2 8 0,-1 5 0,-2 4 0,-2 2 0,-2 6 0,4 4 0,-3 4 0,-3 1 0,8 0 0,0 0 0,6 1 0,4-1 0,2 0 0,7-1 0,3-4 0,5-6 0,13-4 0,6-4 0,8-3 0,3-2 0,-6-2 0,5-5 0,-3-2 0,0-3 0,1-4 0,-8-5 0,-3 2 0,-5 2 0,-3-6 0,-3-6 0,1-3 0,-2 5 0,-2-5 0,-4 1 0,1 2 0,0-1 0,-6-3 0,2 5 0,-3 2 0,-2 2 0,0 6 0,0 1 0,-7 8 0,-3 2 0,3 7 0,2 9 0,3 1 0,2 4 0,-2-4 0,-1 6 0,-2-1 0,1 4 0,2-3 0,2-1 0,0-1 0,0 0 0,0 0 0,0-5 0,2-1 0,3 1 0,-1-8 0,6-2 0,-6-5 0,3-1 0</inkml:trace>
  <inkml:trace contextRef="#ctx0" brushRef="#br0" timeOffset="1449">1390 151 9897,'8'-21'0,"-2"1"0,-3 2 0,2 6 0,-3 2 0,3 10 0,-5 10 0,-3 18 0,-2 6 0,1 8 0,2 3 0,2 2 0,0 0 0,0 0 0,2-6 0,2 1 0,2 0 0,3-3 0,0 5 0,3-8 0,-2-1 0,3-2 0,-5-4 0,1-1 0,0-2 0,-1 2 0,-4-6 0,1-1 0,-3-3 0,-4-8 0,-3 0 0,-4-6 0,-7 3 0</inkml:trace>
  <inkml:trace contextRef="#ctx0" brushRef="#br0" timeOffset="1832">2077 432 9897,'8'-10'0,"-3"-1"0,-3-1 0,-2-2 0,0-1 0,-7 6 0,-3 4 0,-4 3 0,-2 2 0,1 0 0,-3 2 0,-1 3 0,-1 5 0,-8 4 0,2 2 0,-2-1 0,2 1 0,-2 5 0,7 0 0,2 0 0,2 1 0,3-5 0,4 4 0,5-3 0,3-3 0,4 1 0,3-2 0,7-2 0,7-2 0,0 1 0,7 4 0,0 1 0,-2-1 0,4 1 0,-7 0 0,-4-1 0,-5 1 0,1 0 0,-8-1 0,-2 1 0,-1-1 0,-4-1 0,-3-2 0,-7-3 0,-7-2 0,0 3 0,-7-4 0,0-3 0,1-1 0,-4-2 0,3 0 0,-4-2 0,-1-3 0,7 3 0,3-5 0,4 2 0,1 0 0,2-7 0,4 1 0,5-3 0,3-1 0,2-1 0</inkml:trace>
  <inkml:trace contextRef="#ctx0" brushRef="#br0" timeOffset="2232">2311 666 9897,'15'0'0,"3"-5"0,2-2 0,6 0 0,4 0 0,1-3 0,0 3 0,1 0 0,-1 0 0,-5-5 0,-2 1 0,-1-1 0,-4 2 0,-9-4 0,-5 4 0,-3-4 0,-2-2 0,-3 2 0,-6 2 0,-8 3 0,-6 3 0,-3 0 0,-7 6 0,-2 0 0,-1 0 0,0 2 0,4 3 0,1 7 0,0 7 0,1 6 0,4 6 0,6 0 0,2 0 0,10 1 0,2-1 0,6 0 0,6 0 0,4 1 0,11-3 0,5-3 0,3-5 0,4 0 0,2-4 0,1-3 0,1-9 0,-6 0 0,-1-3 0,-3-2 0,-1 0 0,-12-2 0,0-3 0,-4-5 0,-1-4 0,-5-2 0,3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833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49" y="4721983"/>
            <a:ext cx="4991103" cy="4471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833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636E852-6017-44B4-93CC-A8A8711BE2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8477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C1F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5" name="Picture 10" descr="APU Logo_Final_Vertical_V1_HR1 cop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03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05402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66250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97988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6083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298201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2986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2540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83624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62495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274638"/>
            <a:ext cx="20574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775" y="274638"/>
            <a:ext cx="6021388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8258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/>
          <p:cNvPicPr>
            <a:picLocks noChangeAspect="1" noChangeArrowheads="1"/>
          </p:cNvPicPr>
          <p:nvPr/>
        </p:nvPicPr>
        <p:blipFill>
          <a:blip r:embed="rId13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C1F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800">
                <a:latin typeface="Calibri" pitchFamily="34" charset="0"/>
                <a:cs typeface="Calibri" pitchFamily="34" charset="0"/>
              </a:rPr>
              <a:t>Module Code and Module Title</a:t>
            </a:r>
          </a:p>
        </p:txBody>
      </p:sp>
      <p:sp>
        <p:nvSpPr>
          <p:cNvPr id="860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800">
                <a:latin typeface="Calibri" pitchFamily="34" charset="0"/>
                <a:cs typeface="Calibri" pitchFamily="34" charset="0"/>
              </a:rPr>
              <a:t>Title of Slides</a:t>
            </a:r>
          </a:p>
        </p:txBody>
      </p:sp>
      <p:pic>
        <p:nvPicPr>
          <p:cNvPr id="1033" name="Picture 10" descr="APU Logo Final-medium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170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.xml"/><Relationship Id="rId21" Type="http://schemas.openxmlformats.org/officeDocument/2006/relationships/image" Target="../media/image18.png"/><Relationship Id="rId42" Type="http://schemas.openxmlformats.org/officeDocument/2006/relationships/customXml" Target="../ink/ink22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52.png"/><Relationship Id="rId16" Type="http://schemas.openxmlformats.org/officeDocument/2006/relationships/customXml" Target="../ink/ink9.xml"/><Relationship Id="rId11" Type="http://schemas.openxmlformats.org/officeDocument/2006/relationships/image" Target="../media/image13.png"/><Relationship Id="rId32" Type="http://schemas.openxmlformats.org/officeDocument/2006/relationships/customXml" Target="../ink/ink17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30.xml"/><Relationship Id="rId74" Type="http://schemas.openxmlformats.org/officeDocument/2006/relationships/customXml" Target="../ink/ink38.xml"/><Relationship Id="rId79" Type="http://schemas.openxmlformats.org/officeDocument/2006/relationships/image" Target="../media/image47.png"/><Relationship Id="rId5" Type="http://schemas.openxmlformats.org/officeDocument/2006/relationships/image" Target="../media/image10.png"/><Relationship Id="rId90" Type="http://schemas.openxmlformats.org/officeDocument/2006/relationships/customXml" Target="../ink/ink46.xml"/><Relationship Id="rId95" Type="http://schemas.openxmlformats.org/officeDocument/2006/relationships/image" Target="../media/image55.png"/><Relationship Id="rId22" Type="http://schemas.openxmlformats.org/officeDocument/2006/relationships/customXml" Target="../ink/ink12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25.xml"/><Relationship Id="rId64" Type="http://schemas.openxmlformats.org/officeDocument/2006/relationships/customXml" Target="../ink/ink33.xml"/><Relationship Id="rId69" Type="http://schemas.openxmlformats.org/officeDocument/2006/relationships/image" Target="../media/image42.png"/><Relationship Id="rId80" Type="http://schemas.openxmlformats.org/officeDocument/2006/relationships/customXml" Target="../ink/ink41.xml"/><Relationship Id="rId85" Type="http://schemas.openxmlformats.org/officeDocument/2006/relationships/image" Target="../media/image50.png"/><Relationship Id="rId3" Type="http://schemas.openxmlformats.org/officeDocument/2006/relationships/image" Target="../media/image9.png"/><Relationship Id="rId12" Type="http://schemas.openxmlformats.org/officeDocument/2006/relationships/customXml" Target="../ink/ink7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37.png"/><Relationship Id="rId67" Type="http://schemas.openxmlformats.org/officeDocument/2006/relationships/image" Target="../media/image41.png"/><Relationship Id="rId20" Type="http://schemas.openxmlformats.org/officeDocument/2006/relationships/customXml" Target="../ink/ink11.xml"/><Relationship Id="rId41" Type="http://schemas.openxmlformats.org/officeDocument/2006/relationships/image" Target="../media/image28.png"/><Relationship Id="rId54" Type="http://schemas.openxmlformats.org/officeDocument/2006/relationships/customXml" Target="../ink/ink28.xml"/><Relationship Id="rId62" Type="http://schemas.openxmlformats.org/officeDocument/2006/relationships/customXml" Target="../ink/ink32.xml"/><Relationship Id="rId70" Type="http://schemas.openxmlformats.org/officeDocument/2006/relationships/customXml" Target="../ink/ink36.xml"/><Relationship Id="rId75" Type="http://schemas.openxmlformats.org/officeDocument/2006/relationships/image" Target="../media/image45.png"/><Relationship Id="rId83" Type="http://schemas.openxmlformats.org/officeDocument/2006/relationships/image" Target="../media/image49.png"/><Relationship Id="rId88" Type="http://schemas.openxmlformats.org/officeDocument/2006/relationships/customXml" Target="../ink/ink45.xml"/><Relationship Id="rId91" Type="http://schemas.openxmlformats.org/officeDocument/2006/relationships/image" Target="../media/image53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6.xml"/><Relationship Id="rId31" Type="http://schemas.openxmlformats.org/officeDocument/2006/relationships/image" Target="../media/image23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40.xml"/><Relationship Id="rId81" Type="http://schemas.openxmlformats.org/officeDocument/2006/relationships/image" Target="../media/image48.png"/><Relationship Id="rId86" Type="http://schemas.openxmlformats.org/officeDocument/2006/relationships/customXml" Target="../ink/ink44.xml"/><Relationship Id="rId94" Type="http://schemas.openxmlformats.org/officeDocument/2006/relationships/customXml" Target="../ink/ink48.xml"/><Relationship Id="rId99" Type="http://schemas.openxmlformats.org/officeDocument/2006/relationships/image" Target="../media/image57.png"/><Relationship Id="rId4" Type="http://schemas.openxmlformats.org/officeDocument/2006/relationships/customXml" Target="../ink/ink3.xml"/><Relationship Id="rId9" Type="http://schemas.openxmlformats.org/officeDocument/2006/relationships/image" Target="../media/image12.png"/><Relationship Id="rId13" Type="http://schemas.openxmlformats.org/officeDocument/2006/relationships/image" Target="../media/image14.png"/><Relationship Id="rId18" Type="http://schemas.openxmlformats.org/officeDocument/2006/relationships/customXml" Target="../ink/ink10.xml"/><Relationship Id="rId39" Type="http://schemas.openxmlformats.org/officeDocument/2006/relationships/image" Target="../media/image27.png"/><Relationship Id="rId34" Type="http://schemas.openxmlformats.org/officeDocument/2006/relationships/customXml" Target="../ink/ink18.xml"/><Relationship Id="rId50" Type="http://schemas.openxmlformats.org/officeDocument/2006/relationships/customXml" Target="../ink/ink26.xml"/><Relationship Id="rId55" Type="http://schemas.openxmlformats.org/officeDocument/2006/relationships/image" Target="../media/image35.png"/><Relationship Id="rId76" Type="http://schemas.openxmlformats.org/officeDocument/2006/relationships/customXml" Target="../ink/ink39.xml"/><Relationship Id="rId97" Type="http://schemas.openxmlformats.org/officeDocument/2006/relationships/image" Target="../media/image56.png"/><Relationship Id="rId7" Type="http://schemas.openxmlformats.org/officeDocument/2006/relationships/image" Target="../media/image11.png"/><Relationship Id="rId71" Type="http://schemas.openxmlformats.org/officeDocument/2006/relationships/image" Target="../media/image43.png"/><Relationship Id="rId92" Type="http://schemas.openxmlformats.org/officeDocument/2006/relationships/customXml" Target="../ink/ink47.xml"/><Relationship Id="rId2" Type="http://schemas.openxmlformats.org/officeDocument/2006/relationships/customXml" Target="../ink/ink2.xml"/><Relationship Id="rId29" Type="http://schemas.openxmlformats.org/officeDocument/2006/relationships/image" Target="../media/image22.png"/><Relationship Id="rId24" Type="http://schemas.openxmlformats.org/officeDocument/2006/relationships/customXml" Target="../ink/ink13.xml"/><Relationship Id="rId40" Type="http://schemas.openxmlformats.org/officeDocument/2006/relationships/customXml" Target="../ink/ink21.xml"/><Relationship Id="rId45" Type="http://schemas.openxmlformats.org/officeDocument/2006/relationships/image" Target="../media/image30.png"/><Relationship Id="rId66" Type="http://schemas.openxmlformats.org/officeDocument/2006/relationships/customXml" Target="../ink/ink34.xml"/><Relationship Id="rId87" Type="http://schemas.openxmlformats.org/officeDocument/2006/relationships/image" Target="../media/image51.png"/><Relationship Id="rId61" Type="http://schemas.openxmlformats.org/officeDocument/2006/relationships/image" Target="../media/image38.png"/><Relationship Id="rId82" Type="http://schemas.openxmlformats.org/officeDocument/2006/relationships/customXml" Target="../ink/ink42.xml"/><Relationship Id="rId19" Type="http://schemas.openxmlformats.org/officeDocument/2006/relationships/image" Target="../media/image17.png"/><Relationship Id="rId14" Type="http://schemas.openxmlformats.org/officeDocument/2006/relationships/customXml" Target="../ink/ink8.xml"/><Relationship Id="rId30" Type="http://schemas.openxmlformats.org/officeDocument/2006/relationships/customXml" Target="../ink/ink16.xml"/><Relationship Id="rId35" Type="http://schemas.openxmlformats.org/officeDocument/2006/relationships/image" Target="../media/image25.png"/><Relationship Id="rId56" Type="http://schemas.openxmlformats.org/officeDocument/2006/relationships/customXml" Target="../ink/ink29.xml"/><Relationship Id="rId77" Type="http://schemas.openxmlformats.org/officeDocument/2006/relationships/image" Target="../media/image46.png"/><Relationship Id="rId8" Type="http://schemas.openxmlformats.org/officeDocument/2006/relationships/customXml" Target="../ink/ink5.xml"/><Relationship Id="rId51" Type="http://schemas.openxmlformats.org/officeDocument/2006/relationships/image" Target="../media/image33.png"/><Relationship Id="rId72" Type="http://schemas.openxmlformats.org/officeDocument/2006/relationships/customXml" Target="../ink/ink37.xml"/><Relationship Id="rId93" Type="http://schemas.openxmlformats.org/officeDocument/2006/relationships/image" Target="../media/image54.png"/><Relationship Id="rId98" Type="http://schemas.openxmlformats.org/officeDocument/2006/relationships/customXml" Target="../ink/ink50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21" Type="http://schemas.openxmlformats.org/officeDocument/2006/relationships/image" Target="../media/image67.png"/><Relationship Id="rId42" Type="http://schemas.openxmlformats.org/officeDocument/2006/relationships/customXml" Target="../ink/ink71.xml"/><Relationship Id="rId47" Type="http://schemas.openxmlformats.org/officeDocument/2006/relationships/image" Target="../media/image80.png"/><Relationship Id="rId63" Type="http://schemas.openxmlformats.org/officeDocument/2006/relationships/image" Target="../media/image88.png"/><Relationship Id="rId68" Type="http://schemas.openxmlformats.org/officeDocument/2006/relationships/customXml" Target="../ink/ink84.xml"/><Relationship Id="rId7" Type="http://schemas.openxmlformats.org/officeDocument/2006/relationships/image" Target="../media/image60.png"/><Relationship Id="rId71" Type="http://schemas.openxmlformats.org/officeDocument/2006/relationships/image" Target="../media/image92.png"/><Relationship Id="rId2" Type="http://schemas.openxmlformats.org/officeDocument/2006/relationships/customXml" Target="../ink/ink51.xml"/><Relationship Id="rId16" Type="http://schemas.openxmlformats.org/officeDocument/2006/relationships/customXml" Target="../ink/ink58.xml"/><Relationship Id="rId29" Type="http://schemas.openxmlformats.org/officeDocument/2006/relationships/image" Target="../media/image71.png"/><Relationship Id="rId11" Type="http://schemas.openxmlformats.org/officeDocument/2006/relationships/image" Target="../media/image62.png"/><Relationship Id="rId24" Type="http://schemas.openxmlformats.org/officeDocument/2006/relationships/customXml" Target="../ink/ink62.xml"/><Relationship Id="rId32" Type="http://schemas.openxmlformats.org/officeDocument/2006/relationships/customXml" Target="../ink/ink66.xml"/><Relationship Id="rId37" Type="http://schemas.openxmlformats.org/officeDocument/2006/relationships/image" Target="../media/image75.png"/><Relationship Id="rId40" Type="http://schemas.openxmlformats.org/officeDocument/2006/relationships/customXml" Target="../ink/ink70.xml"/><Relationship Id="rId45" Type="http://schemas.openxmlformats.org/officeDocument/2006/relationships/image" Target="../media/image79.png"/><Relationship Id="rId53" Type="http://schemas.openxmlformats.org/officeDocument/2006/relationships/image" Target="../media/image83.png"/><Relationship Id="rId58" Type="http://schemas.openxmlformats.org/officeDocument/2006/relationships/customXml" Target="../ink/ink79.xml"/><Relationship Id="rId66" Type="http://schemas.openxmlformats.org/officeDocument/2006/relationships/customXml" Target="../ink/ink83.xml"/><Relationship Id="rId5" Type="http://schemas.openxmlformats.org/officeDocument/2006/relationships/image" Target="../media/image59.png"/><Relationship Id="rId61" Type="http://schemas.openxmlformats.org/officeDocument/2006/relationships/image" Target="../media/image87.png"/><Relationship Id="rId19" Type="http://schemas.openxmlformats.org/officeDocument/2006/relationships/image" Target="../media/image66.png"/><Relationship Id="rId14" Type="http://schemas.openxmlformats.org/officeDocument/2006/relationships/customXml" Target="../ink/ink57.xml"/><Relationship Id="rId22" Type="http://schemas.openxmlformats.org/officeDocument/2006/relationships/customXml" Target="../ink/ink61.xml"/><Relationship Id="rId27" Type="http://schemas.openxmlformats.org/officeDocument/2006/relationships/image" Target="../media/image70.png"/><Relationship Id="rId30" Type="http://schemas.openxmlformats.org/officeDocument/2006/relationships/customXml" Target="../ink/ink65.xml"/><Relationship Id="rId35" Type="http://schemas.openxmlformats.org/officeDocument/2006/relationships/image" Target="../media/image74.png"/><Relationship Id="rId43" Type="http://schemas.openxmlformats.org/officeDocument/2006/relationships/image" Target="../media/image78.png"/><Relationship Id="rId48" Type="http://schemas.openxmlformats.org/officeDocument/2006/relationships/customXml" Target="../ink/ink74.xml"/><Relationship Id="rId56" Type="http://schemas.openxmlformats.org/officeDocument/2006/relationships/customXml" Target="../ink/ink78.xml"/><Relationship Id="rId64" Type="http://schemas.openxmlformats.org/officeDocument/2006/relationships/customXml" Target="../ink/ink82.xml"/><Relationship Id="rId69" Type="http://schemas.openxmlformats.org/officeDocument/2006/relationships/image" Target="../media/image91.png"/><Relationship Id="rId8" Type="http://schemas.openxmlformats.org/officeDocument/2006/relationships/customXml" Target="../ink/ink54.xml"/><Relationship Id="rId51" Type="http://schemas.openxmlformats.org/officeDocument/2006/relationships/image" Target="../media/image82.png"/><Relationship Id="rId3" Type="http://schemas.openxmlformats.org/officeDocument/2006/relationships/image" Target="../media/image58.png"/><Relationship Id="rId12" Type="http://schemas.openxmlformats.org/officeDocument/2006/relationships/customXml" Target="../ink/ink56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38" Type="http://schemas.openxmlformats.org/officeDocument/2006/relationships/customXml" Target="../ink/ink69.xml"/><Relationship Id="rId46" Type="http://schemas.openxmlformats.org/officeDocument/2006/relationships/customXml" Target="../ink/ink73.xml"/><Relationship Id="rId59" Type="http://schemas.openxmlformats.org/officeDocument/2006/relationships/image" Target="../media/image86.png"/><Relationship Id="rId67" Type="http://schemas.openxmlformats.org/officeDocument/2006/relationships/image" Target="../media/image90.png"/><Relationship Id="rId20" Type="http://schemas.openxmlformats.org/officeDocument/2006/relationships/customXml" Target="../ink/ink60.xml"/><Relationship Id="rId41" Type="http://schemas.openxmlformats.org/officeDocument/2006/relationships/image" Target="../media/image77.png"/><Relationship Id="rId54" Type="http://schemas.openxmlformats.org/officeDocument/2006/relationships/customXml" Target="../ink/ink77.xml"/><Relationship Id="rId62" Type="http://schemas.openxmlformats.org/officeDocument/2006/relationships/customXml" Target="../ink/ink81.xml"/><Relationship Id="rId70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64.xml"/><Relationship Id="rId36" Type="http://schemas.openxmlformats.org/officeDocument/2006/relationships/customXml" Target="../ink/ink68.xml"/><Relationship Id="rId49" Type="http://schemas.openxmlformats.org/officeDocument/2006/relationships/image" Target="../media/image81.png"/><Relationship Id="rId57" Type="http://schemas.openxmlformats.org/officeDocument/2006/relationships/image" Target="../media/image85.png"/><Relationship Id="rId10" Type="http://schemas.openxmlformats.org/officeDocument/2006/relationships/customXml" Target="../ink/ink55.xml"/><Relationship Id="rId31" Type="http://schemas.openxmlformats.org/officeDocument/2006/relationships/image" Target="../media/image72.png"/><Relationship Id="rId44" Type="http://schemas.openxmlformats.org/officeDocument/2006/relationships/customXml" Target="../ink/ink72.xml"/><Relationship Id="rId52" Type="http://schemas.openxmlformats.org/officeDocument/2006/relationships/customXml" Target="../ink/ink76.xml"/><Relationship Id="rId60" Type="http://schemas.openxmlformats.org/officeDocument/2006/relationships/customXml" Target="../ink/ink80.xml"/><Relationship Id="rId65" Type="http://schemas.openxmlformats.org/officeDocument/2006/relationships/image" Target="../media/image89.png"/><Relationship Id="rId4" Type="http://schemas.openxmlformats.org/officeDocument/2006/relationships/customXml" Target="../ink/ink52.xml"/><Relationship Id="rId9" Type="http://schemas.openxmlformats.org/officeDocument/2006/relationships/image" Target="../media/image61.png"/><Relationship Id="rId13" Type="http://schemas.openxmlformats.org/officeDocument/2006/relationships/image" Target="../media/image63.png"/><Relationship Id="rId18" Type="http://schemas.openxmlformats.org/officeDocument/2006/relationships/customXml" Target="../ink/ink59.xml"/><Relationship Id="rId39" Type="http://schemas.openxmlformats.org/officeDocument/2006/relationships/image" Target="../media/image76.png"/><Relationship Id="rId34" Type="http://schemas.openxmlformats.org/officeDocument/2006/relationships/customXml" Target="../ink/ink67.xml"/><Relationship Id="rId50" Type="http://schemas.openxmlformats.org/officeDocument/2006/relationships/customXml" Target="../ink/ink75.xml"/><Relationship Id="rId55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4400">
                <a:solidFill>
                  <a:srgbClr val="333399"/>
                </a:solidFill>
              </a:rPr>
              <a:t>Chomsky Hierarchy of Languages</a:t>
            </a:r>
            <a:endParaRPr lang="en-US" altLang="en-US" sz="4400"/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0" y="3815443"/>
            <a:ext cx="4267200" cy="762000"/>
          </a:xfrm>
        </p:spPr>
        <p:txBody>
          <a:bodyPr/>
          <a:lstStyle/>
          <a:p>
            <a:r>
              <a:rPr lang="en-US" altLang="en-US" sz="3200"/>
              <a:t> Lecture -11 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F8FCF8B-965F-4088-94AA-6F1F2711F201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85F332-8214-F609-3F30-49B827DD125E}"/>
                  </a:ext>
                </a:extLst>
              </p14:cNvPr>
              <p14:cNvContentPartPr/>
              <p14:nvPr/>
            </p14:nvContentPartPr>
            <p14:xfrm>
              <a:off x="4263837" y="2908397"/>
              <a:ext cx="2228400" cy="3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85F332-8214-F609-3F30-49B827DD12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8357" y="2893083"/>
                <a:ext cx="2259000" cy="6339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Learning outcomes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213" y="1524000"/>
            <a:ext cx="7772400" cy="50292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AU" altLang="en-US" b="1">
                <a:solidFill>
                  <a:srgbClr val="000000"/>
                </a:solidFill>
              </a:rPr>
              <a:t>At the end of this topic students should be able to: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AU" altLang="en-US" b="1">
              <a:solidFill>
                <a:srgbClr val="000000"/>
              </a:solidFill>
            </a:endParaRPr>
          </a:p>
          <a:p>
            <a:pPr marL="287338" indent="-287338">
              <a:defRPr/>
            </a:pPr>
            <a:r>
              <a:rPr lang="en-US" altLang="en-US"/>
              <a:t>Describe the relationship between different language types</a:t>
            </a:r>
          </a:p>
          <a:p>
            <a:pPr marL="287338" indent="-287338">
              <a:defRPr/>
            </a:pPr>
            <a:r>
              <a:rPr lang="en-US" altLang="en-US"/>
              <a:t>Understand Chomsky hierarchy</a:t>
            </a:r>
          </a:p>
          <a:p>
            <a:pPr marL="287338" indent="-287338">
              <a:defRPr/>
            </a:pPr>
            <a:endParaRPr lang="en-US" altLang="en-US"/>
          </a:p>
          <a:p>
            <a:pPr marL="0" indent="0">
              <a:defRPr/>
            </a:pPr>
            <a:endParaRPr lang="en-US" altLang="en-US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9286BD-7907-40FD-899D-4D8452A35E87}" type="slidenum">
              <a:rPr lang="en-US"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16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Chomsky Hierarchy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524000"/>
            <a:ext cx="8037512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Noam Chomsky developed a 4 level classification for grammars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u="sng"/>
              <a:t>Type 3</a:t>
            </a:r>
            <a:r>
              <a:rPr lang="en-US" altLang="en-US"/>
              <a:t> </a:t>
            </a:r>
            <a:r>
              <a:rPr lang="en-US" altLang="en-US">
                <a:solidFill>
                  <a:srgbClr val="0000FF"/>
                </a:solidFill>
              </a:rPr>
              <a:t>Regular Grammars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least powerful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can be </a:t>
            </a:r>
            <a:r>
              <a:rPr lang="en-US" altLang="en-US" sz="2000">
                <a:solidFill>
                  <a:srgbClr val="C00000"/>
                </a:solidFill>
              </a:rPr>
              <a:t>accepted by DFA/NFA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can use subset of CFG, where </a:t>
            </a:r>
            <a:r>
              <a:rPr lang="en-US" altLang="en-US" sz="2000">
                <a:solidFill>
                  <a:srgbClr val="C00000"/>
                </a:solidFill>
              </a:rPr>
              <a:t>all rules of the form</a:t>
            </a:r>
            <a:r>
              <a:rPr lang="en-US" altLang="en-US" sz="2000"/>
              <a:t>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</a:t>
            </a:r>
            <a:r>
              <a:rPr lang="en-US" altLang="en-US" sz="2000" i="1">
                <a:solidFill>
                  <a:srgbClr val="0000FF"/>
                </a:solidFill>
              </a:rPr>
              <a:t>A </a:t>
            </a:r>
            <a:r>
              <a:rPr lang="en-US" altLang="en-US" sz="2000" i="1">
                <a:solidFill>
                  <a:srgbClr val="0000FF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FF"/>
                </a:solidFill>
              </a:rPr>
              <a:t> a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>
                <a:solidFill>
                  <a:srgbClr val="0000FF"/>
                </a:solidFill>
              </a:rPr>
              <a:t>	A </a:t>
            </a:r>
            <a:r>
              <a:rPr lang="en-US" altLang="en-US" sz="2000" i="1">
                <a:solidFill>
                  <a:srgbClr val="0000FF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FF"/>
                </a:solidFill>
              </a:rPr>
              <a:t> aB  </a:t>
            </a:r>
            <a:r>
              <a:rPr lang="en-US" altLang="en-US" sz="2000">
                <a:solidFill>
                  <a:srgbClr val="0000FF"/>
                </a:solidFill>
              </a:rPr>
              <a:t>(or</a:t>
            </a:r>
            <a:r>
              <a:rPr lang="en-US" altLang="en-US" sz="2000" i="1">
                <a:solidFill>
                  <a:srgbClr val="0000FF"/>
                </a:solidFill>
              </a:rPr>
              <a:t> A </a:t>
            </a:r>
            <a:r>
              <a:rPr lang="en-US" altLang="en-US" sz="2000" i="1">
                <a:solidFill>
                  <a:srgbClr val="0000FF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FF"/>
                </a:solidFill>
              </a:rPr>
              <a:t> Ba</a:t>
            </a:r>
            <a:r>
              <a:rPr lang="en-US" altLang="en-US" sz="2000">
                <a:solidFill>
                  <a:srgbClr val="0000FF"/>
                </a:solidFill>
              </a:rPr>
              <a:t>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>
                <a:solidFill>
                  <a:srgbClr val="0000FF"/>
                </a:solidFill>
              </a:rPr>
              <a:t>	A </a:t>
            </a:r>
            <a:r>
              <a:rPr lang="en-US" altLang="en-US" sz="2000" i="1">
                <a:solidFill>
                  <a:srgbClr val="0000FF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FF"/>
                </a:solidFill>
              </a:rPr>
              <a:t> </a:t>
            </a:r>
            <a:r>
              <a:rPr lang="el-GR" altLang="en-US" sz="2000" i="1">
                <a:solidFill>
                  <a:srgbClr val="0000FF"/>
                </a:solidFill>
              </a:rPr>
              <a:t>λ</a:t>
            </a:r>
            <a:endParaRPr lang="en-US" altLang="en-US" sz="2000" i="1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Regular language is language expressed by a regular grammar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all regular languages are context-free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some context free languages are not regular (eg </a:t>
            </a:r>
            <a:r>
              <a:rPr lang="en-US" altLang="en-US" sz="2000" i="1">
                <a:solidFill>
                  <a:srgbClr val="C00000"/>
                </a:solidFill>
              </a:rPr>
              <a:t>a</a:t>
            </a:r>
            <a:r>
              <a:rPr lang="en-US" altLang="en-US" sz="2000" baseline="30000">
                <a:solidFill>
                  <a:srgbClr val="C00000"/>
                </a:solidFill>
              </a:rPr>
              <a:t>n</a:t>
            </a:r>
            <a:r>
              <a:rPr lang="en-US" altLang="en-US" sz="2000" i="1">
                <a:solidFill>
                  <a:srgbClr val="C00000"/>
                </a:solidFill>
              </a:rPr>
              <a:t>b</a:t>
            </a:r>
            <a:r>
              <a:rPr lang="en-US" altLang="en-US" sz="2000" baseline="30000">
                <a:solidFill>
                  <a:srgbClr val="C00000"/>
                </a:solidFill>
              </a:rPr>
              <a:t>n</a:t>
            </a:r>
            <a:r>
              <a:rPr lang="en-US" altLang="en-US" sz="2000">
                <a:solidFill>
                  <a:srgbClr val="C00000"/>
                </a:solidFill>
              </a:rPr>
              <a:t> | n &gt; 0)</a:t>
            </a:r>
          </a:p>
        </p:txBody>
      </p:sp>
      <p:sp>
        <p:nvSpPr>
          <p:cNvPr id="17412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266A52-E861-4AEA-AE76-2552F3B332B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38" y="4038600"/>
            <a:ext cx="1044575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13" y="4371975"/>
            <a:ext cx="9683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4716463"/>
            <a:ext cx="1003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2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Regular Grammar and CFG</a:t>
            </a:r>
          </a:p>
        </p:txBody>
      </p:sp>
      <p:sp>
        <p:nvSpPr>
          <p:cNvPr id="12291" name="Rectangle 7"/>
          <p:cNvSpPr>
            <a:spLocks noGrp="1" noChangeArrowheads="1"/>
          </p:cNvSpPr>
          <p:nvPr>
            <p:ph idx="1"/>
          </p:nvPr>
        </p:nvSpPr>
        <p:spPr>
          <a:xfrm>
            <a:off x="901700" y="1524000"/>
            <a:ext cx="8089900" cy="5029200"/>
          </a:xfrm>
        </p:spPr>
        <p:txBody>
          <a:bodyPr/>
          <a:lstStyle/>
          <a:p>
            <a:r>
              <a:rPr lang="en-US" altLang="en-US" sz="2000"/>
              <a:t>Example: Consider the language defined by </a:t>
            </a:r>
            <a:r>
              <a:rPr lang="en-US" altLang="en-US" sz="2000" i="1"/>
              <a:t>a</a:t>
            </a:r>
            <a:r>
              <a:rPr lang="en-US" altLang="en-US" sz="2000"/>
              <a:t>(</a:t>
            </a:r>
            <a:r>
              <a:rPr lang="en-US" altLang="en-US" sz="2000" i="1"/>
              <a:t>a</a:t>
            </a:r>
            <a:r>
              <a:rPr lang="en-US" altLang="en-US" sz="2000"/>
              <a:t>*</a:t>
            </a:r>
            <a:r>
              <a:rPr lang="en-US" altLang="en-US" sz="2000">
                <a:sym typeface="Symbol" panose="05050102010706020507" pitchFamily="18" charset="2"/>
              </a:rPr>
              <a:t></a:t>
            </a:r>
            <a:r>
              <a:rPr lang="en-US" altLang="en-US" sz="2000" i="1"/>
              <a:t>b</a:t>
            </a:r>
            <a:r>
              <a:rPr lang="en-US" altLang="en-US" sz="2000"/>
              <a:t>*)</a:t>
            </a:r>
            <a:r>
              <a:rPr lang="en-US" altLang="en-US" sz="2000" i="1"/>
              <a:t>b</a:t>
            </a:r>
          </a:p>
          <a:p>
            <a:pPr lvl="1"/>
            <a:r>
              <a:rPr lang="en-US" altLang="en-US" sz="2000" i="1"/>
              <a:t>S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aA 	</a:t>
            </a:r>
          </a:p>
          <a:p>
            <a:pPr lvl="1"/>
            <a:r>
              <a:rPr lang="en-US" altLang="en-US" sz="2000" i="1"/>
              <a:t>A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Xb | Yb	</a:t>
            </a:r>
          </a:p>
          <a:p>
            <a:pPr lvl="1"/>
            <a:r>
              <a:rPr lang="en-US" altLang="en-US" sz="2000" i="1"/>
              <a:t>X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aX | </a:t>
            </a:r>
            <a:r>
              <a:rPr lang="en-US" altLang="en-US" sz="2000" i="1">
                <a:sym typeface="Symbol" panose="05050102010706020507" pitchFamily="18" charset="2"/>
              </a:rPr>
              <a:t></a:t>
            </a:r>
            <a:endParaRPr lang="en-US" altLang="en-US" sz="2000" i="1"/>
          </a:p>
          <a:p>
            <a:pPr lvl="1"/>
            <a:r>
              <a:rPr lang="en-US" altLang="en-US" sz="2000" i="1"/>
              <a:t>Y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bY | </a:t>
            </a:r>
            <a:r>
              <a:rPr lang="en-US" altLang="en-US" sz="2000" i="1">
                <a:sym typeface="Symbol" panose="05050102010706020507" pitchFamily="18" charset="2"/>
              </a:rPr>
              <a:t></a:t>
            </a:r>
            <a:endParaRPr lang="en-US" altLang="en-US" sz="2000" i="1"/>
          </a:p>
          <a:p>
            <a:pPr>
              <a:buClr>
                <a:srgbClr val="3333CC"/>
              </a:buClr>
            </a:pP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 sz="2000"/>
              <a:t>We don’t have to restrict CFG to regular subset in order to describe a regular language:</a:t>
            </a:r>
          </a:p>
          <a:p>
            <a:pPr lvl="1">
              <a:buClr>
                <a:srgbClr val="FF0000"/>
              </a:buClr>
            </a:pPr>
            <a:r>
              <a:rPr lang="en-US" altLang="en-US" i="1"/>
              <a:t> 	</a:t>
            </a:r>
            <a:r>
              <a:rPr lang="en-US" altLang="en-US" sz="2000"/>
              <a:t>Same language:</a:t>
            </a:r>
            <a:r>
              <a:rPr lang="en-US" altLang="en-US" sz="2000" i="1">
                <a:solidFill>
                  <a:srgbClr val="000000"/>
                </a:solidFill>
              </a:rPr>
              <a:t> a</a:t>
            </a:r>
            <a:r>
              <a:rPr lang="en-US" altLang="en-US" sz="2000">
                <a:solidFill>
                  <a:srgbClr val="000000"/>
                </a:solidFill>
              </a:rPr>
              <a:t>(</a:t>
            </a:r>
            <a:r>
              <a:rPr lang="en-US" altLang="en-US" sz="2000" i="1">
                <a:solidFill>
                  <a:srgbClr val="000000"/>
                </a:solidFill>
              </a:rPr>
              <a:t>a</a:t>
            </a:r>
            <a:r>
              <a:rPr lang="en-US" altLang="en-US" sz="2000">
                <a:solidFill>
                  <a:srgbClr val="000000"/>
                </a:solidFill>
              </a:rPr>
              <a:t>*</a:t>
            </a:r>
            <a:r>
              <a:rPr lang="en-US" altLang="en-US" sz="2000">
                <a:solidFill>
                  <a:srgbClr val="00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i="1">
                <a:solidFill>
                  <a:srgbClr val="000000"/>
                </a:solidFill>
              </a:rPr>
              <a:t>b</a:t>
            </a:r>
            <a:r>
              <a:rPr lang="en-US" altLang="en-US" sz="2000">
                <a:solidFill>
                  <a:srgbClr val="000000"/>
                </a:solidFill>
              </a:rPr>
              <a:t>*)</a:t>
            </a:r>
            <a:r>
              <a:rPr lang="en-US" altLang="en-US" sz="2000" i="1">
                <a:solidFill>
                  <a:srgbClr val="000000"/>
                </a:solidFill>
              </a:rPr>
              <a:t>b</a:t>
            </a:r>
          </a:p>
          <a:p>
            <a:pPr lvl="2">
              <a:buClr>
                <a:srgbClr val="3333CC"/>
              </a:buClr>
            </a:pPr>
            <a:r>
              <a:rPr lang="en-US" altLang="en-US" sz="2000" i="1">
                <a:solidFill>
                  <a:srgbClr val="0000FF"/>
                </a:solidFill>
              </a:rPr>
              <a:t>S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FF"/>
                </a:solidFill>
              </a:rPr>
              <a:t> aMb</a:t>
            </a:r>
            <a:r>
              <a:rPr lang="en-US" altLang="en-US" sz="2000" i="1">
                <a:solidFill>
                  <a:srgbClr val="000000"/>
                </a:solidFill>
              </a:rPr>
              <a:t> 	A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00"/>
                </a:solidFill>
              </a:rPr>
              <a:t> e 	</a:t>
            </a:r>
          </a:p>
          <a:p>
            <a:pPr lvl="2">
              <a:buClr>
                <a:srgbClr val="3333CC"/>
              </a:buClr>
            </a:pPr>
            <a:r>
              <a:rPr lang="en-US" altLang="en-US" sz="2000" i="1">
                <a:solidFill>
                  <a:srgbClr val="000000"/>
                </a:solidFill>
              </a:rPr>
              <a:t>B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 → </a:t>
            </a:r>
            <a:r>
              <a:rPr lang="en-US" altLang="en-US" sz="2000" i="1">
                <a:solidFill>
                  <a:srgbClr val="000000"/>
                </a:solidFill>
              </a:rPr>
              <a:t>bB 	B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00"/>
                </a:solidFill>
              </a:rPr>
              <a:t> e</a:t>
            </a:r>
            <a:endParaRPr lang="en-US" altLang="en-US" i="1">
              <a:solidFill>
                <a:srgbClr val="000000"/>
              </a:solidFill>
            </a:endParaRPr>
          </a:p>
          <a:p>
            <a:pPr lvl="2">
              <a:buClr>
                <a:srgbClr val="3333CC"/>
              </a:buClr>
            </a:pPr>
            <a:r>
              <a:rPr lang="en-US" altLang="en-US" sz="2000" i="1">
                <a:solidFill>
                  <a:srgbClr val="000000"/>
                </a:solidFill>
              </a:rPr>
              <a:t>M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00"/>
                </a:solidFill>
              </a:rPr>
              <a:t> A 	M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00"/>
                </a:solidFill>
              </a:rPr>
              <a:t> B 	</a:t>
            </a:r>
          </a:p>
          <a:p>
            <a:pPr lvl="2">
              <a:buClr>
                <a:srgbClr val="3333CC"/>
              </a:buClr>
            </a:pPr>
            <a:r>
              <a:rPr lang="en-US" altLang="en-US" sz="2000" i="1">
                <a:solidFill>
                  <a:srgbClr val="000000"/>
                </a:solidFill>
              </a:rPr>
              <a:t>A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→</a:t>
            </a:r>
            <a:r>
              <a:rPr lang="en-US" altLang="en-US" sz="2000" i="1">
                <a:solidFill>
                  <a:srgbClr val="000000"/>
                </a:solidFill>
              </a:rPr>
              <a:t> aA 	</a:t>
            </a:r>
          </a:p>
        </p:txBody>
      </p:sp>
      <p:sp>
        <p:nvSpPr>
          <p:cNvPr id="18436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3F5934-6E0E-4067-9437-2753AB2F337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76522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Chomsky Hierarchy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u="sng"/>
              <a:t>Type 2</a:t>
            </a:r>
            <a:r>
              <a:rPr lang="en-US" altLang="en-US"/>
              <a:t> - </a:t>
            </a:r>
            <a:r>
              <a:rPr lang="en-US" altLang="en-US">
                <a:solidFill>
                  <a:srgbClr val="0000FF"/>
                </a:solidFill>
              </a:rPr>
              <a:t>Context Free Grammars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accepted by PDA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all rules have a single non-terminal on the LHS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/>
              <a:t>Example: </a:t>
            </a:r>
            <a:r>
              <a:rPr lang="en-US" altLang="en-US" i="1"/>
              <a:t>a </a:t>
            </a:r>
            <a:r>
              <a:rPr lang="en-US" altLang="en-US" baseline="30000"/>
              <a:t>i </a:t>
            </a:r>
            <a:r>
              <a:rPr lang="en-US" altLang="en-US" i="1"/>
              <a:t>b </a:t>
            </a:r>
            <a:r>
              <a:rPr lang="en-US" altLang="en-US" baseline="30000"/>
              <a:t>i</a:t>
            </a: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 i="1">
                <a:solidFill>
                  <a:srgbClr val="0000FF"/>
                </a:solidFill>
              </a:rPr>
              <a:t>S </a:t>
            </a:r>
            <a:r>
              <a:rPr lang="en-US" altLang="en-US" i="1">
                <a:solidFill>
                  <a:srgbClr val="0000FF"/>
                </a:solidFill>
                <a:cs typeface="Arial" panose="020B0604020202020204" pitchFamily="34" charset="0"/>
              </a:rPr>
              <a:t>→ </a:t>
            </a:r>
            <a:r>
              <a:rPr lang="en-US" altLang="en-US" i="1">
                <a:solidFill>
                  <a:srgbClr val="0000FF"/>
                </a:solidFill>
              </a:rPr>
              <a:t>aSb </a:t>
            </a:r>
            <a:r>
              <a:rPr lang="en-US" altLang="en-US">
                <a:solidFill>
                  <a:srgbClr val="0000FF"/>
                </a:solidFill>
              </a:rPr>
              <a:t>| </a:t>
            </a:r>
            <a:r>
              <a:rPr lang="el-GR" altLang="en-US">
                <a:solidFill>
                  <a:srgbClr val="0000FF"/>
                </a:solidFill>
              </a:rPr>
              <a:t>λ</a:t>
            </a:r>
            <a:endParaRPr lang="en-US" altLang="en-US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‘</a:t>
            </a:r>
            <a:r>
              <a:rPr lang="en-US" altLang="en-US" i="1"/>
              <a:t>aSb</a:t>
            </a:r>
            <a:r>
              <a:rPr lang="en-US" altLang="en-US"/>
              <a:t>’ is equivalent to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push X on PDA stack when input ‘</a:t>
            </a:r>
            <a:r>
              <a:rPr lang="en-US" altLang="en-US" sz="2000" i="1"/>
              <a:t>a</a:t>
            </a:r>
            <a:r>
              <a:rPr lang="en-US" altLang="en-US" sz="2000"/>
              <a:t>’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pop X off PDA stack when input ‘</a:t>
            </a:r>
            <a:r>
              <a:rPr lang="en-US" altLang="en-US" sz="2000" i="1"/>
              <a:t>b</a:t>
            </a:r>
            <a:r>
              <a:rPr lang="en-US" altLang="en-US" sz="2000"/>
              <a:t>’</a:t>
            </a:r>
          </a:p>
        </p:txBody>
      </p:sp>
      <p:sp>
        <p:nvSpPr>
          <p:cNvPr id="19460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27847D-AE0F-4BBC-A97B-A20F366AA42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0" y="3152775"/>
            <a:ext cx="243840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81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CFG and PDA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73138" y="1497013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Language accepted by PDA </a:t>
            </a:r>
            <a:r>
              <a:rPr lang="en-US" altLang="en-US" b="1"/>
              <a:t>iff</a:t>
            </a:r>
            <a:r>
              <a:rPr lang="en-US" altLang="en-US"/>
              <a:t> generated by a CFG</a:t>
            </a:r>
          </a:p>
          <a:p>
            <a:pPr>
              <a:lnSpc>
                <a:spcPct val="90000"/>
              </a:lnSpc>
            </a:pPr>
            <a:r>
              <a:rPr lang="en-US" altLang="en-US"/>
              <a:t>e.g </a:t>
            </a:r>
            <a:r>
              <a:rPr lang="en-US" altLang="en-US" i="1"/>
              <a:t>a </a:t>
            </a:r>
            <a:r>
              <a:rPr lang="en-US" altLang="en-US" baseline="30000"/>
              <a:t>i </a:t>
            </a:r>
            <a:r>
              <a:rPr lang="en-US" altLang="en-US" i="1"/>
              <a:t>c </a:t>
            </a:r>
            <a:r>
              <a:rPr lang="en-US" altLang="en-US" baseline="30000"/>
              <a:t>j </a:t>
            </a:r>
            <a:r>
              <a:rPr lang="en-US" altLang="en-US" i="1"/>
              <a:t>d </a:t>
            </a:r>
            <a:r>
              <a:rPr lang="en-US" altLang="en-US" baseline="30000"/>
              <a:t>j </a:t>
            </a:r>
            <a:r>
              <a:rPr lang="en-US" altLang="en-US" i="1"/>
              <a:t>b </a:t>
            </a:r>
            <a:r>
              <a:rPr lang="en-US" altLang="en-US" baseline="30000"/>
              <a:t>i</a:t>
            </a:r>
            <a:endParaRPr lang="en-US" altLang="en-US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S </a:t>
            </a:r>
            <a:r>
              <a:rPr lang="en-US" altLang="en-US">
                <a:cs typeface="Arial" panose="020B0604020202020204" pitchFamily="34" charset="0"/>
              </a:rPr>
              <a:t>→ </a:t>
            </a:r>
            <a:r>
              <a:rPr lang="en-US" altLang="en-US"/>
              <a:t>aSb |  a X b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X </a:t>
            </a:r>
            <a:r>
              <a:rPr lang="en-US" altLang="en-US">
                <a:cs typeface="Arial" panose="020B0604020202020204" pitchFamily="34" charset="0"/>
              </a:rPr>
              <a:t>→</a:t>
            </a:r>
            <a:r>
              <a:rPr lang="en-US" altLang="en-US"/>
              <a:t> cXd | </a:t>
            </a:r>
            <a:r>
              <a:rPr lang="en-US" altLang="en-US">
                <a:sym typeface="Symbol" panose="05050102010706020507" pitchFamily="18" charset="2"/>
              </a:rPr>
              <a:t>c 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i="1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Design a PDA for this language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  <p:sp>
        <p:nvSpPr>
          <p:cNvPr id="20484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ED698-2B2B-4C46-A3FC-7BA2C3CD094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37349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Chomsky Hierarchy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87425" y="1509713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u="sng"/>
              <a:t>Type 1</a:t>
            </a:r>
            <a:r>
              <a:rPr lang="en-US" altLang="en-US"/>
              <a:t> - </a:t>
            </a:r>
            <a:r>
              <a:rPr lang="en-US" altLang="en-US">
                <a:solidFill>
                  <a:srgbClr val="0000FF"/>
                </a:solidFill>
              </a:rPr>
              <a:t>Context Sensitive Grammars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More than one symbol permitted on LHS (but only 1 non-terminal)</a:t>
            </a:r>
          </a:p>
          <a:p>
            <a:pPr lvl="2">
              <a:lnSpc>
                <a:spcPct val="90000"/>
              </a:lnSpc>
            </a:pPr>
            <a:r>
              <a:rPr lang="en-US" altLang="en-US" sz="2000"/>
              <a:t>e.g. </a:t>
            </a:r>
            <a:r>
              <a:rPr lang="en-US" altLang="en-US" sz="2000" i="1"/>
              <a:t>uAv</a:t>
            </a:r>
            <a:r>
              <a:rPr lang="en-US" altLang="en-US" sz="2000"/>
              <a:t> </a:t>
            </a:r>
            <a:r>
              <a:rPr lang="en-US" altLang="en-US" sz="2000">
                <a:cs typeface="Arial" panose="020B0604020202020204" pitchFamily="34" charset="0"/>
              </a:rPr>
              <a:t>→</a:t>
            </a:r>
            <a:r>
              <a:rPr lang="en-US" altLang="en-US" sz="2000"/>
              <a:t> </a:t>
            </a:r>
            <a:r>
              <a:rPr lang="en-US" altLang="en-US" sz="2000" i="1"/>
              <a:t>uwv</a:t>
            </a:r>
            <a:r>
              <a:rPr lang="en-US" altLang="en-US" sz="2000"/>
              <a:t> (means ‘</a:t>
            </a:r>
            <a:r>
              <a:rPr lang="en-US" altLang="en-US" sz="2000" i="1"/>
              <a:t>A</a:t>
            </a:r>
            <a:r>
              <a:rPr lang="en-US" altLang="en-US" sz="2000"/>
              <a:t>’ can only be replaced if ‘</a:t>
            </a:r>
            <a:r>
              <a:rPr lang="en-US" altLang="en-US" sz="2000" i="1"/>
              <a:t>u</a:t>
            </a:r>
            <a:r>
              <a:rPr lang="en-US" altLang="en-US" sz="2000"/>
              <a:t>’ is the prefix of </a:t>
            </a:r>
            <a:r>
              <a:rPr lang="en-US" altLang="en-US" sz="2000" i="1"/>
              <a:t>A</a:t>
            </a:r>
            <a:r>
              <a:rPr lang="en-US" altLang="en-US" sz="2000"/>
              <a:t> and </a:t>
            </a:r>
            <a:r>
              <a:rPr lang="en-US" altLang="en-US" sz="2000" i="1"/>
              <a:t>v</a:t>
            </a:r>
            <a:r>
              <a:rPr lang="en-US" altLang="en-US" sz="2000"/>
              <a:t> the suffix. The </a:t>
            </a:r>
            <a:r>
              <a:rPr lang="en-US" altLang="en-US" sz="2000" i="1"/>
              <a:t>context</a:t>
            </a:r>
            <a:r>
              <a:rPr lang="en-US" altLang="en-US" sz="2000"/>
              <a:t> of ‘</a:t>
            </a:r>
            <a:r>
              <a:rPr lang="en-US" altLang="en-US" sz="2000" i="1"/>
              <a:t>A</a:t>
            </a:r>
            <a:r>
              <a:rPr lang="en-US" altLang="en-US" sz="2000"/>
              <a:t>’ matters!)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accepted by a restricted Turing machine (called a linear-bounded automata - the length of the tape is limited</a:t>
            </a:r>
            <a:r>
              <a:rPr lang="en-US" altLang="en-US" sz="200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</a:t>
            </a:r>
            <a:r>
              <a:rPr lang="en-US" altLang="en-US" sz="2000" i="1"/>
              <a:t>S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abc | aSBc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/>
              <a:t>	cB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Bc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/>
              <a:t>	bB </a:t>
            </a:r>
            <a:r>
              <a:rPr lang="en-US" altLang="en-US" sz="2000" i="1">
                <a:cs typeface="Arial" panose="020B0604020202020204" pitchFamily="34" charset="0"/>
              </a:rPr>
              <a:t>→</a:t>
            </a:r>
            <a:r>
              <a:rPr lang="en-US" altLang="en-US" sz="2000" i="1"/>
              <a:t> bb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recognizes </a:t>
            </a:r>
            <a:r>
              <a:rPr lang="en-US" altLang="en-US" sz="2000" i="1"/>
              <a:t>a </a:t>
            </a:r>
            <a:r>
              <a:rPr lang="en-US" altLang="en-US" sz="2000" baseline="30000"/>
              <a:t>n</a:t>
            </a:r>
            <a:r>
              <a:rPr lang="en-US" altLang="en-US" sz="2000" i="1"/>
              <a:t>b </a:t>
            </a:r>
            <a:r>
              <a:rPr lang="en-US" altLang="en-US" sz="2000" baseline="30000"/>
              <a:t>n</a:t>
            </a:r>
            <a:r>
              <a:rPr lang="en-US" altLang="en-US" sz="2000" i="1"/>
              <a:t>c </a:t>
            </a:r>
            <a:r>
              <a:rPr lang="en-US" altLang="en-US" sz="2000" baseline="30000"/>
              <a:t>n</a:t>
            </a:r>
            <a:endParaRPr lang="en-US" altLang="en-US" sz="2000"/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8827F5-5D11-41FF-BC5E-2A220F04EC0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82796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 Sensitive Grammars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 i="1"/>
              <a:t>S </a:t>
            </a:r>
            <a:r>
              <a:rPr lang="en-US" altLang="en-US" i="1">
                <a:cs typeface="Arial" panose="020B0604020202020204" pitchFamily="34" charset="0"/>
              </a:rPr>
              <a:t>→</a:t>
            </a:r>
            <a:r>
              <a:rPr lang="en-US" altLang="en-US" i="1"/>
              <a:t> abc | aSBc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/>
              <a:t>	cB </a:t>
            </a:r>
            <a:r>
              <a:rPr lang="en-US" altLang="en-US" i="1">
                <a:cs typeface="Arial" panose="020B0604020202020204" pitchFamily="34" charset="0"/>
              </a:rPr>
              <a:t>→</a:t>
            </a:r>
            <a:r>
              <a:rPr lang="en-US" altLang="en-US" i="1"/>
              <a:t> Bc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/>
              <a:t>	bB </a:t>
            </a:r>
            <a:r>
              <a:rPr lang="en-US" altLang="en-US" i="1">
                <a:cs typeface="Arial" panose="020B0604020202020204" pitchFamily="34" charset="0"/>
              </a:rPr>
              <a:t>→</a:t>
            </a:r>
            <a:r>
              <a:rPr lang="en-US" altLang="en-US" i="1"/>
              <a:t> bb</a:t>
            </a:r>
          </a:p>
          <a:p>
            <a:pPr lvl="1"/>
            <a:r>
              <a:rPr lang="en-US" altLang="en-US"/>
              <a:t>accept </a:t>
            </a:r>
            <a:r>
              <a:rPr lang="en-US" altLang="en-US" i="1"/>
              <a:t>aaabbbccc</a:t>
            </a:r>
            <a:r>
              <a:rPr lang="en-US" altLang="en-US"/>
              <a:t> ?</a:t>
            </a:r>
          </a:p>
          <a:p>
            <a:endParaRPr lang="en-US" altLang="en-US"/>
          </a:p>
          <a:p>
            <a:r>
              <a:rPr lang="en-US" altLang="en-US" i="1"/>
              <a:t>S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 i="1"/>
              <a:t> aSBc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 i="1"/>
              <a:t> aaSBcBc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 i="1"/>
              <a:t> aaabcBcBc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/>
              <a:t> </a:t>
            </a:r>
            <a:r>
              <a:rPr lang="en-US" altLang="en-US" i="1"/>
              <a:t>aaabBccBc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/>
              <a:t> </a:t>
            </a:r>
            <a:r>
              <a:rPr lang="en-US" altLang="en-US" i="1"/>
              <a:t>aaabbccBc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 i="1"/>
              <a:t> aaabbcBcc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 i="1"/>
              <a:t>aaabbBccc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 i="1"/>
              <a:t> aaabbbccc</a:t>
            </a:r>
          </a:p>
        </p:txBody>
      </p:sp>
      <p:sp>
        <p:nvSpPr>
          <p:cNvPr id="22532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AEDCF5-FBD1-497A-858A-0EB686D2FDE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5640967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Chomsky Hierarchy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028700" y="1497013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u="sng"/>
              <a:t>Type 0</a:t>
            </a:r>
            <a:r>
              <a:rPr lang="en-US" altLang="en-US"/>
              <a:t> </a:t>
            </a:r>
            <a:r>
              <a:rPr lang="en-US" altLang="en-US">
                <a:solidFill>
                  <a:srgbClr val="0000FF"/>
                </a:solidFill>
              </a:rPr>
              <a:t>Unrestricted Grammars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can be </a:t>
            </a:r>
            <a:r>
              <a:rPr lang="en-US" altLang="en-US" sz="2000">
                <a:solidFill>
                  <a:srgbClr val="C00000"/>
                </a:solidFill>
              </a:rPr>
              <a:t>accepted only by a Turing machine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any type of rule structure possible as long as at least one non-terminal is on the LHS </a:t>
            </a:r>
            <a:r>
              <a:rPr lang="en-US" altLang="en-US" sz="2000"/>
              <a:t>(e.g. </a:t>
            </a:r>
            <a:r>
              <a:rPr lang="en-US" altLang="en-US" sz="2000" i="1"/>
              <a:t>BA</a:t>
            </a:r>
            <a:r>
              <a:rPr lang="en-US" altLang="en-US" sz="2000"/>
              <a:t>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→</a:t>
            </a:r>
            <a:r>
              <a:rPr lang="en-US" altLang="en-US" sz="2000"/>
              <a:t> </a:t>
            </a:r>
            <a:r>
              <a:rPr lang="en-US" altLang="en-US" sz="2000" i="1"/>
              <a:t>D</a:t>
            </a:r>
            <a:r>
              <a:rPr lang="en-US" altLang="en-US" sz="2000"/>
              <a:t> is OK)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/>
              <a:t>Two types of language can result from unrestricted grammars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recursive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recursively enumerable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/>
              <a:t>Turing Machines to be discussed later</a:t>
            </a:r>
          </a:p>
        </p:txBody>
      </p:sp>
      <p:sp>
        <p:nvSpPr>
          <p:cNvPr id="23556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00E22-2AA3-44B3-A890-7EE9ED4D04D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0763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Chomsky Hierarchy</a:t>
            </a:r>
          </a:p>
        </p:txBody>
      </p:sp>
      <p:graphicFrame>
        <p:nvGraphicFramePr>
          <p:cNvPr id="333827" name="Group 3"/>
          <p:cNvGraphicFramePr>
            <a:graphicFrameLocks noGrp="1"/>
          </p:cNvGraphicFramePr>
          <p:nvPr>
            <p:ph idx="1"/>
          </p:nvPr>
        </p:nvGraphicFramePr>
        <p:xfrm>
          <a:off x="484188" y="1274763"/>
          <a:ext cx="8229600" cy="4965702"/>
        </p:xfrm>
        <a:graphic>
          <a:graphicData uri="http://schemas.openxmlformats.org/drawingml/2006/table">
            <a:tbl>
              <a:tblPr/>
              <a:tblGrid>
                <a:gridCol w="162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47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Grammar</a:t>
                      </a:r>
                    </a:p>
                  </a:txBody>
                  <a:tcPr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Languages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Machine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Production Rule of the form (e.g.)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1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 - 3</a:t>
                      </a:r>
                    </a:p>
                  </a:txBody>
                  <a:tcPr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Regular 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Finite state automaton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a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altLang="en-US" sz="18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aB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|A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Ba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λ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3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 – 2</a:t>
                      </a:r>
                    </a:p>
                  </a:txBody>
                  <a:tcPr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Context-free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Pushdown automaton (non-deterministic)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       S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 </a:t>
                      </a:r>
                      <a:r>
                        <a:rPr kumimoji="0" lang="en-US" altLang="en-US" sz="18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aSb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| </a:t>
                      </a:r>
                      <a:r>
                        <a:rPr kumimoji="0" lang="el-G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λ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184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 - 1</a:t>
                      </a:r>
                    </a:p>
                  </a:txBody>
                  <a:tcPr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Context-sensitive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Linear bounded automaton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S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abc | </a:t>
                      </a:r>
                      <a:r>
                        <a:rPr kumimoji="0" lang="en-US" altLang="en-US" sz="18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aSBc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cB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Bc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bB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bb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47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 – 0</a:t>
                      </a:r>
                    </a:p>
                  </a:txBody>
                  <a:tcPr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Unrestricted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Turing Machine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BA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→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11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3A25F6-073A-4D65-99C6-AA5338FE6A6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6213" y="6297613"/>
            <a:ext cx="8285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Regular ⊂ Context Free ⊂ Context Sensitive ⊂ Unrestricted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B0D16D-63AC-E4CF-30AC-370229284558}"/>
                  </a:ext>
                </a:extLst>
              </p14:cNvPr>
              <p14:cNvContentPartPr/>
              <p14:nvPr/>
            </p14:nvContentPartPr>
            <p14:xfrm>
              <a:off x="-383403" y="2678717"/>
              <a:ext cx="55080" cy="3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B0D16D-63AC-E4CF-30AC-3702292845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94203" y="2668033"/>
                <a:ext cx="76320" cy="54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27EF80-0916-194C-109F-2A0D22FB865C}"/>
                  </a:ext>
                </a:extLst>
              </p14:cNvPr>
              <p14:cNvContentPartPr/>
              <p14:nvPr/>
            </p14:nvContentPartPr>
            <p14:xfrm>
              <a:off x="-405363" y="2598797"/>
              <a:ext cx="213840" cy="27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27EF80-0916-194C-109F-2A0D22FB86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16163" y="2587997"/>
                <a:ext cx="23508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A39ADA-C885-E6B0-0BE8-C066F7C9865C}"/>
                  </a:ext>
                </a:extLst>
              </p14:cNvPr>
              <p14:cNvContentPartPr/>
              <p14:nvPr/>
            </p14:nvContentPartPr>
            <p14:xfrm>
              <a:off x="-131403" y="2564957"/>
              <a:ext cx="104400" cy="16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A39ADA-C885-E6B0-0BE8-C066F7C986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42203" y="2554157"/>
                <a:ext cx="1256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D55B7B-DF10-E4E7-82A5-29A57CD7304F}"/>
                  </a:ext>
                </a:extLst>
              </p14:cNvPr>
              <p14:cNvContentPartPr/>
              <p14:nvPr/>
            </p14:nvContentPartPr>
            <p14:xfrm>
              <a:off x="27717" y="2481437"/>
              <a:ext cx="131040" cy="181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D55B7B-DF10-E4E7-82A5-29A57CD730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917" y="2470637"/>
                <a:ext cx="1522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3AA8AE-0274-22F9-F009-20C8B1B46522}"/>
                  </a:ext>
                </a:extLst>
              </p14:cNvPr>
              <p14:cNvContentPartPr/>
              <p14:nvPr/>
            </p14:nvContentPartPr>
            <p14:xfrm>
              <a:off x="202317" y="2356157"/>
              <a:ext cx="82440" cy="257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3AA8AE-0274-22F9-F009-20C8B1B465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1517" y="2345357"/>
                <a:ext cx="1036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B1341A-88BC-C4E8-3614-EBC2C3F15B46}"/>
                  </a:ext>
                </a:extLst>
              </p14:cNvPr>
              <p14:cNvContentPartPr/>
              <p14:nvPr/>
            </p14:nvContentPartPr>
            <p14:xfrm>
              <a:off x="181797" y="2454077"/>
              <a:ext cx="124920" cy="65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B1341A-88BC-C4E8-3614-EBC2C3F15B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1028" y="2443277"/>
                <a:ext cx="146099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60EADEC-39A7-53F4-31AC-606DE22B69C5}"/>
                  </a:ext>
                </a:extLst>
              </p14:cNvPr>
              <p14:cNvContentPartPr/>
              <p14:nvPr/>
            </p14:nvContentPartPr>
            <p14:xfrm>
              <a:off x="-441723" y="3056357"/>
              <a:ext cx="179280" cy="213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60EADEC-39A7-53F4-31AC-606DE22B69C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452523" y="3045557"/>
                <a:ext cx="2005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0191A1E-7CB8-5FE5-457E-550D003EBF6A}"/>
                  </a:ext>
                </a:extLst>
              </p14:cNvPr>
              <p14:cNvContentPartPr/>
              <p14:nvPr/>
            </p14:nvContentPartPr>
            <p14:xfrm>
              <a:off x="-241203" y="3059237"/>
              <a:ext cx="38520" cy="123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0191A1E-7CB8-5FE5-457E-550D003EBF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252003" y="3048437"/>
                <a:ext cx="5976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0C72E43-618D-22C8-3CBD-79C80EEBBBC8}"/>
                  </a:ext>
                </a:extLst>
              </p14:cNvPr>
              <p14:cNvContentPartPr/>
              <p14:nvPr/>
            </p14:nvContentPartPr>
            <p14:xfrm>
              <a:off x="-325443" y="2985077"/>
              <a:ext cx="117720" cy="3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0C72E43-618D-22C8-3CBD-79C80EEBBBC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-336243" y="2974277"/>
                <a:ext cx="138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3B4B827-57F5-4FC8-7C15-C9F8EA523549}"/>
                  </a:ext>
                </a:extLst>
              </p14:cNvPr>
              <p14:cNvContentPartPr/>
              <p14:nvPr/>
            </p14:nvContentPartPr>
            <p14:xfrm>
              <a:off x="-153363" y="2947997"/>
              <a:ext cx="263160" cy="168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3B4B827-57F5-4FC8-7C15-C9F8EA5235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4163" y="2937197"/>
                <a:ext cx="2844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A620A9-F934-0E8C-7758-B86DFE1CF441}"/>
                  </a:ext>
                </a:extLst>
              </p14:cNvPr>
              <p14:cNvContentPartPr/>
              <p14:nvPr/>
            </p14:nvContentPartPr>
            <p14:xfrm>
              <a:off x="103677" y="2859437"/>
              <a:ext cx="153720" cy="262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A620A9-F934-0E8C-7758-B86DFE1CF44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877" y="2848637"/>
                <a:ext cx="17496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EFACB0-D774-F3E6-8359-F57E03FECD6E}"/>
                  </a:ext>
                </a:extLst>
              </p14:cNvPr>
              <p14:cNvContentPartPr/>
              <p14:nvPr/>
            </p14:nvContentPartPr>
            <p14:xfrm>
              <a:off x="252717" y="2738837"/>
              <a:ext cx="103320" cy="183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EFACB0-D774-F3E6-8359-F57E03FECD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1879" y="2728037"/>
                <a:ext cx="124634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75F3A26-2AF8-CFD6-D62D-1C2E05688DE3}"/>
                  </a:ext>
                </a:extLst>
              </p14:cNvPr>
              <p14:cNvContentPartPr/>
              <p14:nvPr/>
            </p14:nvContentPartPr>
            <p14:xfrm>
              <a:off x="388437" y="2722277"/>
              <a:ext cx="147600" cy="169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75F3A26-2AF8-CFD6-D62D-1C2E05688DE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7637" y="2711477"/>
                <a:ext cx="1688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B8DB8BA-5A45-FC14-9D25-3377D61A4EC5}"/>
                  </a:ext>
                </a:extLst>
              </p14:cNvPr>
              <p14:cNvContentPartPr/>
              <p14:nvPr/>
            </p14:nvContentPartPr>
            <p14:xfrm>
              <a:off x="-394203" y="5946797"/>
              <a:ext cx="5760" cy="27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B8DB8BA-5A45-FC14-9D25-3377D61A4EC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-405003" y="5935997"/>
                <a:ext cx="27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1EEC525-81E8-38AA-7F5F-6FDBC5626040}"/>
                  </a:ext>
                </a:extLst>
              </p14:cNvPr>
              <p14:cNvContentPartPr/>
              <p14:nvPr/>
            </p14:nvContentPartPr>
            <p14:xfrm>
              <a:off x="-399243" y="5858957"/>
              <a:ext cx="251640" cy="189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1EEC525-81E8-38AA-7F5F-6FDBC56260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410058" y="5848157"/>
                <a:ext cx="27291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E6FB196-C063-0DD8-6591-3FD0CC7E1348}"/>
                  </a:ext>
                </a:extLst>
              </p14:cNvPr>
              <p14:cNvContentPartPr/>
              <p14:nvPr/>
            </p14:nvContentPartPr>
            <p14:xfrm>
              <a:off x="-137163" y="5755277"/>
              <a:ext cx="109080" cy="174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E6FB196-C063-0DD8-6591-3FD0CC7E13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147963" y="5744477"/>
                <a:ext cx="1303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A1C76EB-3362-7320-B674-3C2A457735AC}"/>
                  </a:ext>
                </a:extLst>
              </p14:cNvPr>
              <p14:cNvContentPartPr/>
              <p14:nvPr/>
            </p14:nvContentPartPr>
            <p14:xfrm>
              <a:off x="10797" y="5683997"/>
              <a:ext cx="77040" cy="196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A1C76EB-3362-7320-B674-3C2A457735A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-3" y="5673197"/>
                <a:ext cx="982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466BC5B-DAFB-E5B9-0ADB-49954F81A701}"/>
                  </a:ext>
                </a:extLst>
              </p14:cNvPr>
              <p14:cNvContentPartPr/>
              <p14:nvPr/>
            </p14:nvContentPartPr>
            <p14:xfrm>
              <a:off x="136797" y="5565917"/>
              <a:ext cx="112320" cy="280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466BC5B-DAFB-E5B9-0ADB-49954F81A70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5997" y="5555117"/>
                <a:ext cx="1335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C02815D-CB9B-72BF-BF39-E0BB5D592DB6}"/>
                  </a:ext>
                </a:extLst>
              </p14:cNvPr>
              <p14:cNvContentPartPr/>
              <p14:nvPr/>
            </p14:nvContentPartPr>
            <p14:xfrm>
              <a:off x="117717" y="5672837"/>
              <a:ext cx="128520" cy="44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C02815D-CB9B-72BF-BF39-E0BB5D592DB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6917" y="5662037"/>
                <a:ext cx="1497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5C3FC94-CDAE-273E-2ED4-35C62218F6F7}"/>
                  </a:ext>
                </a:extLst>
              </p14:cNvPr>
              <p14:cNvContentPartPr/>
              <p14:nvPr/>
            </p14:nvContentPartPr>
            <p14:xfrm>
              <a:off x="-465483" y="6253877"/>
              <a:ext cx="115200" cy="218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5C3FC94-CDAE-273E-2ED4-35C62218F6F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-476283" y="6243077"/>
                <a:ext cx="1364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8DDD862-5F55-2A2D-2725-F3FFF2349B9C}"/>
                  </a:ext>
                </a:extLst>
              </p14:cNvPr>
              <p14:cNvContentPartPr/>
              <p14:nvPr/>
            </p14:nvContentPartPr>
            <p14:xfrm>
              <a:off x="-334083" y="6259997"/>
              <a:ext cx="131760" cy="158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8DDD862-5F55-2A2D-2725-F3FFF2349B9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-344883" y="6249197"/>
                <a:ext cx="1530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AE05783-D518-00B9-52E8-4A25950A8158}"/>
                  </a:ext>
                </a:extLst>
              </p14:cNvPr>
              <p14:cNvContentPartPr/>
              <p14:nvPr/>
            </p14:nvContentPartPr>
            <p14:xfrm>
              <a:off x="-186123" y="6160277"/>
              <a:ext cx="230400" cy="153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AE05783-D518-00B9-52E8-4A25950A815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-196923" y="6149477"/>
                <a:ext cx="2516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CAD4AE8-CDED-32A3-D468-994B990DFC1D}"/>
                  </a:ext>
                </a:extLst>
              </p14:cNvPr>
              <p14:cNvContentPartPr/>
              <p14:nvPr/>
            </p14:nvContentPartPr>
            <p14:xfrm>
              <a:off x="38157" y="6061637"/>
              <a:ext cx="120960" cy="249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CAD4AE8-CDED-32A3-D468-994B990DFC1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357" y="6050821"/>
                <a:ext cx="142200" cy="271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1281885-A466-21A6-F392-5638358F4F65}"/>
                  </a:ext>
                </a:extLst>
              </p14:cNvPr>
              <p14:cNvContentPartPr/>
              <p14:nvPr/>
            </p14:nvContentPartPr>
            <p14:xfrm>
              <a:off x="180357" y="5946797"/>
              <a:ext cx="126360" cy="2030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1281885-A466-21A6-F392-5638358F4F6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9557" y="5935997"/>
                <a:ext cx="1476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5F12E1-77F9-CBC9-EB9B-A5335D81ED72}"/>
                  </a:ext>
                </a:extLst>
              </p14:cNvPr>
              <p14:cNvContentPartPr/>
              <p14:nvPr/>
            </p14:nvContentPartPr>
            <p14:xfrm>
              <a:off x="333717" y="5953277"/>
              <a:ext cx="115200" cy="146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5F12E1-77F9-CBC9-EB9B-A5335D81ED7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2917" y="5942477"/>
                <a:ext cx="1364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40AEE42-3115-1DFA-C25B-DB0E306B010B}"/>
                  </a:ext>
                </a:extLst>
              </p14:cNvPr>
              <p14:cNvContentPartPr/>
              <p14:nvPr/>
            </p14:nvContentPartPr>
            <p14:xfrm>
              <a:off x="432717" y="5919437"/>
              <a:ext cx="213120" cy="60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0AEE42-3115-1DFA-C25B-DB0E306B010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1917" y="5908637"/>
                <a:ext cx="2343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75EF0F9-3052-45C2-EB55-7F34C558168F}"/>
                  </a:ext>
                </a:extLst>
              </p14:cNvPr>
              <p14:cNvContentPartPr/>
              <p14:nvPr/>
            </p14:nvContentPartPr>
            <p14:xfrm>
              <a:off x="514437" y="5848157"/>
              <a:ext cx="65880" cy="2520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75EF0F9-3052-45C2-EB55-7F34C558168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3696" y="5837357"/>
                <a:ext cx="87005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4F678B0-5B72-BAF2-4A67-664724FC309C}"/>
                  </a:ext>
                </a:extLst>
              </p14:cNvPr>
              <p14:cNvContentPartPr/>
              <p14:nvPr/>
            </p14:nvContentPartPr>
            <p14:xfrm>
              <a:off x="4170933" y="1323213"/>
              <a:ext cx="119880" cy="291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4F678B0-5B72-BAF2-4A67-664724FC309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60133" y="1312413"/>
                <a:ext cx="1411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9C7512F-A18D-3A6F-7724-AF4F903D4C91}"/>
                  </a:ext>
                </a:extLst>
              </p14:cNvPr>
              <p14:cNvContentPartPr/>
              <p14:nvPr/>
            </p14:nvContentPartPr>
            <p14:xfrm>
              <a:off x="4435533" y="1339053"/>
              <a:ext cx="1233720" cy="2912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9C7512F-A18D-3A6F-7724-AF4F903D4C9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24730" y="1328266"/>
                <a:ext cx="1254966" cy="3124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2C13824-A1F7-7199-98CF-060C1B66D1A6}"/>
                  </a:ext>
                </a:extLst>
              </p14:cNvPr>
              <p14:cNvContentPartPr/>
              <p14:nvPr/>
            </p14:nvContentPartPr>
            <p14:xfrm>
              <a:off x="5303493" y="2281173"/>
              <a:ext cx="455760" cy="187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2C13824-A1F7-7199-98CF-060C1B66D1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92684" y="2266773"/>
                <a:ext cx="4806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33830" name="Ink 333829">
                <a:extLst>
                  <a:ext uri="{FF2B5EF4-FFF2-40B4-BE49-F238E27FC236}">
                    <a16:creationId xmlns:a16="http://schemas.microsoft.com/office/drawing/2014/main" id="{13E7B903-11C4-96D0-04C3-E19C2D6E2996}"/>
                  </a:ext>
                </a:extLst>
              </p14:cNvPr>
              <p14:cNvContentPartPr/>
              <p14:nvPr/>
            </p14:nvContentPartPr>
            <p14:xfrm>
              <a:off x="5303493" y="2614533"/>
              <a:ext cx="466200" cy="225000"/>
            </p14:xfrm>
          </p:contentPart>
        </mc:Choice>
        <mc:Fallback>
          <p:pic>
            <p:nvPicPr>
              <p:cNvPr id="333830" name="Ink 333829">
                <a:extLst>
                  <a:ext uri="{FF2B5EF4-FFF2-40B4-BE49-F238E27FC236}">
                    <a16:creationId xmlns:a16="http://schemas.microsoft.com/office/drawing/2014/main" id="{13E7B903-11C4-96D0-04C3-E19C2D6E299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92693" y="2603733"/>
                <a:ext cx="4910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3842" name="Ink 333841">
                <a:extLst>
                  <a:ext uri="{FF2B5EF4-FFF2-40B4-BE49-F238E27FC236}">
                    <a16:creationId xmlns:a16="http://schemas.microsoft.com/office/drawing/2014/main" id="{5FA8E0CF-BDF7-A660-164C-BA04C6E59474}"/>
                  </a:ext>
                </a:extLst>
              </p14:cNvPr>
              <p14:cNvContentPartPr/>
              <p14:nvPr/>
            </p14:nvContentPartPr>
            <p14:xfrm>
              <a:off x="4964733" y="2974533"/>
              <a:ext cx="656640" cy="195480"/>
            </p14:xfrm>
          </p:contentPart>
        </mc:Choice>
        <mc:Fallback>
          <p:pic>
            <p:nvPicPr>
              <p:cNvPr id="333842" name="Ink 333841">
                <a:extLst>
                  <a:ext uri="{FF2B5EF4-FFF2-40B4-BE49-F238E27FC236}">
                    <a16:creationId xmlns:a16="http://schemas.microsoft.com/office/drawing/2014/main" id="{5FA8E0CF-BDF7-A660-164C-BA04C6E5947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50333" y="2963753"/>
                <a:ext cx="685080" cy="220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33845" name="Ink 333844">
                <a:extLst>
                  <a:ext uri="{FF2B5EF4-FFF2-40B4-BE49-F238E27FC236}">
                    <a16:creationId xmlns:a16="http://schemas.microsoft.com/office/drawing/2014/main" id="{A7D3BB5A-A485-6F3E-F54B-AFA7EB75CB03}"/>
                  </a:ext>
                </a:extLst>
              </p14:cNvPr>
              <p14:cNvContentPartPr/>
              <p14:nvPr/>
            </p14:nvContentPartPr>
            <p14:xfrm>
              <a:off x="8616933" y="2414013"/>
              <a:ext cx="912960" cy="322560"/>
            </p14:xfrm>
          </p:contentPart>
        </mc:Choice>
        <mc:Fallback>
          <p:pic>
            <p:nvPicPr>
              <p:cNvPr id="333845" name="Ink 333844">
                <a:extLst>
                  <a:ext uri="{FF2B5EF4-FFF2-40B4-BE49-F238E27FC236}">
                    <a16:creationId xmlns:a16="http://schemas.microsoft.com/office/drawing/2014/main" id="{A7D3BB5A-A485-6F3E-F54B-AFA7EB75CB0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02539" y="2403225"/>
                <a:ext cx="941389" cy="343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33868" name="Ink 333867">
                <a:extLst>
                  <a:ext uri="{FF2B5EF4-FFF2-40B4-BE49-F238E27FC236}">
                    <a16:creationId xmlns:a16="http://schemas.microsoft.com/office/drawing/2014/main" id="{FCB5ADF2-68DE-0388-E6C6-7FA18828E7A5}"/>
                  </a:ext>
                </a:extLst>
              </p14:cNvPr>
              <p14:cNvContentPartPr/>
              <p14:nvPr/>
            </p14:nvContentPartPr>
            <p14:xfrm>
              <a:off x="7204293" y="3006213"/>
              <a:ext cx="1513440" cy="326160"/>
            </p14:xfrm>
          </p:contentPart>
        </mc:Choice>
        <mc:Fallback>
          <p:pic>
            <p:nvPicPr>
              <p:cNvPr id="333868" name="Ink 333867">
                <a:extLst>
                  <a:ext uri="{FF2B5EF4-FFF2-40B4-BE49-F238E27FC236}">
                    <a16:creationId xmlns:a16="http://schemas.microsoft.com/office/drawing/2014/main" id="{FCB5ADF2-68DE-0388-E6C6-7FA18828E7A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93493" y="2995413"/>
                <a:ext cx="15346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33869" name="Ink 333868">
                <a:extLst>
                  <a:ext uri="{FF2B5EF4-FFF2-40B4-BE49-F238E27FC236}">
                    <a16:creationId xmlns:a16="http://schemas.microsoft.com/office/drawing/2014/main" id="{8C4FD789-ABA9-AC69-E554-1B9EC14D169D}"/>
                  </a:ext>
                </a:extLst>
              </p14:cNvPr>
              <p14:cNvContentPartPr/>
              <p14:nvPr/>
            </p14:nvContentPartPr>
            <p14:xfrm>
              <a:off x="6123933" y="3019173"/>
              <a:ext cx="825840" cy="331560"/>
            </p14:xfrm>
          </p:contentPart>
        </mc:Choice>
        <mc:Fallback>
          <p:pic>
            <p:nvPicPr>
              <p:cNvPr id="333869" name="Ink 333868">
                <a:extLst>
                  <a:ext uri="{FF2B5EF4-FFF2-40B4-BE49-F238E27FC236}">
                    <a16:creationId xmlns:a16="http://schemas.microsoft.com/office/drawing/2014/main" id="{8C4FD789-ABA9-AC69-E554-1B9EC14D169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113133" y="3008373"/>
                <a:ext cx="84708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33872" name="Ink 333871">
                <a:extLst>
                  <a:ext uri="{FF2B5EF4-FFF2-40B4-BE49-F238E27FC236}">
                    <a16:creationId xmlns:a16="http://schemas.microsoft.com/office/drawing/2014/main" id="{32A37498-3A72-6031-27EA-1CDE4C799F02}"/>
                  </a:ext>
                </a:extLst>
              </p14:cNvPr>
              <p14:cNvContentPartPr/>
              <p14:nvPr/>
            </p14:nvContentPartPr>
            <p14:xfrm>
              <a:off x="6372693" y="2222853"/>
              <a:ext cx="1143720" cy="677880"/>
            </p14:xfrm>
          </p:contentPart>
        </mc:Choice>
        <mc:Fallback>
          <p:pic>
            <p:nvPicPr>
              <p:cNvPr id="333872" name="Ink 333871">
                <a:extLst>
                  <a:ext uri="{FF2B5EF4-FFF2-40B4-BE49-F238E27FC236}">
                    <a16:creationId xmlns:a16="http://schemas.microsoft.com/office/drawing/2014/main" id="{32A37498-3A72-6031-27EA-1CDE4C799F0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361890" y="2212053"/>
                <a:ext cx="1164967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33880" name="Ink 333879">
                <a:extLst>
                  <a:ext uri="{FF2B5EF4-FFF2-40B4-BE49-F238E27FC236}">
                    <a16:creationId xmlns:a16="http://schemas.microsoft.com/office/drawing/2014/main" id="{579F9CF9-7BCA-1A9C-2E68-BB74B4FA9781}"/>
                  </a:ext>
                </a:extLst>
              </p14:cNvPr>
              <p14:cNvContentPartPr/>
              <p14:nvPr/>
            </p14:nvContentPartPr>
            <p14:xfrm>
              <a:off x="2213253" y="3927093"/>
              <a:ext cx="518040" cy="238680"/>
            </p14:xfrm>
          </p:contentPart>
        </mc:Choice>
        <mc:Fallback>
          <p:pic>
            <p:nvPicPr>
              <p:cNvPr id="333880" name="Ink 333879">
                <a:extLst>
                  <a:ext uri="{FF2B5EF4-FFF2-40B4-BE49-F238E27FC236}">
                    <a16:creationId xmlns:a16="http://schemas.microsoft.com/office/drawing/2014/main" id="{579F9CF9-7BCA-1A9C-2E68-BB74B4FA978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02460" y="3916277"/>
                <a:ext cx="539265" cy="263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33887" name="Ink 333886">
                <a:extLst>
                  <a:ext uri="{FF2B5EF4-FFF2-40B4-BE49-F238E27FC236}">
                    <a16:creationId xmlns:a16="http://schemas.microsoft.com/office/drawing/2014/main" id="{7B2CF1AE-7FB0-8D55-AC9F-DA6BB7015721}"/>
                  </a:ext>
                </a:extLst>
              </p14:cNvPr>
              <p14:cNvContentPartPr/>
              <p14:nvPr/>
            </p14:nvContentPartPr>
            <p14:xfrm>
              <a:off x="2868813" y="3911253"/>
              <a:ext cx="572040" cy="286200"/>
            </p14:xfrm>
          </p:contentPart>
        </mc:Choice>
        <mc:Fallback>
          <p:pic>
            <p:nvPicPr>
              <p:cNvPr id="333887" name="Ink 333886">
                <a:extLst>
                  <a:ext uri="{FF2B5EF4-FFF2-40B4-BE49-F238E27FC236}">
                    <a16:creationId xmlns:a16="http://schemas.microsoft.com/office/drawing/2014/main" id="{7B2CF1AE-7FB0-8D55-AC9F-DA6BB701572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58013" y="3900439"/>
                <a:ext cx="593280" cy="307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4581" name="Ink 24580">
                <a:extLst>
                  <a:ext uri="{FF2B5EF4-FFF2-40B4-BE49-F238E27FC236}">
                    <a16:creationId xmlns:a16="http://schemas.microsoft.com/office/drawing/2014/main" id="{65FDFB6F-0666-10BA-C1D9-0F0EFB89B84D}"/>
                  </a:ext>
                </a:extLst>
              </p14:cNvPr>
              <p14:cNvContentPartPr/>
              <p14:nvPr/>
            </p14:nvContentPartPr>
            <p14:xfrm>
              <a:off x="3181293" y="3342453"/>
              <a:ext cx="513720" cy="250920"/>
            </p14:xfrm>
          </p:contentPart>
        </mc:Choice>
        <mc:Fallback>
          <p:pic>
            <p:nvPicPr>
              <p:cNvPr id="24581" name="Ink 24580">
                <a:extLst>
                  <a:ext uri="{FF2B5EF4-FFF2-40B4-BE49-F238E27FC236}">
                    <a16:creationId xmlns:a16="http://schemas.microsoft.com/office/drawing/2014/main" id="{65FDFB6F-0666-10BA-C1D9-0F0EFB89B84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70493" y="3331653"/>
                <a:ext cx="5349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4587" name="Ink 24586">
                <a:extLst>
                  <a:ext uri="{FF2B5EF4-FFF2-40B4-BE49-F238E27FC236}">
                    <a16:creationId xmlns:a16="http://schemas.microsoft.com/office/drawing/2014/main" id="{5599ADFA-DFE1-65DD-BD96-B5E056C4C459}"/>
                  </a:ext>
                </a:extLst>
              </p14:cNvPr>
              <p14:cNvContentPartPr/>
              <p14:nvPr/>
            </p14:nvContentPartPr>
            <p14:xfrm>
              <a:off x="5345973" y="3332013"/>
              <a:ext cx="429120" cy="244080"/>
            </p14:xfrm>
          </p:contentPart>
        </mc:Choice>
        <mc:Fallback>
          <p:pic>
            <p:nvPicPr>
              <p:cNvPr id="24587" name="Ink 24586">
                <a:extLst>
                  <a:ext uri="{FF2B5EF4-FFF2-40B4-BE49-F238E27FC236}">
                    <a16:creationId xmlns:a16="http://schemas.microsoft.com/office/drawing/2014/main" id="{5599ADFA-DFE1-65DD-BD96-B5E056C4C45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5173" y="3321213"/>
                <a:ext cx="4503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4622" name="Ink 24621">
                <a:extLst>
                  <a:ext uri="{FF2B5EF4-FFF2-40B4-BE49-F238E27FC236}">
                    <a16:creationId xmlns:a16="http://schemas.microsoft.com/office/drawing/2014/main" id="{4A8BEABB-4A70-7F29-17C4-B17D32B72681}"/>
                  </a:ext>
                </a:extLst>
              </p14:cNvPr>
              <p14:cNvContentPartPr/>
              <p14:nvPr/>
            </p14:nvContentPartPr>
            <p14:xfrm>
              <a:off x="4921197" y="5005757"/>
              <a:ext cx="536400" cy="262440"/>
            </p14:xfrm>
          </p:contentPart>
        </mc:Choice>
        <mc:Fallback>
          <p:pic>
            <p:nvPicPr>
              <p:cNvPr id="24622" name="Ink 24621">
                <a:extLst>
                  <a:ext uri="{FF2B5EF4-FFF2-40B4-BE49-F238E27FC236}">
                    <a16:creationId xmlns:a16="http://schemas.microsoft.com/office/drawing/2014/main" id="{4A8BEABB-4A70-7F29-17C4-B17D32B7268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906807" y="4991357"/>
                <a:ext cx="564821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4630" name="Ink 24629">
                <a:extLst>
                  <a:ext uri="{FF2B5EF4-FFF2-40B4-BE49-F238E27FC236}">
                    <a16:creationId xmlns:a16="http://schemas.microsoft.com/office/drawing/2014/main" id="{2C695213-8B17-4AE4-F3BE-E93DE53DD77B}"/>
                  </a:ext>
                </a:extLst>
              </p14:cNvPr>
              <p14:cNvContentPartPr/>
              <p14:nvPr/>
            </p14:nvContentPartPr>
            <p14:xfrm>
              <a:off x="7582677" y="5426597"/>
              <a:ext cx="371520" cy="175680"/>
            </p14:xfrm>
          </p:contentPart>
        </mc:Choice>
        <mc:Fallback>
          <p:pic>
            <p:nvPicPr>
              <p:cNvPr id="24630" name="Ink 24629">
                <a:extLst>
                  <a:ext uri="{FF2B5EF4-FFF2-40B4-BE49-F238E27FC236}">
                    <a16:creationId xmlns:a16="http://schemas.microsoft.com/office/drawing/2014/main" id="{2C695213-8B17-4AE4-F3BE-E93DE53DD77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62137" y="5406035"/>
                <a:ext cx="412239" cy="216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4635" name="Ink 24634">
                <a:extLst>
                  <a:ext uri="{FF2B5EF4-FFF2-40B4-BE49-F238E27FC236}">
                    <a16:creationId xmlns:a16="http://schemas.microsoft.com/office/drawing/2014/main" id="{08BE35C5-C1BF-2E9B-5B10-837378AB8B70}"/>
                  </a:ext>
                </a:extLst>
              </p14:cNvPr>
              <p14:cNvContentPartPr/>
              <p14:nvPr/>
            </p14:nvContentPartPr>
            <p14:xfrm>
              <a:off x="8173437" y="5372597"/>
              <a:ext cx="410040" cy="196920"/>
            </p14:xfrm>
          </p:contentPart>
        </mc:Choice>
        <mc:Fallback>
          <p:pic>
            <p:nvPicPr>
              <p:cNvPr id="24635" name="Ink 24634">
                <a:extLst>
                  <a:ext uri="{FF2B5EF4-FFF2-40B4-BE49-F238E27FC236}">
                    <a16:creationId xmlns:a16="http://schemas.microsoft.com/office/drawing/2014/main" id="{08BE35C5-C1BF-2E9B-5B10-837378AB8B7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152935" y="5357117"/>
                <a:ext cx="445649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33890" name="Ink 333889">
                <a:extLst>
                  <a:ext uri="{FF2B5EF4-FFF2-40B4-BE49-F238E27FC236}">
                    <a16:creationId xmlns:a16="http://schemas.microsoft.com/office/drawing/2014/main" id="{DF055F6B-20E3-9A1F-30CA-012B58D8673C}"/>
                  </a:ext>
                </a:extLst>
              </p14:cNvPr>
              <p14:cNvContentPartPr/>
              <p14:nvPr/>
            </p14:nvContentPartPr>
            <p14:xfrm>
              <a:off x="7554237" y="5692637"/>
              <a:ext cx="646200" cy="242640"/>
            </p14:xfrm>
          </p:contentPart>
        </mc:Choice>
        <mc:Fallback>
          <p:pic>
            <p:nvPicPr>
              <p:cNvPr id="333890" name="Ink 333889">
                <a:extLst>
                  <a:ext uri="{FF2B5EF4-FFF2-40B4-BE49-F238E27FC236}">
                    <a16:creationId xmlns:a16="http://schemas.microsoft.com/office/drawing/2014/main" id="{DF055F6B-20E3-9A1F-30CA-012B58D8673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538766" y="5677180"/>
                <a:ext cx="676783" cy="273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33894" name="Ink 333893">
                <a:extLst>
                  <a:ext uri="{FF2B5EF4-FFF2-40B4-BE49-F238E27FC236}">
                    <a16:creationId xmlns:a16="http://schemas.microsoft.com/office/drawing/2014/main" id="{07D1E52A-5B91-0739-1933-0C42D02B2E90}"/>
                  </a:ext>
                </a:extLst>
              </p14:cNvPr>
              <p14:cNvContentPartPr/>
              <p14:nvPr/>
            </p14:nvContentPartPr>
            <p14:xfrm>
              <a:off x="8355237" y="5684717"/>
              <a:ext cx="358560" cy="224280"/>
            </p14:xfrm>
          </p:contentPart>
        </mc:Choice>
        <mc:Fallback>
          <p:pic>
            <p:nvPicPr>
              <p:cNvPr id="333894" name="Ink 333893">
                <a:extLst>
                  <a:ext uri="{FF2B5EF4-FFF2-40B4-BE49-F238E27FC236}">
                    <a16:creationId xmlns:a16="http://schemas.microsoft.com/office/drawing/2014/main" id="{07D1E52A-5B91-0739-1933-0C42D02B2E9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339757" y="5669237"/>
                <a:ext cx="3891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333901" name="Ink 333900">
                <a:extLst>
                  <a:ext uri="{FF2B5EF4-FFF2-40B4-BE49-F238E27FC236}">
                    <a16:creationId xmlns:a16="http://schemas.microsoft.com/office/drawing/2014/main" id="{6BBB6EF8-9776-960E-BC30-6D20283481E3}"/>
                  </a:ext>
                </a:extLst>
              </p14:cNvPr>
              <p14:cNvContentPartPr/>
              <p14:nvPr/>
            </p14:nvContentPartPr>
            <p14:xfrm>
              <a:off x="8314917" y="5982437"/>
              <a:ext cx="142560" cy="194400"/>
            </p14:xfrm>
          </p:contentPart>
        </mc:Choice>
        <mc:Fallback>
          <p:pic>
            <p:nvPicPr>
              <p:cNvPr id="333901" name="Ink 333900">
                <a:extLst>
                  <a:ext uri="{FF2B5EF4-FFF2-40B4-BE49-F238E27FC236}">
                    <a16:creationId xmlns:a16="http://schemas.microsoft.com/office/drawing/2014/main" id="{6BBB6EF8-9776-960E-BC30-6D20283481E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99437" y="5966957"/>
                <a:ext cx="173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33902" name="Ink 333901">
                <a:extLst>
                  <a:ext uri="{FF2B5EF4-FFF2-40B4-BE49-F238E27FC236}">
                    <a16:creationId xmlns:a16="http://schemas.microsoft.com/office/drawing/2014/main" id="{B77717D3-E430-0B2F-3B43-CF94048D1A53}"/>
                  </a:ext>
                </a:extLst>
              </p14:cNvPr>
              <p14:cNvContentPartPr/>
              <p14:nvPr/>
            </p14:nvContentPartPr>
            <p14:xfrm>
              <a:off x="7543077" y="6035357"/>
              <a:ext cx="558360" cy="190800"/>
            </p14:xfrm>
          </p:contentPart>
        </mc:Choice>
        <mc:Fallback>
          <p:pic>
            <p:nvPicPr>
              <p:cNvPr id="333902" name="Ink 333901">
                <a:extLst>
                  <a:ext uri="{FF2B5EF4-FFF2-40B4-BE49-F238E27FC236}">
                    <a16:creationId xmlns:a16="http://schemas.microsoft.com/office/drawing/2014/main" id="{B77717D3-E430-0B2F-3B43-CF94048D1A5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527587" y="6019877"/>
                <a:ext cx="5889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33903" name="Ink 333902">
                <a:extLst>
                  <a:ext uri="{FF2B5EF4-FFF2-40B4-BE49-F238E27FC236}">
                    <a16:creationId xmlns:a16="http://schemas.microsoft.com/office/drawing/2014/main" id="{BAD4D00F-A342-6024-C393-1D3363A8201C}"/>
                  </a:ext>
                </a:extLst>
              </p14:cNvPr>
              <p14:cNvContentPartPr/>
              <p14:nvPr/>
            </p14:nvContentPartPr>
            <p14:xfrm>
              <a:off x="164157" y="6532517"/>
              <a:ext cx="33120" cy="22320"/>
            </p14:xfrm>
          </p:contentPart>
        </mc:Choice>
        <mc:Fallback>
          <p:pic>
            <p:nvPicPr>
              <p:cNvPr id="333903" name="Ink 333902">
                <a:extLst>
                  <a:ext uri="{FF2B5EF4-FFF2-40B4-BE49-F238E27FC236}">
                    <a16:creationId xmlns:a16="http://schemas.microsoft.com/office/drawing/2014/main" id="{BAD4D00F-A342-6024-C393-1D3363A8201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0157" y="6424517"/>
                <a:ext cx="1407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33904" name="Ink 333903">
                <a:extLst>
                  <a:ext uri="{FF2B5EF4-FFF2-40B4-BE49-F238E27FC236}">
                    <a16:creationId xmlns:a16="http://schemas.microsoft.com/office/drawing/2014/main" id="{38442A14-10B2-E262-61BD-768EBE8DECBA}"/>
                  </a:ext>
                </a:extLst>
              </p14:cNvPr>
              <p14:cNvContentPartPr/>
              <p14:nvPr/>
            </p14:nvContentPartPr>
            <p14:xfrm>
              <a:off x="169557" y="6505157"/>
              <a:ext cx="8201160" cy="99000"/>
            </p14:xfrm>
          </p:contentPart>
        </mc:Choice>
        <mc:Fallback>
          <p:pic>
            <p:nvPicPr>
              <p:cNvPr id="333904" name="Ink 333903">
                <a:extLst>
                  <a:ext uri="{FF2B5EF4-FFF2-40B4-BE49-F238E27FC236}">
                    <a16:creationId xmlns:a16="http://schemas.microsoft.com/office/drawing/2014/main" id="{38442A14-10B2-E262-61BD-768EBE8DECB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5559" y="6397157"/>
                <a:ext cx="8308795" cy="31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5736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BA737-6494-9417-8A85-84C7E7013E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0E3A932-351C-3BA4-A481-21D56984BD37}"/>
                  </a:ext>
                </a:extLst>
              </p14:cNvPr>
              <p14:cNvContentPartPr/>
              <p14:nvPr/>
            </p14:nvContentPartPr>
            <p14:xfrm>
              <a:off x="9030582" y="5182219"/>
              <a:ext cx="5760" cy="111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0E3A932-351C-3BA4-A481-21D56984BD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5102" y="5167223"/>
                <a:ext cx="36360" cy="40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B9B2109-C312-5137-AB5A-3B8D057684E7}"/>
                  </a:ext>
                </a:extLst>
              </p14:cNvPr>
              <p14:cNvContentPartPr/>
              <p14:nvPr/>
            </p14:nvContentPartPr>
            <p14:xfrm>
              <a:off x="5526701" y="709259"/>
              <a:ext cx="1040171" cy="698008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B9B2109-C312-5137-AB5A-3B8D057684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1224" y="693780"/>
                <a:ext cx="1070764" cy="728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06855C5-8CB5-43CD-1F2D-A648AB93E7C9}"/>
                  </a:ext>
                </a:extLst>
              </p14:cNvPr>
              <p14:cNvContentPartPr/>
              <p14:nvPr/>
            </p14:nvContentPartPr>
            <p14:xfrm>
              <a:off x="5689645" y="1154107"/>
              <a:ext cx="58355" cy="8139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06855C5-8CB5-43CD-1F2D-A648AB93E7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74251" y="1138891"/>
                <a:ext cx="88786" cy="38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F7E169B4-6DF5-19AE-5357-87BC18AC41AB}"/>
                  </a:ext>
                </a:extLst>
              </p14:cNvPr>
              <p14:cNvContentPartPr/>
              <p14:nvPr/>
            </p14:nvContentPartPr>
            <p14:xfrm>
              <a:off x="5811203" y="1102679"/>
              <a:ext cx="55411" cy="97316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F7E169B4-6DF5-19AE-5357-87BC18AC41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95831" y="1087238"/>
                <a:ext cx="85798" cy="127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3249DE64-CE16-BD04-40CF-F7B463629E5E}"/>
                  </a:ext>
                </a:extLst>
              </p14:cNvPr>
              <p14:cNvContentPartPr/>
              <p14:nvPr/>
            </p14:nvContentPartPr>
            <p14:xfrm>
              <a:off x="5829558" y="1063718"/>
              <a:ext cx="597921" cy="175411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3249DE64-CE16-BD04-40CF-F7B463629E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14088" y="1048262"/>
                <a:ext cx="628501" cy="205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024517AC-F7C8-EA5A-9556-308F3DDDDBA2}"/>
                  </a:ext>
                </a:extLst>
              </p14:cNvPr>
              <p14:cNvContentPartPr/>
              <p14:nvPr/>
            </p14:nvContentPartPr>
            <p14:xfrm>
              <a:off x="5197698" y="577485"/>
              <a:ext cx="1745971" cy="14905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024517AC-F7C8-EA5A-9556-308F3DDDDB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2218" y="556968"/>
                <a:ext cx="1781610" cy="1526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0D984A81-8B19-E7CA-908C-79AC0F46C72E}"/>
                  </a:ext>
                </a:extLst>
              </p14:cNvPr>
              <p14:cNvContentPartPr/>
              <p14:nvPr/>
            </p14:nvContentPartPr>
            <p14:xfrm>
              <a:off x="5903324" y="1558435"/>
              <a:ext cx="180606" cy="130736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0D984A81-8B19-E7CA-908C-79AC0F46C7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82858" y="1542991"/>
                <a:ext cx="216153" cy="161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3036F03-879E-C47B-C4ED-2C2158D1A1FA}"/>
                  </a:ext>
                </a:extLst>
              </p14:cNvPr>
              <p14:cNvContentPartPr/>
              <p14:nvPr/>
            </p14:nvContentPartPr>
            <p14:xfrm>
              <a:off x="6127047" y="1541293"/>
              <a:ext cx="76537" cy="154285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3036F03-879E-C47B-C4ED-2C2158D1A1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11668" y="1525829"/>
                <a:ext cx="109083" cy="189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F5BC937-34EE-02D4-2028-339B59B78CA9}"/>
                  </a:ext>
                </a:extLst>
              </p14:cNvPr>
              <p14:cNvContentPartPr/>
              <p14:nvPr/>
            </p14:nvContentPartPr>
            <p14:xfrm>
              <a:off x="4699863" y="335234"/>
              <a:ext cx="2815060" cy="2480689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F5BC937-34EE-02D4-2028-339B59B78C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84384" y="319754"/>
                <a:ext cx="2845658" cy="2511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04BC7A9-8468-5567-ACB3-FB08A69CC2F0}"/>
                  </a:ext>
                </a:extLst>
              </p14:cNvPr>
              <p14:cNvContentPartPr/>
              <p14:nvPr/>
            </p14:nvContentPartPr>
            <p14:xfrm>
              <a:off x="6451029" y="2156183"/>
              <a:ext cx="444848" cy="175238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04BC7A9-8468-5567-ACB3-FB08A69CC2F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35553" y="2140710"/>
                <a:ext cx="475440" cy="205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7821D9AB-B416-9FBE-87F8-CCF4BEF7A1E4}"/>
                  </a:ext>
                </a:extLst>
              </p14:cNvPr>
              <p14:cNvContentPartPr/>
              <p14:nvPr/>
            </p14:nvContentPartPr>
            <p14:xfrm>
              <a:off x="4291725" y="195667"/>
              <a:ext cx="3815578" cy="3099389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7821D9AB-B416-9FBE-87F8-CCF4BEF7A1E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76247" y="180188"/>
                <a:ext cx="3846175" cy="31299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075E1C2-116C-1A80-48D4-9FFEEC3160D2}"/>
                  </a:ext>
                </a:extLst>
              </p14:cNvPr>
              <p14:cNvContentPartPr/>
              <p14:nvPr/>
            </p14:nvContentPartPr>
            <p14:xfrm>
              <a:off x="7025054" y="2655057"/>
              <a:ext cx="900605" cy="225801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075E1C2-116C-1A80-48D4-9FFEEC3160D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09576" y="2639596"/>
                <a:ext cx="931201" cy="256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65A510D8-F034-EEAA-DE8B-DC89B63B9CC9}"/>
                  </a:ext>
                </a:extLst>
              </p14:cNvPr>
              <p14:cNvContentPartPr/>
              <p14:nvPr/>
            </p14:nvContentPartPr>
            <p14:xfrm>
              <a:off x="586077" y="4105397"/>
              <a:ext cx="185760" cy="33624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65A510D8-F034-EEAA-DE8B-DC89B63B9C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0597" y="4089917"/>
                <a:ext cx="21636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C660F935-EBD6-B1D2-3DB3-7D47AA3121C7}"/>
                  </a:ext>
                </a:extLst>
              </p14:cNvPr>
              <p14:cNvContentPartPr/>
              <p14:nvPr/>
            </p14:nvContentPartPr>
            <p14:xfrm>
              <a:off x="1176837" y="4048877"/>
              <a:ext cx="1461960" cy="4590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C660F935-EBD6-B1D2-3DB3-7D47AA3121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61357" y="4033397"/>
                <a:ext cx="149256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1DFC3541-1BC6-D2EE-E377-17650316B19B}"/>
                  </a:ext>
                </a:extLst>
              </p14:cNvPr>
              <p14:cNvContentPartPr/>
              <p14:nvPr/>
            </p14:nvContentPartPr>
            <p14:xfrm>
              <a:off x="6590517" y="3977597"/>
              <a:ext cx="761400" cy="3027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1DFC3541-1BC6-D2EE-E377-17650316B19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75037" y="3962099"/>
                <a:ext cx="792000" cy="333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1FA8DA56-9D33-6828-4AC3-37B7C3F4AD7F}"/>
                  </a:ext>
                </a:extLst>
              </p14:cNvPr>
              <p14:cNvContentPartPr/>
              <p14:nvPr/>
            </p14:nvContentPartPr>
            <p14:xfrm>
              <a:off x="5638317" y="3998837"/>
              <a:ext cx="394560" cy="40716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1FA8DA56-9D33-6828-4AC3-37B7C3F4AD7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22837" y="3983357"/>
                <a:ext cx="42516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F77E0C76-0B96-0B56-6DBB-3D5A951D2051}"/>
                  </a:ext>
                </a:extLst>
              </p14:cNvPr>
              <p14:cNvContentPartPr/>
              <p14:nvPr/>
            </p14:nvContentPartPr>
            <p14:xfrm>
              <a:off x="4124157" y="4006397"/>
              <a:ext cx="1076400" cy="30132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F77E0C76-0B96-0B56-6DBB-3D5A951D205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08677" y="3990917"/>
                <a:ext cx="11070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CBFCED39-EDFE-567B-0799-8FE5E768B339}"/>
                  </a:ext>
                </a:extLst>
              </p14:cNvPr>
              <p14:cNvContentPartPr/>
              <p14:nvPr/>
            </p14:nvContentPartPr>
            <p14:xfrm>
              <a:off x="3081597" y="4088837"/>
              <a:ext cx="635400" cy="22428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CBFCED39-EDFE-567B-0799-8FE5E768B33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66117" y="4073357"/>
                <a:ext cx="6660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4307ADC-70EB-C086-B897-D84644AA3CD3}"/>
                  </a:ext>
                </a:extLst>
              </p14:cNvPr>
              <p14:cNvContentPartPr/>
              <p14:nvPr/>
            </p14:nvContentPartPr>
            <p14:xfrm>
              <a:off x="7554237" y="4230677"/>
              <a:ext cx="5760" cy="3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4307ADC-70EB-C086-B897-D84644AA3CD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38757" y="4215197"/>
                <a:ext cx="363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BED09036-7975-8D60-9F2F-CDD46E802839}"/>
                  </a:ext>
                </a:extLst>
              </p14:cNvPr>
              <p14:cNvContentPartPr/>
              <p14:nvPr/>
            </p14:nvContentPartPr>
            <p14:xfrm>
              <a:off x="448557" y="4833317"/>
              <a:ext cx="808200" cy="3628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BED09036-7975-8D60-9F2F-CDD46E80283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3077" y="4817837"/>
                <a:ext cx="83880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94AD43BD-D16F-D2C7-EB4B-981771CFBAF9}"/>
                  </a:ext>
                </a:extLst>
              </p14:cNvPr>
              <p14:cNvContentPartPr/>
              <p14:nvPr/>
            </p14:nvContentPartPr>
            <p14:xfrm>
              <a:off x="7094157" y="4715957"/>
              <a:ext cx="838080" cy="27612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94AD43BD-D16F-D2C7-EB4B-981771CFBAF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78670" y="4700457"/>
                <a:ext cx="868693" cy="30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922CE6BB-A8FD-BC35-E7B6-96521694FD7E}"/>
                  </a:ext>
                </a:extLst>
              </p14:cNvPr>
              <p14:cNvContentPartPr/>
              <p14:nvPr/>
            </p14:nvContentPartPr>
            <p14:xfrm>
              <a:off x="5309637" y="4764557"/>
              <a:ext cx="1330920" cy="39312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922CE6BB-A8FD-BC35-E7B6-96521694FD7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94153" y="4749077"/>
                <a:ext cx="1361528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C980FA41-F24D-F487-D517-F9B4978F8F75}"/>
                  </a:ext>
                </a:extLst>
              </p14:cNvPr>
              <p14:cNvContentPartPr/>
              <p14:nvPr/>
            </p14:nvContentPartPr>
            <p14:xfrm>
              <a:off x="4362837" y="4732517"/>
              <a:ext cx="534240" cy="32472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C980FA41-F24D-F487-D517-F9B4978F8F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47367" y="4717037"/>
                <a:ext cx="564819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23B6538A-74D0-44E6-A4B0-7404535D3173}"/>
                  </a:ext>
                </a:extLst>
              </p14:cNvPr>
              <p14:cNvContentPartPr/>
              <p14:nvPr/>
            </p14:nvContentPartPr>
            <p14:xfrm>
              <a:off x="3207597" y="4775717"/>
              <a:ext cx="797400" cy="29052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23B6538A-74D0-44E6-A4B0-7404535D317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92110" y="4760237"/>
                <a:ext cx="828014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58238D67-B493-328E-A16B-25340BDB1758}"/>
                  </a:ext>
                </a:extLst>
              </p14:cNvPr>
              <p14:cNvContentPartPr/>
              <p14:nvPr/>
            </p14:nvContentPartPr>
            <p14:xfrm>
              <a:off x="1702797" y="4821797"/>
              <a:ext cx="1081800" cy="27972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58238D67-B493-328E-A16B-25340BDB175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87317" y="4806297"/>
                <a:ext cx="1112400" cy="310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D73FE118-8143-0749-77DE-66A483B3F3C9}"/>
                  </a:ext>
                </a:extLst>
              </p14:cNvPr>
              <p14:cNvContentPartPr/>
              <p14:nvPr/>
            </p14:nvContentPartPr>
            <p14:xfrm>
              <a:off x="2145597" y="5467997"/>
              <a:ext cx="882000" cy="31212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D73FE118-8143-0749-77DE-66A483B3F3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30111" y="5452535"/>
                <a:ext cx="912612" cy="342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6648C8CC-E411-8AF2-C972-9F211B051AA8}"/>
                  </a:ext>
                </a:extLst>
              </p14:cNvPr>
              <p14:cNvContentPartPr/>
              <p14:nvPr/>
            </p14:nvContentPartPr>
            <p14:xfrm>
              <a:off x="1401117" y="5495357"/>
              <a:ext cx="383400" cy="30672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6648C8CC-E411-8AF2-C972-9F211B051AA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85637" y="5479895"/>
                <a:ext cx="414000" cy="337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9DAF5F9A-6EB3-5626-CB4A-7454AEE669FE}"/>
                  </a:ext>
                </a:extLst>
              </p14:cNvPr>
              <p14:cNvContentPartPr/>
              <p14:nvPr/>
            </p14:nvContentPartPr>
            <p14:xfrm>
              <a:off x="411117" y="5582837"/>
              <a:ext cx="596160" cy="25200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9DAF5F9A-6EB3-5626-CB4A-7454AEE669F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5646" y="5567379"/>
                <a:ext cx="626742" cy="282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C2EF56CE-E321-E265-A654-C4D0509AE033}"/>
                  </a:ext>
                </a:extLst>
              </p14:cNvPr>
              <p14:cNvContentPartPr/>
              <p14:nvPr/>
            </p14:nvContentPartPr>
            <p14:xfrm>
              <a:off x="5753157" y="5610917"/>
              <a:ext cx="27000" cy="3276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C2EF56CE-E321-E265-A654-C4D0509AE03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737881" y="5595437"/>
                <a:ext cx="57197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EB723E27-AE32-BA3E-B496-B54F52E17D9C}"/>
                  </a:ext>
                </a:extLst>
              </p14:cNvPr>
              <p14:cNvContentPartPr/>
              <p14:nvPr/>
            </p14:nvContentPartPr>
            <p14:xfrm>
              <a:off x="4814637" y="5468357"/>
              <a:ext cx="646560" cy="2595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EB723E27-AE32-BA3E-B496-B54F52E17D9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99157" y="5452855"/>
                <a:ext cx="677160" cy="290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D4E1BDEE-4B43-7606-3EB7-414BE3FD85DB}"/>
                  </a:ext>
                </a:extLst>
              </p14:cNvPr>
              <p14:cNvContentPartPr/>
              <p14:nvPr/>
            </p14:nvContentPartPr>
            <p14:xfrm>
              <a:off x="3569037" y="5495357"/>
              <a:ext cx="892440" cy="3772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D4E1BDEE-4B43-7606-3EB7-414BE3FD85D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53563" y="5479892"/>
                <a:ext cx="923028" cy="407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BE799CB6-2458-4127-B8DD-C12A59B93029}"/>
                  </a:ext>
                </a:extLst>
              </p14:cNvPr>
              <p14:cNvContentPartPr/>
              <p14:nvPr/>
            </p14:nvContentPartPr>
            <p14:xfrm>
              <a:off x="6459477" y="6015917"/>
              <a:ext cx="361440" cy="4050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BE799CB6-2458-4127-B8DD-C12A59B930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448688" y="6005117"/>
                <a:ext cx="382659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8FC52A26-D669-B195-D6CC-9138DB3F198F}"/>
                  </a:ext>
                </a:extLst>
              </p14:cNvPr>
              <p14:cNvContentPartPr/>
              <p14:nvPr/>
            </p14:nvContentPartPr>
            <p14:xfrm>
              <a:off x="7068237" y="5440277"/>
              <a:ext cx="820440" cy="22752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8FC52A26-D669-B195-D6CC-9138DB3F19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57437" y="5429460"/>
                <a:ext cx="841680" cy="248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2C485C1C-4BFA-0867-18DA-D86113CCFA78}"/>
                  </a:ext>
                </a:extLst>
              </p14:cNvPr>
              <p14:cNvContentPartPr/>
              <p14:nvPr/>
            </p14:nvContentPartPr>
            <p14:xfrm>
              <a:off x="6487197" y="5374757"/>
              <a:ext cx="387000" cy="33192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2C485C1C-4BFA-0867-18DA-D86113CCFA7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76397" y="5363945"/>
                <a:ext cx="408240" cy="353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0E951A01-E81A-F15A-AFB7-2CBA7B74CD26}"/>
                  </a:ext>
                </a:extLst>
              </p14:cNvPr>
              <p14:cNvContentPartPr/>
              <p14:nvPr/>
            </p14:nvContentPartPr>
            <p14:xfrm>
              <a:off x="7018542" y="6049459"/>
              <a:ext cx="955800" cy="33012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0E951A01-E81A-F15A-AFB7-2CBA7B74CD2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07742" y="6038659"/>
                <a:ext cx="977040" cy="35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08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Grammar types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828675" y="1524000"/>
            <a:ext cx="8162925" cy="1546225"/>
          </a:xfrm>
        </p:spPr>
        <p:txBody>
          <a:bodyPr/>
          <a:lstStyle/>
          <a:p>
            <a:r>
              <a:rPr lang="en-US" altLang="en-US" sz="2200"/>
              <a:t>Various restrictions on rules provide various grammar types</a:t>
            </a:r>
          </a:p>
        </p:txBody>
      </p:sp>
      <p:sp>
        <p:nvSpPr>
          <p:cNvPr id="25604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7C67D0-659F-48AA-BD8B-5F85C144393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49325" y="2106613"/>
          <a:ext cx="7780338" cy="2879725"/>
        </p:xfrm>
        <a:graphic>
          <a:graphicData uri="http://schemas.openxmlformats.org/drawingml/2006/table">
            <a:tbl>
              <a:tblPr/>
              <a:tblGrid>
                <a:gridCol w="245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Grammar Type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Restrictions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E.g.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Unrestricted (0) 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 AC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Context-sensitive (1)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|LHS| </a:t>
                      </a:r>
                      <a:r>
                        <a:rPr kumimoji="0" lang="el-G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|RHS|???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ABC 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 </a:t>
                      </a:r>
                      <a:r>
                        <a:rPr kumimoji="0" lang="en-US" alt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AaC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???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Context-free (2)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|LHS| = 1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→ </a:t>
                      </a:r>
                      <a:r>
                        <a:rPr kumimoji="0" lang="en-US" alt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AaC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4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Regular (3)</a:t>
                      </a: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|LHS| = 1 and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RHS </a:t>
                      </a: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 </a:t>
                      </a: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{a, </a:t>
                      </a: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/>
                        </a:rPr>
                        <a:t></a:t>
                      </a: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, aB}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→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→ </a:t>
                      </a:r>
                      <a:r>
                        <a:rPr kumimoji="0" lang="de-DE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/>
                        </a:rPr>
                        <a:t>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→ </a:t>
                      </a:r>
                      <a:r>
                        <a:rPr kumimoji="0" lang="en-US" alt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14" marB="4571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34" name="Rectangle 4"/>
          <p:cNvSpPr>
            <a:spLocks noChangeArrowheads="1"/>
          </p:cNvSpPr>
          <p:nvPr/>
        </p:nvSpPr>
        <p:spPr bwMode="auto">
          <a:xfrm>
            <a:off x="558800" y="5368925"/>
            <a:ext cx="8285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Regular ⊂ Context free ⊂ Context Sensitive ⊂ Unrestricted</a:t>
            </a:r>
          </a:p>
        </p:txBody>
      </p:sp>
    </p:spTree>
    <p:extLst>
      <p:ext uri="{BB962C8B-B14F-4D97-AF65-F5344CB8AC3E}">
        <p14:creationId xmlns:p14="http://schemas.microsoft.com/office/powerpoint/2010/main" val="29371775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Chomsky Hierarchy</a:t>
            </a:r>
          </a:p>
        </p:txBody>
      </p:sp>
      <p:sp>
        <p:nvSpPr>
          <p:cNvPr id="26627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40D6F6-4026-4065-95A9-BE530259872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998663"/>
            <a:ext cx="8386763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894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Unrestricted Grammars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1524000"/>
            <a:ext cx="8131175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</a:rPr>
              <a:t>Recursive language</a:t>
            </a:r>
            <a:r>
              <a:rPr lang="en-US" altLang="en-US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Turing machine eventually </a:t>
            </a:r>
            <a:r>
              <a:rPr lang="en-US" altLang="en-US">
                <a:solidFill>
                  <a:srgbClr val="0000FF"/>
                </a:solidFill>
              </a:rPr>
              <a:t>stops</a:t>
            </a:r>
            <a:r>
              <a:rPr lang="en-US" altLang="en-US"/>
              <a:t> if string </a:t>
            </a:r>
            <a:r>
              <a:rPr lang="en-US" altLang="en-US" i="1" u="sng"/>
              <a:t>w</a:t>
            </a:r>
            <a:r>
              <a:rPr lang="en-US" altLang="en-US" u="sng"/>
              <a:t> </a:t>
            </a:r>
            <a:r>
              <a:rPr lang="en-US" altLang="en-US" b="1" u="sng"/>
              <a:t>is in</a:t>
            </a:r>
            <a:r>
              <a:rPr lang="en-US" altLang="en-US" u="sng"/>
              <a:t> language.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Machine will also eventually </a:t>
            </a:r>
            <a:r>
              <a:rPr lang="en-US" altLang="en-US">
                <a:solidFill>
                  <a:srgbClr val="0000FF"/>
                </a:solidFill>
              </a:rPr>
              <a:t>stop (and reject)</a:t>
            </a:r>
            <a:r>
              <a:rPr lang="en-US" altLang="en-US"/>
              <a:t> if </a:t>
            </a:r>
            <a:r>
              <a:rPr lang="en-US" altLang="en-US" i="1" u="sng"/>
              <a:t>w</a:t>
            </a:r>
            <a:r>
              <a:rPr lang="en-US" altLang="en-US" u="sng"/>
              <a:t> </a:t>
            </a:r>
            <a:r>
              <a:rPr lang="en-US" altLang="en-US" b="1" u="sng"/>
              <a:t>is not in</a:t>
            </a:r>
            <a:r>
              <a:rPr lang="en-US" altLang="en-US" u="sng"/>
              <a:t> language</a:t>
            </a:r>
          </a:p>
          <a:p>
            <a:pPr>
              <a:lnSpc>
                <a:spcPct val="90000"/>
              </a:lnSpc>
            </a:pPr>
            <a:endParaRPr lang="en-US" altLang="en-US" u="sng"/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</a:rPr>
              <a:t>Recursively enumerable language</a:t>
            </a:r>
            <a:r>
              <a:rPr lang="en-US" altLang="en-US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Turing machine eventually </a:t>
            </a:r>
            <a:r>
              <a:rPr lang="en-US" altLang="en-US">
                <a:solidFill>
                  <a:srgbClr val="0000FF"/>
                </a:solidFill>
              </a:rPr>
              <a:t>stops</a:t>
            </a:r>
            <a:r>
              <a:rPr lang="en-US" altLang="en-US"/>
              <a:t> if </a:t>
            </a:r>
            <a:r>
              <a:rPr lang="en-US" altLang="en-US" i="1"/>
              <a:t>w</a:t>
            </a:r>
            <a:r>
              <a:rPr lang="en-US" altLang="en-US"/>
              <a:t> </a:t>
            </a:r>
            <a:r>
              <a:rPr lang="en-US" altLang="en-US" b="1" u="sng"/>
              <a:t>is in</a:t>
            </a:r>
            <a:r>
              <a:rPr lang="en-US" altLang="en-US"/>
              <a:t> language.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But machine </a:t>
            </a:r>
            <a:r>
              <a:rPr lang="en-US" altLang="en-US" i="1">
                <a:solidFill>
                  <a:srgbClr val="0000FF"/>
                </a:solidFill>
              </a:rPr>
              <a:t>may go into an infinite loop</a:t>
            </a:r>
            <a:r>
              <a:rPr lang="en-US" altLang="en-US" i="1"/>
              <a:t> if w </a:t>
            </a:r>
            <a:r>
              <a:rPr lang="en-US" altLang="en-US" b="1" i="1" u="sng"/>
              <a:t>is not in</a:t>
            </a:r>
            <a:r>
              <a:rPr lang="en-US" altLang="en-US" i="1"/>
              <a:t> the language</a:t>
            </a:r>
          </a:p>
        </p:txBody>
      </p:sp>
      <p:sp>
        <p:nvSpPr>
          <p:cNvPr id="27652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D5AFBA-7734-4183-ABBD-7FB3B63FEC1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5923339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Remarks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7388" y="1550988"/>
            <a:ext cx="8129587" cy="5029200"/>
          </a:xfrm>
        </p:spPr>
        <p:txBody>
          <a:bodyPr/>
          <a:lstStyle/>
          <a:p>
            <a:r>
              <a:rPr lang="en-US" altLang="en-US"/>
              <a:t>Grammars are rules for string generation/replacement</a:t>
            </a:r>
          </a:p>
          <a:p>
            <a:r>
              <a:rPr lang="en-US" altLang="en-US"/>
              <a:t>All grammar classes are equivalent to some kind of automaton</a:t>
            </a:r>
          </a:p>
          <a:p>
            <a:r>
              <a:rPr lang="en-US" altLang="en-US"/>
              <a:t>PDAs and context-free grammars have the same power.</a:t>
            </a:r>
          </a:p>
          <a:p>
            <a:r>
              <a:rPr lang="en-US" altLang="en-US"/>
              <a:t>Deterministic PDAs are strictly weaker than CFGs.</a:t>
            </a:r>
          </a:p>
          <a:p>
            <a:r>
              <a:rPr lang="en-US" altLang="en-US"/>
              <a:t>There is no known simple grammar counterpart to DPDAs.</a:t>
            </a:r>
          </a:p>
        </p:txBody>
      </p:sp>
      <p:sp>
        <p:nvSpPr>
          <p:cNvPr id="28676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97751F-F463-4DAE-A1B8-B127BCFDEBC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2995052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fed03a3-402d-4633-a8cd-8b308822253e}" enabled="0" method="" siteId="{0fed03a3-402d-4633-a8cd-8b308822253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APUtemplate-Level_2</Template>
  <Application>Microsoft Office PowerPoint</Application>
  <PresentationFormat>On-screen Show (4:3)</PresentationFormat>
  <Slides>15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UCTI-Template-foundation-level</vt:lpstr>
      <vt:lpstr>Chomsky Hierarchy of Languages</vt:lpstr>
      <vt:lpstr>Learning outcomes</vt:lpstr>
      <vt:lpstr>Chomsky Hierarchy</vt:lpstr>
      <vt:lpstr>Regular Grammar and CFG</vt:lpstr>
      <vt:lpstr>Chomsky Hierarchy</vt:lpstr>
      <vt:lpstr>CFG and PDA</vt:lpstr>
      <vt:lpstr>Chomsky Hierarchy</vt:lpstr>
      <vt:lpstr>Context Sensitive Grammars</vt:lpstr>
      <vt:lpstr>Chomsky Hierarchy</vt:lpstr>
      <vt:lpstr>Chomsky Hierarchy</vt:lpstr>
      <vt:lpstr>PowerPoint Presentation</vt:lpstr>
      <vt:lpstr>Grammar types</vt:lpstr>
      <vt:lpstr>Chomsky Hierarchy</vt:lpstr>
      <vt:lpstr>Unrestricted Grammars</vt:lpstr>
      <vt:lpstr>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Machines</dc:title>
  <dc:creator>Dr. Bazila Banu Abdul Jabbar</dc:creator>
  <cp:revision>1</cp:revision>
  <cp:lastPrinted>2017-08-21T08:29:05Z</cp:lastPrinted>
  <dcterms:created xsi:type="dcterms:W3CDTF">2016-08-12T02:27:12Z</dcterms:created>
  <dcterms:modified xsi:type="dcterms:W3CDTF">2025-11-06T01:02:04Z</dcterms:modified>
</cp:coreProperties>
</file>