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370" r:id="rId3"/>
    <p:sldId id="371" r:id="rId4"/>
    <p:sldId id="382" r:id="rId5"/>
    <p:sldId id="372" r:id="rId6"/>
    <p:sldId id="373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1" r:id="rId15"/>
  </p:sldIdLst>
  <p:sldSz cx="9144000" cy="6858000" type="screen4x3"/>
  <p:notesSz cx="6807200" cy="99393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a Illiani Binti Hassan" userId="388f1f68-cffa-4d1d-b286-28c48f091183" providerId="ADAL" clId="{AB0D0C86-F665-4E90-977F-8DA9A592D847}"/>
    <pc:docChg chg="custSel addSld modSld">
      <pc:chgData name="Farhana Illiani Binti Hassan" userId="388f1f68-cffa-4d1d-b286-28c48f091183" providerId="ADAL" clId="{AB0D0C86-F665-4E90-977F-8DA9A592D847}" dt="2025-11-13T00:52:31.640" v="309"/>
      <pc:docMkLst>
        <pc:docMk/>
      </pc:docMkLst>
      <pc:sldChg chg="addSp delSp modSp mod">
        <pc:chgData name="Farhana Illiani Binti Hassan" userId="388f1f68-cffa-4d1d-b286-28c48f091183" providerId="ADAL" clId="{AB0D0C86-F665-4E90-977F-8DA9A592D847}" dt="2025-11-13T00:51:22.438" v="261"/>
        <pc:sldMkLst>
          <pc:docMk/>
          <pc:sldMk cId="4230555661" sldId="371"/>
        </pc:sldMkLst>
        <pc:inkChg chg="add del">
          <ac:chgData name="Farhana Illiani Binti Hassan" userId="388f1f68-cffa-4d1d-b286-28c48f091183" providerId="ADAL" clId="{AB0D0C86-F665-4E90-977F-8DA9A592D847}" dt="2025-11-13T00:42:05.508" v="7"/>
          <ac:inkMkLst>
            <pc:docMk/>
            <pc:sldMk cId="4230555661" sldId="371"/>
            <ac:inkMk id="3" creationId="{127B286A-DA77-F346-8226-5C1149ABB9F1}"/>
          </ac:inkMkLst>
        </pc:inkChg>
        <pc:inkChg chg="add del">
          <ac:chgData name="Farhana Illiani Binti Hassan" userId="388f1f68-cffa-4d1d-b286-28c48f091183" providerId="ADAL" clId="{AB0D0C86-F665-4E90-977F-8DA9A592D847}" dt="2025-11-13T00:42:05.508" v="7"/>
          <ac:inkMkLst>
            <pc:docMk/>
            <pc:sldMk cId="4230555661" sldId="371"/>
            <ac:inkMk id="4" creationId="{4B9A128B-AB54-C210-95B4-0DB72DDA23AA}"/>
          </ac:inkMkLst>
        </pc:inkChg>
        <pc:inkChg chg="add del">
          <ac:chgData name="Farhana Illiani Binti Hassan" userId="388f1f68-cffa-4d1d-b286-28c48f091183" providerId="ADAL" clId="{AB0D0C86-F665-4E90-977F-8DA9A592D847}" dt="2025-11-13T00:42:05.508" v="7"/>
          <ac:inkMkLst>
            <pc:docMk/>
            <pc:sldMk cId="4230555661" sldId="371"/>
            <ac:inkMk id="5" creationId="{F22E1B2D-F572-5134-9BB6-D275758F6335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6" creationId="{AEF49651-D6E9-7C7A-8B00-D5426F257B49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13T00:42:25.339" v="29"/>
          <ac:inkMkLst>
            <pc:docMk/>
            <pc:sldMk cId="4230555661" sldId="371"/>
            <ac:inkMk id="7" creationId="{71919770-1B1F-2CB7-8CCC-983247278977}"/>
          </ac:inkMkLst>
        </pc:inkChg>
        <pc:inkChg chg="add del">
          <ac:chgData name="Farhana Illiani Binti Hassan" userId="388f1f68-cffa-4d1d-b286-28c48f091183" providerId="ADAL" clId="{AB0D0C86-F665-4E90-977F-8DA9A592D847}" dt="2025-11-13T00:42:07.558" v="11"/>
          <ac:inkMkLst>
            <pc:docMk/>
            <pc:sldMk cId="4230555661" sldId="371"/>
            <ac:inkMk id="8" creationId="{7A92E5FD-AB31-B36A-80F5-430606E8CB62}"/>
          </ac:inkMkLst>
        </pc:inkChg>
        <pc:inkChg chg="add del">
          <ac:chgData name="Farhana Illiani Binti Hassan" userId="388f1f68-cffa-4d1d-b286-28c48f091183" providerId="ADAL" clId="{AB0D0C86-F665-4E90-977F-8DA9A592D847}" dt="2025-11-13T00:42:07.558" v="11"/>
          <ac:inkMkLst>
            <pc:docMk/>
            <pc:sldMk cId="4230555661" sldId="371"/>
            <ac:inkMk id="9" creationId="{C8CF1994-B4D5-2568-7344-2AC064227C29}"/>
          </ac:inkMkLst>
        </pc:inkChg>
        <pc:inkChg chg="add del">
          <ac:chgData name="Farhana Illiani Binti Hassan" userId="388f1f68-cffa-4d1d-b286-28c48f091183" providerId="ADAL" clId="{AB0D0C86-F665-4E90-977F-8DA9A592D847}" dt="2025-11-13T00:42:15.453" v="25"/>
          <ac:inkMkLst>
            <pc:docMk/>
            <pc:sldMk cId="4230555661" sldId="371"/>
            <ac:inkMk id="10" creationId="{2715C1C8-66D3-2BB0-F47E-FDF069B1A24B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13T00:42:26.938" v="34"/>
          <ac:inkMkLst>
            <pc:docMk/>
            <pc:sldMk cId="4230555661" sldId="371"/>
            <ac:inkMk id="11" creationId="{E4A92382-6A9B-C45C-6806-3CBD08BA4716}"/>
          </ac:inkMkLst>
        </pc:inkChg>
        <pc:inkChg chg="add del">
          <ac:chgData name="Farhana Illiani Binti Hassan" userId="388f1f68-cffa-4d1d-b286-28c48f091183" providerId="ADAL" clId="{AB0D0C86-F665-4E90-977F-8DA9A592D847}" dt="2025-11-13T00:42:15.453" v="25"/>
          <ac:inkMkLst>
            <pc:docMk/>
            <pc:sldMk cId="4230555661" sldId="371"/>
            <ac:inkMk id="12" creationId="{BD7F4100-6FCF-D85A-9C82-57AC27B4EB06}"/>
          </ac:inkMkLst>
        </pc:inkChg>
        <pc:inkChg chg="add">
          <ac:chgData name="Farhana Illiani Binti Hassan" userId="388f1f68-cffa-4d1d-b286-28c48f091183" providerId="ADAL" clId="{AB0D0C86-F665-4E90-977F-8DA9A592D847}" dt="2025-11-13T00:42:08.571" v="13"/>
          <ac:inkMkLst>
            <pc:docMk/>
            <pc:sldMk cId="4230555661" sldId="371"/>
            <ac:inkMk id="13" creationId="{604248DD-D72D-C349-EC57-F16EABEC2704}"/>
          </ac:inkMkLst>
        </pc:inkChg>
        <pc:inkChg chg="add del">
          <ac:chgData name="Farhana Illiani Binti Hassan" userId="388f1f68-cffa-4d1d-b286-28c48f091183" providerId="ADAL" clId="{AB0D0C86-F665-4E90-977F-8DA9A592D847}" dt="2025-11-13T00:42:15.453" v="25"/>
          <ac:inkMkLst>
            <pc:docMk/>
            <pc:sldMk cId="4230555661" sldId="371"/>
            <ac:inkMk id="14" creationId="{BB50B5A1-EAE0-58F3-6536-6C63DEB4B26F}"/>
          </ac:inkMkLst>
        </pc:inkChg>
        <pc:inkChg chg="add">
          <ac:chgData name="Farhana Illiani Binti Hassan" userId="388f1f68-cffa-4d1d-b286-28c48f091183" providerId="ADAL" clId="{AB0D0C86-F665-4E90-977F-8DA9A592D847}" dt="2025-11-13T00:42:09.554" v="15"/>
          <ac:inkMkLst>
            <pc:docMk/>
            <pc:sldMk cId="4230555661" sldId="371"/>
            <ac:inkMk id="15" creationId="{54BA55EB-56C5-E286-10E2-747BDF8D2ED1}"/>
          </ac:inkMkLst>
        </pc:inkChg>
        <pc:inkChg chg="add">
          <ac:chgData name="Farhana Illiani Binti Hassan" userId="388f1f68-cffa-4d1d-b286-28c48f091183" providerId="ADAL" clId="{AB0D0C86-F665-4E90-977F-8DA9A592D847}" dt="2025-11-13T00:42:10.074" v="16"/>
          <ac:inkMkLst>
            <pc:docMk/>
            <pc:sldMk cId="4230555661" sldId="371"/>
            <ac:inkMk id="17" creationId="{626B45E3-2E6C-B1E2-2D37-8B3F81FE2AF0}"/>
          </ac:inkMkLst>
        </pc:inkChg>
        <pc:inkChg chg="add del">
          <ac:chgData name="Farhana Illiani Binti Hassan" userId="388f1f68-cffa-4d1d-b286-28c48f091183" providerId="ADAL" clId="{AB0D0C86-F665-4E90-977F-8DA9A592D847}" dt="2025-11-13T00:42:15.453" v="25"/>
          <ac:inkMkLst>
            <pc:docMk/>
            <pc:sldMk cId="4230555661" sldId="371"/>
            <ac:inkMk id="19" creationId="{23C698DC-0943-19DD-97A1-C7755C887E00}"/>
          </ac:inkMkLst>
        </pc:inkChg>
        <pc:inkChg chg="add del">
          <ac:chgData name="Farhana Illiani Binti Hassan" userId="388f1f68-cffa-4d1d-b286-28c48f091183" providerId="ADAL" clId="{AB0D0C86-F665-4E90-977F-8DA9A592D847}" dt="2025-11-13T00:42:15.453" v="25"/>
          <ac:inkMkLst>
            <pc:docMk/>
            <pc:sldMk cId="4230555661" sldId="371"/>
            <ac:inkMk id="20" creationId="{52EC2480-46D1-3611-7D9C-238C26DD38BD}"/>
          </ac:inkMkLst>
        </pc:inkChg>
        <pc:inkChg chg="add">
          <ac:chgData name="Farhana Illiani Binti Hassan" userId="388f1f68-cffa-4d1d-b286-28c48f091183" providerId="ADAL" clId="{AB0D0C86-F665-4E90-977F-8DA9A592D847}" dt="2025-11-13T00:42:12.073" v="19"/>
          <ac:inkMkLst>
            <pc:docMk/>
            <pc:sldMk cId="4230555661" sldId="371"/>
            <ac:inkMk id="21" creationId="{F773D4EE-7EC1-3078-A253-F358FC966F59}"/>
          </ac:inkMkLst>
        </pc:inkChg>
        <pc:inkChg chg="add del">
          <ac:chgData name="Farhana Illiani Binti Hassan" userId="388f1f68-cffa-4d1d-b286-28c48f091183" providerId="ADAL" clId="{AB0D0C86-F665-4E90-977F-8DA9A592D847}" dt="2025-11-13T00:42:15.453" v="25"/>
          <ac:inkMkLst>
            <pc:docMk/>
            <pc:sldMk cId="4230555661" sldId="371"/>
            <ac:inkMk id="24" creationId="{372A30C6-0A29-FEA1-A9BF-9B9423C35A8E}"/>
          </ac:inkMkLst>
        </pc:inkChg>
        <pc:inkChg chg="add">
          <ac:chgData name="Farhana Illiani Binti Hassan" userId="388f1f68-cffa-4d1d-b286-28c48f091183" providerId="ADAL" clId="{AB0D0C86-F665-4E90-977F-8DA9A592D847}" dt="2025-11-13T00:42:13.053" v="21"/>
          <ac:inkMkLst>
            <pc:docMk/>
            <pc:sldMk cId="4230555661" sldId="371"/>
            <ac:inkMk id="25" creationId="{D9467840-3073-3C3A-EC32-D05391ADF121}"/>
          </ac:inkMkLst>
        </pc:inkChg>
        <pc:inkChg chg="add del">
          <ac:chgData name="Farhana Illiani Binti Hassan" userId="388f1f68-cffa-4d1d-b286-28c48f091183" providerId="ADAL" clId="{AB0D0C86-F665-4E90-977F-8DA9A592D847}" dt="2025-11-13T00:42:15.453" v="25"/>
          <ac:inkMkLst>
            <pc:docMk/>
            <pc:sldMk cId="4230555661" sldId="371"/>
            <ac:inkMk id="26" creationId="{885808E1-0673-73CD-6646-C17398F757D9}"/>
          </ac:inkMkLst>
        </pc:inkChg>
        <pc:inkChg chg="add del">
          <ac:chgData name="Farhana Illiani Binti Hassan" userId="388f1f68-cffa-4d1d-b286-28c48f091183" providerId="ADAL" clId="{AB0D0C86-F665-4E90-977F-8DA9A592D847}" dt="2025-11-13T00:42:15.453" v="25"/>
          <ac:inkMkLst>
            <pc:docMk/>
            <pc:sldMk cId="4230555661" sldId="371"/>
            <ac:inkMk id="27" creationId="{A3E072BB-107F-FC75-5C46-66660DC5FE65}"/>
          </ac:inkMkLst>
        </pc:inkChg>
        <pc:inkChg chg="add del">
          <ac:chgData name="Farhana Illiani Binti Hassan" userId="388f1f68-cffa-4d1d-b286-28c48f091183" providerId="ADAL" clId="{AB0D0C86-F665-4E90-977F-8DA9A592D847}" dt="2025-11-13T00:42:15.453" v="25"/>
          <ac:inkMkLst>
            <pc:docMk/>
            <pc:sldMk cId="4230555661" sldId="371"/>
            <ac:inkMk id="28" creationId="{9F7DD026-B660-330E-B112-8EC12EE3619E}"/>
          </ac:inkMkLst>
        </pc:inkChg>
        <pc:inkChg chg="add del mod reco modStrokes">
          <ac:chgData name="Farhana Illiani Binti Hassan" userId="388f1f68-cffa-4d1d-b286-28c48f091183" providerId="ADAL" clId="{AB0D0C86-F665-4E90-977F-8DA9A592D847}" dt="2025-11-13T00:42:26.936" v="33"/>
          <ac:inkMkLst>
            <pc:docMk/>
            <pc:sldMk cId="4230555661" sldId="371"/>
            <ac:inkMk id="29" creationId="{9C74F15E-C23F-4377-A348-57E17A6996A6}"/>
          </ac:inkMkLst>
        </pc:inkChg>
        <pc:inkChg chg="add del">
          <ac:chgData name="Farhana Illiani Binti Hassan" userId="388f1f68-cffa-4d1d-b286-28c48f091183" providerId="ADAL" clId="{AB0D0C86-F665-4E90-977F-8DA9A592D847}" dt="2025-11-13T00:42:26.450" v="30"/>
          <ac:inkMkLst>
            <pc:docMk/>
            <pc:sldMk cId="4230555661" sldId="371"/>
            <ac:inkMk id="30" creationId="{2F4F8B36-0FBE-B83E-1E25-8FB038764C5B}"/>
          </ac:inkMkLst>
        </pc:inkChg>
        <pc:inkChg chg="add del">
          <ac:chgData name="Farhana Illiani Binti Hassan" userId="388f1f68-cffa-4d1d-b286-28c48f091183" providerId="ADAL" clId="{AB0D0C86-F665-4E90-977F-8DA9A592D847}" dt="2025-11-13T00:42:36.327" v="40"/>
          <ac:inkMkLst>
            <pc:docMk/>
            <pc:sldMk cId="4230555661" sldId="371"/>
            <ac:inkMk id="31" creationId="{F7E6E2F6-1A72-E305-E0FB-65D81D20E0C8}"/>
          </ac:inkMkLst>
        </pc:inkChg>
        <pc:inkChg chg="add del">
          <ac:chgData name="Farhana Illiani Binti Hassan" userId="388f1f68-cffa-4d1d-b286-28c48f091183" providerId="ADAL" clId="{AB0D0C86-F665-4E90-977F-8DA9A592D847}" dt="2025-11-13T00:42:35.496" v="38"/>
          <ac:inkMkLst>
            <pc:docMk/>
            <pc:sldMk cId="4230555661" sldId="371"/>
            <ac:inkMk id="32" creationId="{1EC2CC81-8C91-E47F-8BA6-F3AF86401CB5}"/>
          </ac:inkMkLst>
        </pc:inkChg>
        <pc:inkChg chg="add del">
          <ac:chgData name="Farhana Illiani Binti Hassan" userId="388f1f68-cffa-4d1d-b286-28c48f091183" providerId="ADAL" clId="{AB0D0C86-F665-4E90-977F-8DA9A592D847}" dt="2025-11-13T00:42:35.496" v="38"/>
          <ac:inkMkLst>
            <pc:docMk/>
            <pc:sldMk cId="4230555661" sldId="371"/>
            <ac:inkMk id="33" creationId="{6A325353-8571-33CF-84CA-9EB0059406A0}"/>
          </ac:inkMkLst>
        </pc:inkChg>
        <pc:inkChg chg="add reco">
          <ac:chgData name="Farhana Illiani Binti Hassan" userId="388f1f68-cffa-4d1d-b286-28c48f091183" providerId="ADAL" clId="{AB0D0C86-F665-4E90-977F-8DA9A592D847}" dt="2025-11-13T00:42:35.496" v="38"/>
          <ac:inkMkLst>
            <pc:docMk/>
            <pc:sldMk cId="4230555661" sldId="371"/>
            <ac:inkMk id="34" creationId="{A0FDD5F7-5888-83DA-9958-293C0854F4D7}"/>
          </ac:inkMkLst>
        </pc:inkChg>
        <pc:inkChg chg="add del">
          <ac:chgData name="Farhana Illiani Binti Hassan" userId="388f1f68-cffa-4d1d-b286-28c48f091183" providerId="ADAL" clId="{AB0D0C86-F665-4E90-977F-8DA9A592D847}" dt="2025-11-13T00:42:36.327" v="40"/>
          <ac:inkMkLst>
            <pc:docMk/>
            <pc:sldMk cId="4230555661" sldId="371"/>
            <ac:inkMk id="35" creationId="{EBC47018-187A-C785-7A1A-F5C5170CB7E8}"/>
          </ac:inkMkLst>
        </pc:inkChg>
        <pc:inkChg chg="add reco">
          <ac:chgData name="Farhana Illiani Binti Hassan" userId="388f1f68-cffa-4d1d-b286-28c48f091183" providerId="ADAL" clId="{AB0D0C86-F665-4E90-977F-8DA9A592D847}" dt="2025-11-13T00:42:36.327" v="40"/>
          <ac:inkMkLst>
            <pc:docMk/>
            <pc:sldMk cId="4230555661" sldId="371"/>
            <ac:inkMk id="36" creationId="{4E5F9831-3273-5883-B386-1346AD868A29}"/>
          </ac:inkMkLst>
        </pc:inkChg>
        <pc:inkChg chg="add del">
          <ac:chgData name="Farhana Illiani Binti Hassan" userId="388f1f68-cffa-4d1d-b286-28c48f091183" providerId="ADAL" clId="{AB0D0C86-F665-4E90-977F-8DA9A592D847}" dt="2025-11-13T00:42:43.792" v="54"/>
          <ac:inkMkLst>
            <pc:docMk/>
            <pc:sldMk cId="4230555661" sldId="371"/>
            <ac:inkMk id="37" creationId="{407AE9E3-28DC-8F47-102C-BA088D69D798}"/>
          </ac:inkMkLst>
        </pc:inkChg>
        <pc:inkChg chg="add del">
          <ac:chgData name="Farhana Illiani Binti Hassan" userId="388f1f68-cffa-4d1d-b286-28c48f091183" providerId="ADAL" clId="{AB0D0C86-F665-4E90-977F-8DA9A592D847}" dt="2025-11-13T00:42:43.792" v="54"/>
          <ac:inkMkLst>
            <pc:docMk/>
            <pc:sldMk cId="4230555661" sldId="371"/>
            <ac:inkMk id="38" creationId="{FDE084E3-5618-1149-0F26-C092897CEEF0}"/>
          </ac:inkMkLst>
        </pc:inkChg>
        <pc:inkChg chg="add">
          <ac:chgData name="Farhana Illiani Binti Hassan" userId="388f1f68-cffa-4d1d-b286-28c48f091183" providerId="ADAL" clId="{AB0D0C86-F665-4E90-977F-8DA9A592D847}" dt="2025-11-13T00:42:37.639" v="43"/>
          <ac:inkMkLst>
            <pc:docMk/>
            <pc:sldMk cId="4230555661" sldId="371"/>
            <ac:inkMk id="39" creationId="{4DF11577-D664-2F5A-9330-76F9E96202E4}"/>
          </ac:inkMkLst>
        </pc:inkChg>
        <pc:inkChg chg="add del">
          <ac:chgData name="Farhana Illiani Binti Hassan" userId="388f1f68-cffa-4d1d-b286-28c48f091183" providerId="ADAL" clId="{AB0D0C86-F665-4E90-977F-8DA9A592D847}" dt="2025-11-13T00:42:43.792" v="54"/>
          <ac:inkMkLst>
            <pc:docMk/>
            <pc:sldMk cId="4230555661" sldId="371"/>
            <ac:inkMk id="40" creationId="{EDF0DA0C-83F2-B8A1-F45D-B6A171EF9C69}"/>
          </ac:inkMkLst>
        </pc:inkChg>
        <pc:inkChg chg="add del">
          <ac:chgData name="Farhana Illiani Binti Hassan" userId="388f1f68-cffa-4d1d-b286-28c48f091183" providerId="ADAL" clId="{AB0D0C86-F665-4E90-977F-8DA9A592D847}" dt="2025-11-13T00:42:43.792" v="54"/>
          <ac:inkMkLst>
            <pc:docMk/>
            <pc:sldMk cId="4230555661" sldId="371"/>
            <ac:inkMk id="41" creationId="{951542D2-0246-6BCF-F7CF-1C70568309CF}"/>
          </ac:inkMkLst>
        </pc:inkChg>
        <pc:inkChg chg="add">
          <ac:chgData name="Farhana Illiani Binti Hassan" userId="388f1f68-cffa-4d1d-b286-28c48f091183" providerId="ADAL" clId="{AB0D0C86-F665-4E90-977F-8DA9A592D847}" dt="2025-11-13T00:42:39.606" v="46"/>
          <ac:inkMkLst>
            <pc:docMk/>
            <pc:sldMk cId="4230555661" sldId="371"/>
            <ac:inkMk id="42" creationId="{FBBBD623-87CE-9E9A-7251-3A5F375D9C8F}"/>
          </ac:inkMkLst>
        </pc:inkChg>
        <pc:inkChg chg="add">
          <ac:chgData name="Farhana Illiani Binti Hassan" userId="388f1f68-cffa-4d1d-b286-28c48f091183" providerId="ADAL" clId="{AB0D0C86-F665-4E90-977F-8DA9A592D847}" dt="2025-11-13T00:42:39.939" v="47"/>
          <ac:inkMkLst>
            <pc:docMk/>
            <pc:sldMk cId="4230555661" sldId="371"/>
            <ac:inkMk id="43" creationId="{1913943D-9378-6C6D-60D5-A93249A99BD3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44" creationId="{3EF182F4-7879-C09F-A0C4-E7C5092537C7}"/>
          </ac:inkMkLst>
        </pc:inkChg>
        <pc:inkChg chg="add del">
          <ac:chgData name="Farhana Illiani Binti Hassan" userId="388f1f68-cffa-4d1d-b286-28c48f091183" providerId="ADAL" clId="{AB0D0C86-F665-4E90-977F-8DA9A592D847}" dt="2025-11-13T00:42:43.792" v="54"/>
          <ac:inkMkLst>
            <pc:docMk/>
            <pc:sldMk cId="4230555661" sldId="371"/>
            <ac:inkMk id="47" creationId="{DC224721-7982-5875-686A-0229E861B787}"/>
          </ac:inkMkLst>
        </pc:inkChg>
        <pc:inkChg chg="add del">
          <ac:chgData name="Farhana Illiani Binti Hassan" userId="388f1f68-cffa-4d1d-b286-28c48f091183" providerId="ADAL" clId="{AB0D0C86-F665-4E90-977F-8DA9A592D847}" dt="2025-11-13T00:42:43.792" v="54"/>
          <ac:inkMkLst>
            <pc:docMk/>
            <pc:sldMk cId="4230555661" sldId="371"/>
            <ac:inkMk id="48" creationId="{E7B67294-C3B5-EAD7-0700-EBAEA0F7A493}"/>
          </ac:inkMkLst>
        </pc:inkChg>
        <pc:inkChg chg="add del">
          <ac:chgData name="Farhana Illiani Binti Hassan" userId="388f1f68-cffa-4d1d-b286-28c48f091183" providerId="ADAL" clId="{AB0D0C86-F665-4E90-977F-8DA9A592D847}" dt="2025-11-13T00:42:43.792" v="54"/>
          <ac:inkMkLst>
            <pc:docMk/>
            <pc:sldMk cId="4230555661" sldId="371"/>
            <ac:inkMk id="49" creationId="{0F6CE2E4-4DE0-BCAF-C713-E5F534CE3FF5}"/>
          </ac:inkMkLst>
        </pc:inkChg>
        <pc:inkChg chg="add">
          <ac:chgData name="Farhana Illiani Binti Hassan" userId="388f1f68-cffa-4d1d-b286-28c48f091183" providerId="ADAL" clId="{AB0D0C86-F665-4E90-977F-8DA9A592D847}" dt="2025-11-13T00:42:41.973" v="51"/>
          <ac:inkMkLst>
            <pc:docMk/>
            <pc:sldMk cId="4230555661" sldId="371"/>
            <ac:inkMk id="50" creationId="{213D644A-36A6-49FD-FF0E-4A51BC18F6C1}"/>
          </ac:inkMkLst>
        </pc:inkChg>
        <pc:inkChg chg="add del">
          <ac:chgData name="Farhana Illiani Binti Hassan" userId="388f1f68-cffa-4d1d-b286-28c48f091183" providerId="ADAL" clId="{AB0D0C86-F665-4E90-977F-8DA9A592D847}" dt="2025-11-13T00:42:43.792" v="54"/>
          <ac:inkMkLst>
            <pc:docMk/>
            <pc:sldMk cId="4230555661" sldId="371"/>
            <ac:inkMk id="51" creationId="{04C4D3B2-6688-3A99-8037-E6EF21E69AC5}"/>
          </ac:inkMkLst>
        </pc:inkChg>
        <pc:inkChg chg="add del">
          <ac:chgData name="Farhana Illiani Binti Hassan" userId="388f1f68-cffa-4d1d-b286-28c48f091183" providerId="ADAL" clId="{AB0D0C86-F665-4E90-977F-8DA9A592D847}" dt="2025-11-13T00:42:43.792" v="54"/>
          <ac:inkMkLst>
            <pc:docMk/>
            <pc:sldMk cId="4230555661" sldId="371"/>
            <ac:inkMk id="52" creationId="{6A1FB535-793C-1372-C2E8-4554BF6BDBAE}"/>
          </ac:inkMkLst>
        </pc:inkChg>
        <pc:inkChg chg="add mod reco modStrokes">
          <ac:chgData name="Farhana Illiani Binti Hassan" userId="388f1f68-cffa-4d1d-b286-28c48f091183" providerId="ADAL" clId="{AB0D0C86-F665-4E90-977F-8DA9A592D847}" dt="2025-11-13T00:42:47.008" v="55"/>
          <ac:inkMkLst>
            <pc:docMk/>
            <pc:sldMk cId="4230555661" sldId="371"/>
            <ac:inkMk id="53" creationId="{A3EF7141-628B-F3FE-3260-C2D3D2004875}"/>
          </ac:inkMkLst>
        </pc:inkChg>
        <pc:inkChg chg="add">
          <ac:chgData name="Farhana Illiani Binti Hassan" userId="388f1f68-cffa-4d1d-b286-28c48f091183" providerId="ADAL" clId="{AB0D0C86-F665-4E90-977F-8DA9A592D847}" dt="2025-11-13T00:42:49.672" v="56"/>
          <ac:inkMkLst>
            <pc:docMk/>
            <pc:sldMk cId="4230555661" sldId="371"/>
            <ac:inkMk id="54" creationId="{3C1A7F24-DD03-4BD9-BAC7-4F98DC5B1B1C}"/>
          </ac:inkMkLst>
        </pc:inkChg>
        <pc:inkChg chg="add">
          <ac:chgData name="Farhana Illiani Binti Hassan" userId="388f1f68-cffa-4d1d-b286-28c48f091183" providerId="ADAL" clId="{AB0D0C86-F665-4E90-977F-8DA9A592D847}" dt="2025-11-13T00:42:50.753" v="57"/>
          <ac:inkMkLst>
            <pc:docMk/>
            <pc:sldMk cId="4230555661" sldId="371"/>
            <ac:inkMk id="55" creationId="{44C70D10-7C9C-7D1D-E0D8-CEF09501499C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56" creationId="{192B6D33-F320-982E-D408-B186D3E59F58}"/>
          </ac:inkMkLst>
        </pc:inkChg>
        <pc:inkChg chg="add del">
          <ac:chgData name="Farhana Illiani Binti Hassan" userId="388f1f68-cffa-4d1d-b286-28c48f091183" providerId="ADAL" clId="{AB0D0C86-F665-4E90-977F-8DA9A592D847}" dt="2025-11-13T00:43:11.225" v="60"/>
          <ac:inkMkLst>
            <pc:docMk/>
            <pc:sldMk cId="4230555661" sldId="371"/>
            <ac:inkMk id="57" creationId="{BF497EE9-2AE1-6E4B-F4CE-EFE8AC3C1F3C}"/>
          </ac:inkMkLst>
        </pc:inkChg>
        <pc:inkChg chg="add del">
          <ac:chgData name="Farhana Illiani Binti Hassan" userId="388f1f68-cffa-4d1d-b286-28c48f091183" providerId="ADAL" clId="{AB0D0C86-F665-4E90-977F-8DA9A592D847}" dt="2025-11-13T00:43:11.225" v="60"/>
          <ac:inkMkLst>
            <pc:docMk/>
            <pc:sldMk cId="4230555661" sldId="371"/>
            <ac:inkMk id="58" creationId="{25CF432E-6570-93AD-37AC-CD141EBFB96C}"/>
          </ac:inkMkLst>
        </pc:inkChg>
        <pc:inkChg chg="add reco">
          <ac:chgData name="Farhana Illiani Binti Hassan" userId="388f1f68-cffa-4d1d-b286-28c48f091183" providerId="ADAL" clId="{AB0D0C86-F665-4E90-977F-8DA9A592D847}" dt="2025-11-13T00:43:11.225" v="60"/>
          <ac:inkMkLst>
            <pc:docMk/>
            <pc:sldMk cId="4230555661" sldId="371"/>
            <ac:inkMk id="59" creationId="{6B7EBDCA-1C04-92D2-4E53-FC2D48F57559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60" creationId="{26F77BCE-D6F7-E580-8EA3-EC8A4A1F06F6}"/>
          </ac:inkMkLst>
        </pc:inkChg>
        <pc:inkChg chg="add del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61" creationId="{99000298-B016-4E81-1B62-F0ED9834DBCD}"/>
          </ac:inkMkLst>
        </pc:inkChg>
        <pc:inkChg chg="add del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62" creationId="{AD5F77E7-B28A-32E5-BD9F-941859FDE4E7}"/>
          </ac:inkMkLst>
        </pc:inkChg>
        <pc:inkChg chg="add del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63" creationId="{F104D425-5810-6236-EB74-AE261FB7E2C7}"/>
          </ac:inkMkLst>
        </pc:inkChg>
        <pc:inkChg chg="add del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17472" creationId="{CF8A61E0-F61B-542B-FF39-B207E1F6064F}"/>
          </ac:inkMkLst>
        </pc:inkChg>
        <pc:inkChg chg="add del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17473" creationId="{96ABA9FC-2FAE-5380-67BE-D8EEA0076955}"/>
          </ac:inkMkLst>
        </pc:inkChg>
        <pc:inkChg chg="add">
          <ac:chgData name="Farhana Illiani Binti Hassan" userId="388f1f68-cffa-4d1d-b286-28c48f091183" providerId="ADAL" clId="{AB0D0C86-F665-4E90-977F-8DA9A592D847}" dt="2025-11-13T00:43:24.731" v="66"/>
          <ac:inkMkLst>
            <pc:docMk/>
            <pc:sldMk cId="4230555661" sldId="371"/>
            <ac:inkMk id="17474" creationId="{85D0C816-0C36-6AAE-A36C-700E2CA33524}"/>
          </ac:inkMkLst>
        </pc:inkChg>
        <pc:inkChg chg="add del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17475" creationId="{37AD84DA-6826-8BE1-5B5E-C20987672F9C}"/>
          </ac:inkMkLst>
        </pc:inkChg>
        <pc:inkChg chg="add del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17476" creationId="{31E3319F-8BA4-385C-AA8D-36508FE6E907}"/>
          </ac:inkMkLst>
        </pc:inkChg>
        <pc:inkChg chg="add del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17477" creationId="{742CC396-B79C-F86D-A4E7-4327F264C0E0}"/>
          </ac:inkMkLst>
        </pc:inkChg>
        <pc:inkChg chg="add del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17478" creationId="{0D3EBB0D-020F-9294-BD4F-6EC74FAD8D7E}"/>
          </ac:inkMkLst>
        </pc:inkChg>
        <pc:inkChg chg="add reco">
          <ac:chgData name="Farhana Illiani Binti Hassan" userId="388f1f68-cffa-4d1d-b286-28c48f091183" providerId="ADAL" clId="{AB0D0C86-F665-4E90-977F-8DA9A592D847}" dt="2025-11-13T00:43:27.218" v="71"/>
          <ac:inkMkLst>
            <pc:docMk/>
            <pc:sldMk cId="4230555661" sldId="371"/>
            <ac:inkMk id="17480" creationId="{276E1D21-7D51-B32A-E4DA-B4F596400D87}"/>
          </ac:inkMkLst>
        </pc:inkChg>
        <pc:inkChg chg="add del">
          <ac:chgData name="Farhana Illiani Binti Hassan" userId="388f1f68-cffa-4d1d-b286-28c48f091183" providerId="ADAL" clId="{AB0D0C86-F665-4E90-977F-8DA9A592D847}" dt="2025-11-13T00:44:04.756" v="75"/>
          <ac:inkMkLst>
            <pc:docMk/>
            <pc:sldMk cId="4230555661" sldId="371"/>
            <ac:inkMk id="17481" creationId="{CF857466-1D2B-48C8-CF30-10A1CD35D36D}"/>
          </ac:inkMkLst>
        </pc:inkChg>
        <pc:inkChg chg="add del">
          <ac:chgData name="Farhana Illiani Binti Hassan" userId="388f1f68-cffa-4d1d-b286-28c48f091183" providerId="ADAL" clId="{AB0D0C86-F665-4E90-977F-8DA9A592D847}" dt="2025-11-13T00:44:04.756" v="75"/>
          <ac:inkMkLst>
            <pc:docMk/>
            <pc:sldMk cId="4230555661" sldId="371"/>
            <ac:inkMk id="17484" creationId="{230DB2F4-8262-A213-4766-EA86650F9934}"/>
          </ac:inkMkLst>
        </pc:inkChg>
        <pc:inkChg chg="add del">
          <ac:chgData name="Farhana Illiani Binti Hassan" userId="388f1f68-cffa-4d1d-b286-28c48f091183" providerId="ADAL" clId="{AB0D0C86-F665-4E90-977F-8DA9A592D847}" dt="2025-11-13T00:44:04.756" v="75"/>
          <ac:inkMkLst>
            <pc:docMk/>
            <pc:sldMk cId="4230555661" sldId="371"/>
            <ac:inkMk id="17485" creationId="{0E751BBF-F80D-73E2-8A7D-9720CB095F0E}"/>
          </ac:inkMkLst>
        </pc:inkChg>
        <pc:inkChg chg="add reco">
          <ac:chgData name="Farhana Illiani Binti Hassan" userId="388f1f68-cffa-4d1d-b286-28c48f091183" providerId="ADAL" clId="{AB0D0C86-F665-4E90-977F-8DA9A592D847}" dt="2025-11-13T00:44:04.756" v="75"/>
          <ac:inkMkLst>
            <pc:docMk/>
            <pc:sldMk cId="4230555661" sldId="371"/>
            <ac:inkMk id="17486" creationId="{A6399AB1-15DE-8038-3BA4-F700A2A2F71F}"/>
          </ac:inkMkLst>
        </pc:inkChg>
        <pc:inkChg chg="add del">
          <ac:chgData name="Farhana Illiani Binti Hassan" userId="388f1f68-cffa-4d1d-b286-28c48f091183" providerId="ADAL" clId="{AB0D0C86-F665-4E90-977F-8DA9A592D847}" dt="2025-11-13T00:44:10.495" v="78"/>
          <ac:inkMkLst>
            <pc:docMk/>
            <pc:sldMk cId="4230555661" sldId="371"/>
            <ac:inkMk id="17488" creationId="{DC2BD227-DF25-4820-8336-A2F1FD5B5100}"/>
          </ac:inkMkLst>
        </pc:inkChg>
        <pc:inkChg chg="add del">
          <ac:chgData name="Farhana Illiani Binti Hassan" userId="388f1f68-cffa-4d1d-b286-28c48f091183" providerId="ADAL" clId="{AB0D0C86-F665-4E90-977F-8DA9A592D847}" dt="2025-11-13T00:44:10.495" v="78"/>
          <ac:inkMkLst>
            <pc:docMk/>
            <pc:sldMk cId="4230555661" sldId="371"/>
            <ac:inkMk id="17489" creationId="{030494EB-25DD-73B8-6D11-1189C6F1B757}"/>
          </ac:inkMkLst>
        </pc:inkChg>
        <pc:inkChg chg="add reco">
          <ac:chgData name="Farhana Illiani Binti Hassan" userId="388f1f68-cffa-4d1d-b286-28c48f091183" providerId="ADAL" clId="{AB0D0C86-F665-4E90-977F-8DA9A592D847}" dt="2025-11-13T00:44:10.495" v="78"/>
          <ac:inkMkLst>
            <pc:docMk/>
            <pc:sldMk cId="4230555661" sldId="371"/>
            <ac:inkMk id="17490" creationId="{DF77B75E-A9D1-12F5-1864-671032EC06E0}"/>
          </ac:inkMkLst>
        </pc:inkChg>
        <pc:inkChg chg="add del">
          <ac:chgData name="Farhana Illiani Binti Hassan" userId="388f1f68-cffa-4d1d-b286-28c48f091183" providerId="ADAL" clId="{AB0D0C86-F665-4E90-977F-8DA9A592D847}" dt="2025-11-13T00:48:03.139" v="174"/>
          <ac:inkMkLst>
            <pc:docMk/>
            <pc:sldMk cId="4230555661" sldId="371"/>
            <ac:inkMk id="17491" creationId="{BB952460-3AAB-92CE-91A5-48D6319F291F}"/>
          </ac:inkMkLst>
        </pc:inkChg>
        <pc:inkChg chg="add del">
          <ac:chgData name="Farhana Illiani Binti Hassan" userId="388f1f68-cffa-4d1d-b286-28c48f091183" providerId="ADAL" clId="{AB0D0C86-F665-4E90-977F-8DA9A592D847}" dt="2025-11-13T00:48:03.139" v="174"/>
          <ac:inkMkLst>
            <pc:docMk/>
            <pc:sldMk cId="4230555661" sldId="371"/>
            <ac:inkMk id="17492" creationId="{84F62DD3-F435-9FC1-89EC-097C26E2B1D4}"/>
          </ac:inkMkLst>
        </pc:inkChg>
        <pc:inkChg chg="add reco">
          <ac:chgData name="Farhana Illiani Binti Hassan" userId="388f1f68-cffa-4d1d-b286-28c48f091183" providerId="ADAL" clId="{AB0D0C86-F665-4E90-977F-8DA9A592D847}" dt="2025-11-13T00:48:03.139" v="174"/>
          <ac:inkMkLst>
            <pc:docMk/>
            <pc:sldMk cId="4230555661" sldId="371"/>
            <ac:inkMk id="17493" creationId="{27F460A4-9461-B6C2-4A7A-9334D8F4111C}"/>
          </ac:inkMkLst>
        </pc:inkChg>
        <pc:inkChg chg="add del">
          <ac:chgData name="Farhana Illiani Binti Hassan" userId="388f1f68-cffa-4d1d-b286-28c48f091183" providerId="ADAL" clId="{AB0D0C86-F665-4E90-977F-8DA9A592D847}" dt="2025-11-13T00:51:22.438" v="261"/>
          <ac:inkMkLst>
            <pc:docMk/>
            <pc:sldMk cId="4230555661" sldId="371"/>
            <ac:inkMk id="17494" creationId="{013C31D4-FB99-CB4E-176E-C09D33BC6CF6}"/>
          </ac:inkMkLst>
        </pc:inkChg>
        <pc:inkChg chg="add del">
          <ac:chgData name="Farhana Illiani Binti Hassan" userId="388f1f68-cffa-4d1d-b286-28c48f091183" providerId="ADAL" clId="{AB0D0C86-F665-4E90-977F-8DA9A592D847}" dt="2025-11-13T00:51:22.438" v="261"/>
          <ac:inkMkLst>
            <pc:docMk/>
            <pc:sldMk cId="4230555661" sldId="371"/>
            <ac:inkMk id="17495" creationId="{C77CC198-F1B3-8701-E883-AD95D1F83BCE}"/>
          </ac:inkMkLst>
        </pc:inkChg>
        <pc:inkChg chg="add del">
          <ac:chgData name="Farhana Illiani Binti Hassan" userId="388f1f68-cffa-4d1d-b286-28c48f091183" providerId="ADAL" clId="{AB0D0C86-F665-4E90-977F-8DA9A592D847}" dt="2025-11-13T00:51:22.438" v="261"/>
          <ac:inkMkLst>
            <pc:docMk/>
            <pc:sldMk cId="4230555661" sldId="371"/>
            <ac:inkMk id="17496" creationId="{60AAB7EC-EC8D-69F3-0609-33EA84408811}"/>
          </ac:inkMkLst>
        </pc:inkChg>
        <pc:inkChg chg="add del">
          <ac:chgData name="Farhana Illiani Binti Hassan" userId="388f1f68-cffa-4d1d-b286-28c48f091183" providerId="ADAL" clId="{AB0D0C86-F665-4E90-977F-8DA9A592D847}" dt="2025-11-13T00:51:22.438" v="261"/>
          <ac:inkMkLst>
            <pc:docMk/>
            <pc:sldMk cId="4230555661" sldId="371"/>
            <ac:inkMk id="17497" creationId="{89B972FA-2943-8C03-6E3F-BE41FB236E2F}"/>
          </ac:inkMkLst>
        </pc:inkChg>
        <pc:inkChg chg="add reco">
          <ac:chgData name="Farhana Illiani Binti Hassan" userId="388f1f68-cffa-4d1d-b286-28c48f091183" providerId="ADAL" clId="{AB0D0C86-F665-4E90-977F-8DA9A592D847}" dt="2025-11-13T00:51:22.438" v="261"/>
          <ac:inkMkLst>
            <pc:docMk/>
            <pc:sldMk cId="4230555661" sldId="371"/>
            <ac:inkMk id="17498" creationId="{2989FF37-6E62-1C81-2182-F907485ECF7E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17519" creationId="{646DF30C-9DCE-E7CA-4A52-D026B5D6982A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17520" creationId="{5B6F5990-3245-345C-4B45-07B23C9EB427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17534" creationId="{846A6D92-F6A9-03C5-A056-766314ED3DD3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17581" creationId="{4408B965-FB9A-BD5D-27C5-DDD27FC39988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17611" creationId="{A6A8C660-77BA-D4AC-C756-2AFBD0931409}"/>
          </ac:inkMkLst>
        </pc:inkChg>
        <pc:inkChg chg="del">
          <ac:chgData name="Farhana Illiani Binti Hassan" userId="388f1f68-cffa-4d1d-b286-28c48f091183" providerId="ADAL" clId="{AB0D0C86-F665-4E90-977F-8DA9A592D847}" dt="2025-11-13T00:12:28.985" v="0" actId="478"/>
          <ac:inkMkLst>
            <pc:docMk/>
            <pc:sldMk cId="4230555661" sldId="371"/>
            <ac:inkMk id="17627" creationId="{582E0C48-343C-F19A-B108-BE8FC5F0764E}"/>
          </ac:inkMkLst>
        </pc:inkChg>
      </pc:sldChg>
      <pc:sldChg chg="addSp delSp modSp new mod">
        <pc:chgData name="Farhana Illiani Binti Hassan" userId="388f1f68-cffa-4d1d-b286-28c48f091183" providerId="ADAL" clId="{AB0D0C86-F665-4E90-977F-8DA9A592D847}" dt="2025-11-13T00:52:31.640" v="309"/>
        <pc:sldMkLst>
          <pc:docMk/>
          <pc:sldMk cId="2931056113" sldId="382"/>
        </pc:sldMkLst>
        <pc:spChg chg="del">
          <ac:chgData name="Farhana Illiani Binti Hassan" userId="388f1f68-cffa-4d1d-b286-28c48f091183" providerId="ADAL" clId="{AB0D0C86-F665-4E90-977F-8DA9A592D847}" dt="2025-11-13T00:12:46.210" v="2" actId="478"/>
          <ac:spMkLst>
            <pc:docMk/>
            <pc:sldMk cId="2931056113" sldId="382"/>
            <ac:spMk id="2" creationId="{0259CA0C-A098-7E7D-2592-2A7A40F4D229}"/>
          </ac:spMkLst>
        </pc:spChg>
        <pc:spChg chg="del">
          <ac:chgData name="Farhana Illiani Binti Hassan" userId="388f1f68-cffa-4d1d-b286-28c48f091183" providerId="ADAL" clId="{AB0D0C86-F665-4E90-977F-8DA9A592D847}" dt="2025-11-13T00:12:48.291" v="3" actId="478"/>
          <ac:spMkLst>
            <pc:docMk/>
            <pc:sldMk cId="2931056113" sldId="382"/>
            <ac:spMk id="3" creationId="{AE48C9FF-A603-8C20-CA81-506B4335B180}"/>
          </ac:spMkLst>
        </pc:spChg>
        <pc:inkChg chg="add del">
          <ac:chgData name="Farhana Illiani Binti Hassan" userId="388f1f68-cffa-4d1d-b286-28c48f091183" providerId="ADAL" clId="{AB0D0C86-F665-4E90-977F-8DA9A592D847}" dt="2025-11-13T00:44:52.404" v="82"/>
          <ac:inkMkLst>
            <pc:docMk/>
            <pc:sldMk cId="2931056113" sldId="382"/>
            <ac:inkMk id="5" creationId="{C404891A-B4A9-49AE-55BA-9536BB183CFE}"/>
          </ac:inkMkLst>
        </pc:inkChg>
        <pc:inkChg chg="add del">
          <ac:chgData name="Farhana Illiani Binti Hassan" userId="388f1f68-cffa-4d1d-b286-28c48f091183" providerId="ADAL" clId="{AB0D0C86-F665-4E90-977F-8DA9A592D847}" dt="2025-11-13T00:44:52.404" v="82"/>
          <ac:inkMkLst>
            <pc:docMk/>
            <pc:sldMk cId="2931056113" sldId="382"/>
            <ac:inkMk id="6" creationId="{CA1F658B-B535-A4CA-9E5D-316DA89A87BD}"/>
          </ac:inkMkLst>
        </pc:inkChg>
        <pc:inkChg chg="add del">
          <ac:chgData name="Farhana Illiani Binti Hassan" userId="388f1f68-cffa-4d1d-b286-28c48f091183" providerId="ADAL" clId="{AB0D0C86-F665-4E90-977F-8DA9A592D847}" dt="2025-11-13T00:44:52.404" v="82"/>
          <ac:inkMkLst>
            <pc:docMk/>
            <pc:sldMk cId="2931056113" sldId="382"/>
            <ac:inkMk id="7" creationId="{C54EF835-323C-6214-AC92-B0D8B28A3938}"/>
          </ac:inkMkLst>
        </pc:inkChg>
        <pc:inkChg chg="add reco">
          <ac:chgData name="Farhana Illiani Binti Hassan" userId="388f1f68-cffa-4d1d-b286-28c48f091183" providerId="ADAL" clId="{AB0D0C86-F665-4E90-977F-8DA9A592D847}" dt="2025-11-13T00:44:52.404" v="82"/>
          <ac:inkMkLst>
            <pc:docMk/>
            <pc:sldMk cId="2931056113" sldId="382"/>
            <ac:inkMk id="8" creationId="{ADFD5A5B-15E8-91F8-EDF8-7E1647C391D9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9" creationId="{85274EBF-357A-CEFC-F3D9-7079C8AD9F61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10" creationId="{CD4ED21E-63B6-5C94-39E8-125E96CAA802}"/>
          </ac:inkMkLst>
        </pc:inkChg>
        <pc:inkChg chg="add">
          <ac:chgData name="Farhana Illiani Binti Hassan" userId="388f1f68-cffa-4d1d-b286-28c48f091183" providerId="ADAL" clId="{AB0D0C86-F665-4E90-977F-8DA9A592D847}" dt="2025-11-13T00:44:55.291" v="85"/>
          <ac:inkMkLst>
            <pc:docMk/>
            <pc:sldMk cId="2931056113" sldId="382"/>
            <ac:inkMk id="11" creationId="{0C2A88CE-1ED3-5DBE-BD04-9448F7A3AEDB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12" creationId="{6FAD8BA7-CDBC-2203-0A92-00A8BE5AF1B5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13" creationId="{EEFE64F3-8DD2-72FA-CA7F-FB8932979AA1}"/>
          </ac:inkMkLst>
        </pc:inkChg>
        <pc:inkChg chg="add">
          <ac:chgData name="Farhana Illiani Binti Hassan" userId="388f1f68-cffa-4d1d-b286-28c48f091183" providerId="ADAL" clId="{AB0D0C86-F665-4E90-977F-8DA9A592D847}" dt="2025-11-13T00:44:55.890" v="88"/>
          <ac:inkMkLst>
            <pc:docMk/>
            <pc:sldMk cId="2931056113" sldId="382"/>
            <ac:inkMk id="14" creationId="{AC5B022E-1ED4-5302-FDB3-CB088585FC3D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15" creationId="{000106F3-A7C4-FB8A-AE30-B82AA5F49657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16" creationId="{17375C9F-B9ED-547A-4368-D851B2572BBA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17" creationId="{399B47CD-FB1A-4481-A2AA-81A1A1BC6D64}"/>
          </ac:inkMkLst>
        </pc:inkChg>
        <pc:inkChg chg="add">
          <ac:chgData name="Farhana Illiani Binti Hassan" userId="388f1f68-cffa-4d1d-b286-28c48f091183" providerId="ADAL" clId="{AB0D0C86-F665-4E90-977F-8DA9A592D847}" dt="2025-11-13T00:44:57.312" v="92"/>
          <ac:inkMkLst>
            <pc:docMk/>
            <pc:sldMk cId="2931056113" sldId="382"/>
            <ac:inkMk id="18" creationId="{0A4067B6-F903-7591-0478-EB5A3B37D999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19" creationId="{3257C577-E2DF-7F84-2D29-80C3FAEE1B7F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20" creationId="{BAC9F2A0-D6E5-1D5D-25E4-5F3138C35C77}"/>
          </ac:inkMkLst>
        </pc:inkChg>
        <pc:inkChg chg="add">
          <ac:chgData name="Farhana Illiani Binti Hassan" userId="388f1f68-cffa-4d1d-b286-28c48f091183" providerId="ADAL" clId="{AB0D0C86-F665-4E90-977F-8DA9A592D847}" dt="2025-11-13T00:44:57.973" v="95"/>
          <ac:inkMkLst>
            <pc:docMk/>
            <pc:sldMk cId="2931056113" sldId="382"/>
            <ac:inkMk id="21" creationId="{E7108FE8-FA35-71E6-3F47-D762B3ACD07D}"/>
          </ac:inkMkLst>
        </pc:inkChg>
        <pc:inkChg chg="add">
          <ac:chgData name="Farhana Illiani Binti Hassan" userId="388f1f68-cffa-4d1d-b286-28c48f091183" providerId="ADAL" clId="{AB0D0C86-F665-4E90-977F-8DA9A592D847}" dt="2025-11-13T00:44:58.428" v="96"/>
          <ac:inkMkLst>
            <pc:docMk/>
            <pc:sldMk cId="2931056113" sldId="382"/>
            <ac:inkMk id="22" creationId="{D5B6508D-E7E8-0F06-BB09-51FB3FA0F882}"/>
          </ac:inkMkLst>
        </pc:inkChg>
        <pc:inkChg chg="add">
          <ac:chgData name="Farhana Illiani Binti Hassan" userId="388f1f68-cffa-4d1d-b286-28c48f091183" providerId="ADAL" clId="{AB0D0C86-F665-4E90-977F-8DA9A592D847}" dt="2025-11-13T00:44:58.573" v="97"/>
          <ac:inkMkLst>
            <pc:docMk/>
            <pc:sldMk cId="2931056113" sldId="382"/>
            <ac:inkMk id="23" creationId="{F790054C-B98F-07B4-ACE2-2E7C36D7B32C}"/>
          </ac:inkMkLst>
        </pc:inkChg>
        <pc:inkChg chg="add del">
          <ac:chgData name="Farhana Illiani Binti Hassan" userId="388f1f68-cffa-4d1d-b286-28c48f091183" providerId="ADAL" clId="{AB0D0C86-F665-4E90-977F-8DA9A592D847}" dt="2025-11-13T00:44:59.996" v="99"/>
          <ac:inkMkLst>
            <pc:docMk/>
            <pc:sldMk cId="2931056113" sldId="382"/>
            <ac:inkMk id="24" creationId="{2F1111E5-8034-2790-10A3-5DE170E6D09D}"/>
          </ac:inkMkLst>
        </pc:inkChg>
        <pc:inkChg chg="add del">
          <ac:chgData name="Farhana Illiani Binti Hassan" userId="388f1f68-cffa-4d1d-b286-28c48f091183" providerId="ADAL" clId="{AB0D0C86-F665-4E90-977F-8DA9A592D847}" dt="2025-11-13T00:45:22.716" v="109"/>
          <ac:inkMkLst>
            <pc:docMk/>
            <pc:sldMk cId="2931056113" sldId="382"/>
            <ac:inkMk id="27" creationId="{35ECF0B1-9F9D-51AB-341B-8203BB3864F3}"/>
          </ac:inkMkLst>
        </pc:inkChg>
        <pc:inkChg chg="add del">
          <ac:chgData name="Farhana Illiani Binti Hassan" userId="388f1f68-cffa-4d1d-b286-28c48f091183" providerId="ADAL" clId="{AB0D0C86-F665-4E90-977F-8DA9A592D847}" dt="2025-11-13T00:45:22.716" v="109"/>
          <ac:inkMkLst>
            <pc:docMk/>
            <pc:sldMk cId="2931056113" sldId="382"/>
            <ac:inkMk id="28" creationId="{63007512-F6CB-89C8-BB8F-0AABFF1F3A64}"/>
          </ac:inkMkLst>
        </pc:inkChg>
        <pc:inkChg chg="add del">
          <ac:chgData name="Farhana Illiani Binti Hassan" userId="388f1f68-cffa-4d1d-b286-28c48f091183" providerId="ADAL" clId="{AB0D0C86-F665-4E90-977F-8DA9A592D847}" dt="2025-11-13T00:45:10.715" v="104"/>
          <ac:inkMkLst>
            <pc:docMk/>
            <pc:sldMk cId="2931056113" sldId="382"/>
            <ac:inkMk id="29" creationId="{C61055FD-0BD7-68DC-2360-44299D54FC00}"/>
          </ac:inkMkLst>
        </pc:inkChg>
        <pc:inkChg chg="add del">
          <ac:chgData name="Farhana Illiani Binti Hassan" userId="388f1f68-cffa-4d1d-b286-28c48f091183" providerId="ADAL" clId="{AB0D0C86-F665-4E90-977F-8DA9A592D847}" dt="2025-11-13T00:45:10.715" v="104"/>
          <ac:inkMkLst>
            <pc:docMk/>
            <pc:sldMk cId="2931056113" sldId="382"/>
            <ac:inkMk id="30" creationId="{DB21188C-E143-CA6F-0268-B5948D4DC639}"/>
          </ac:inkMkLst>
        </pc:inkChg>
        <pc:inkChg chg="add reco">
          <ac:chgData name="Farhana Illiani Binti Hassan" userId="388f1f68-cffa-4d1d-b286-28c48f091183" providerId="ADAL" clId="{AB0D0C86-F665-4E90-977F-8DA9A592D847}" dt="2025-11-13T00:45:10.715" v="104"/>
          <ac:inkMkLst>
            <pc:docMk/>
            <pc:sldMk cId="2931056113" sldId="382"/>
            <ac:inkMk id="31" creationId="{3915C409-FC0D-E128-10AD-509DCA29233B}"/>
          </ac:inkMkLst>
        </pc:inkChg>
        <pc:inkChg chg="add del">
          <ac:chgData name="Farhana Illiani Binti Hassan" userId="388f1f68-cffa-4d1d-b286-28c48f091183" providerId="ADAL" clId="{AB0D0C86-F665-4E90-977F-8DA9A592D847}" dt="2025-11-13T00:45:13.015" v="107"/>
          <ac:inkMkLst>
            <pc:docMk/>
            <pc:sldMk cId="2931056113" sldId="382"/>
            <ac:inkMk id="32" creationId="{C0AD5BF0-6156-D59E-A558-6302E497093C}"/>
          </ac:inkMkLst>
        </pc:inkChg>
        <pc:inkChg chg="add del">
          <ac:chgData name="Farhana Illiani Binti Hassan" userId="388f1f68-cffa-4d1d-b286-28c48f091183" providerId="ADAL" clId="{AB0D0C86-F665-4E90-977F-8DA9A592D847}" dt="2025-11-13T00:45:13.015" v="107"/>
          <ac:inkMkLst>
            <pc:docMk/>
            <pc:sldMk cId="2931056113" sldId="382"/>
            <ac:inkMk id="33" creationId="{7A9611AC-FBBA-83FA-9CC8-00C818FB514A}"/>
          </ac:inkMkLst>
        </pc:inkChg>
        <pc:inkChg chg="add reco">
          <ac:chgData name="Farhana Illiani Binti Hassan" userId="388f1f68-cffa-4d1d-b286-28c48f091183" providerId="ADAL" clId="{AB0D0C86-F665-4E90-977F-8DA9A592D847}" dt="2025-11-13T00:45:13.015" v="107"/>
          <ac:inkMkLst>
            <pc:docMk/>
            <pc:sldMk cId="2931056113" sldId="382"/>
            <ac:inkMk id="34" creationId="{EFE46CFE-BC12-6EF6-1D12-6A9E292E6552}"/>
          </ac:inkMkLst>
        </pc:inkChg>
        <pc:inkChg chg="add del">
          <ac:chgData name="Farhana Illiani Binti Hassan" userId="388f1f68-cffa-4d1d-b286-28c48f091183" providerId="ADAL" clId="{AB0D0C86-F665-4E90-977F-8DA9A592D847}" dt="2025-11-13T00:45:22.716" v="109"/>
          <ac:inkMkLst>
            <pc:docMk/>
            <pc:sldMk cId="2931056113" sldId="382"/>
            <ac:inkMk id="35" creationId="{67B67F02-79D0-C25F-2F3D-B174878DEA33}"/>
          </ac:inkMkLst>
        </pc:inkChg>
        <pc:inkChg chg="add reco">
          <ac:chgData name="Farhana Illiani Binti Hassan" userId="388f1f68-cffa-4d1d-b286-28c48f091183" providerId="ADAL" clId="{AB0D0C86-F665-4E90-977F-8DA9A592D847}" dt="2025-11-13T00:45:22.716" v="109"/>
          <ac:inkMkLst>
            <pc:docMk/>
            <pc:sldMk cId="2931056113" sldId="382"/>
            <ac:inkMk id="36" creationId="{F822B488-FDB4-4E41-5C08-6657B2E02ECC}"/>
          </ac:inkMkLst>
        </pc:inkChg>
        <pc:inkChg chg="add del">
          <ac:chgData name="Farhana Illiani Binti Hassan" userId="388f1f68-cffa-4d1d-b286-28c48f091183" providerId="ADAL" clId="{AB0D0C86-F665-4E90-977F-8DA9A592D847}" dt="2025-11-13T00:45:24.613" v="113"/>
          <ac:inkMkLst>
            <pc:docMk/>
            <pc:sldMk cId="2931056113" sldId="382"/>
            <ac:inkMk id="37" creationId="{0613E536-05B6-2EFC-4FED-8E6B141A80F5}"/>
          </ac:inkMkLst>
        </pc:inkChg>
        <pc:inkChg chg="add del">
          <ac:chgData name="Farhana Illiani Binti Hassan" userId="388f1f68-cffa-4d1d-b286-28c48f091183" providerId="ADAL" clId="{AB0D0C86-F665-4E90-977F-8DA9A592D847}" dt="2025-11-13T00:45:24.613" v="113"/>
          <ac:inkMkLst>
            <pc:docMk/>
            <pc:sldMk cId="2931056113" sldId="382"/>
            <ac:inkMk id="38" creationId="{455B52FA-9731-EBE1-8764-CF7698E6F6BA}"/>
          </ac:inkMkLst>
        </pc:inkChg>
        <pc:inkChg chg="add del">
          <ac:chgData name="Farhana Illiani Binti Hassan" userId="388f1f68-cffa-4d1d-b286-28c48f091183" providerId="ADAL" clId="{AB0D0C86-F665-4E90-977F-8DA9A592D847}" dt="2025-11-13T00:45:24.613" v="113"/>
          <ac:inkMkLst>
            <pc:docMk/>
            <pc:sldMk cId="2931056113" sldId="382"/>
            <ac:inkMk id="39" creationId="{B195097B-FEF1-C8EF-7AA6-53131B34DDBA}"/>
          </ac:inkMkLst>
        </pc:inkChg>
        <pc:inkChg chg="add reco">
          <ac:chgData name="Farhana Illiani Binti Hassan" userId="388f1f68-cffa-4d1d-b286-28c48f091183" providerId="ADAL" clId="{AB0D0C86-F665-4E90-977F-8DA9A592D847}" dt="2025-11-13T00:45:24.613" v="113"/>
          <ac:inkMkLst>
            <pc:docMk/>
            <pc:sldMk cId="2931056113" sldId="382"/>
            <ac:inkMk id="40" creationId="{6C5BE7D2-9296-2B9D-E661-9FDEBADAA54B}"/>
          </ac:inkMkLst>
        </pc:inkChg>
        <pc:inkChg chg="add">
          <ac:chgData name="Farhana Illiani Binti Hassan" userId="388f1f68-cffa-4d1d-b286-28c48f091183" providerId="ADAL" clId="{AB0D0C86-F665-4E90-977F-8DA9A592D847}" dt="2025-11-13T00:45:25.408" v="114"/>
          <ac:inkMkLst>
            <pc:docMk/>
            <pc:sldMk cId="2931056113" sldId="382"/>
            <ac:inkMk id="41" creationId="{1100532B-0D1F-10A8-4E01-91BC3051520C}"/>
          </ac:inkMkLst>
        </pc:inkChg>
        <pc:inkChg chg="add">
          <ac:chgData name="Farhana Illiani Binti Hassan" userId="388f1f68-cffa-4d1d-b286-28c48f091183" providerId="ADAL" clId="{AB0D0C86-F665-4E90-977F-8DA9A592D847}" dt="2025-11-13T00:45:26.858" v="115"/>
          <ac:inkMkLst>
            <pc:docMk/>
            <pc:sldMk cId="2931056113" sldId="382"/>
            <ac:inkMk id="42" creationId="{24FE4C24-13AA-2532-D55D-A051B8D705BC}"/>
          </ac:inkMkLst>
        </pc:inkChg>
        <pc:inkChg chg="add">
          <ac:chgData name="Farhana Illiani Binti Hassan" userId="388f1f68-cffa-4d1d-b286-28c48f091183" providerId="ADAL" clId="{AB0D0C86-F665-4E90-977F-8DA9A592D847}" dt="2025-11-13T00:45:27.974" v="116"/>
          <ac:inkMkLst>
            <pc:docMk/>
            <pc:sldMk cId="2931056113" sldId="382"/>
            <ac:inkMk id="43" creationId="{D2895E6D-3657-D02B-8DDA-F80F308340EC}"/>
          </ac:inkMkLst>
        </pc:inkChg>
        <pc:inkChg chg="add">
          <ac:chgData name="Farhana Illiani Binti Hassan" userId="388f1f68-cffa-4d1d-b286-28c48f091183" providerId="ADAL" clId="{AB0D0C86-F665-4E90-977F-8DA9A592D847}" dt="2025-11-13T00:45:29.092" v="117"/>
          <ac:inkMkLst>
            <pc:docMk/>
            <pc:sldMk cId="2931056113" sldId="382"/>
            <ac:inkMk id="44" creationId="{8995B0D4-772F-E198-A6B4-BDB6AFB2D2E7}"/>
          </ac:inkMkLst>
        </pc:inkChg>
        <pc:inkChg chg="add del">
          <ac:chgData name="Farhana Illiani Binti Hassan" userId="388f1f68-cffa-4d1d-b286-28c48f091183" providerId="ADAL" clId="{AB0D0C86-F665-4E90-977F-8DA9A592D847}" dt="2025-11-13T00:45:36.662" v="120"/>
          <ac:inkMkLst>
            <pc:docMk/>
            <pc:sldMk cId="2931056113" sldId="382"/>
            <ac:inkMk id="45" creationId="{8F0C0F34-5166-29A0-9E81-F2193877B362}"/>
          </ac:inkMkLst>
        </pc:inkChg>
        <pc:inkChg chg="add del">
          <ac:chgData name="Farhana Illiani Binti Hassan" userId="388f1f68-cffa-4d1d-b286-28c48f091183" providerId="ADAL" clId="{AB0D0C86-F665-4E90-977F-8DA9A592D847}" dt="2025-11-13T00:45:36.662" v="120"/>
          <ac:inkMkLst>
            <pc:docMk/>
            <pc:sldMk cId="2931056113" sldId="382"/>
            <ac:inkMk id="46" creationId="{DCC944CE-FD66-779D-2C25-A447BE36B170}"/>
          </ac:inkMkLst>
        </pc:inkChg>
        <pc:inkChg chg="add reco">
          <ac:chgData name="Farhana Illiani Binti Hassan" userId="388f1f68-cffa-4d1d-b286-28c48f091183" providerId="ADAL" clId="{AB0D0C86-F665-4E90-977F-8DA9A592D847}" dt="2025-11-13T00:45:36.662" v="120"/>
          <ac:inkMkLst>
            <pc:docMk/>
            <pc:sldMk cId="2931056113" sldId="382"/>
            <ac:inkMk id="47" creationId="{7DBF5B92-DAC8-34AE-B31B-DD3DA68426F4}"/>
          </ac:inkMkLst>
        </pc:inkChg>
        <pc:inkChg chg="add del">
          <ac:chgData name="Farhana Illiani Binti Hassan" userId="388f1f68-cffa-4d1d-b286-28c48f091183" providerId="ADAL" clId="{AB0D0C86-F665-4E90-977F-8DA9A592D847}" dt="2025-11-13T00:45:39.686" v="125"/>
          <ac:inkMkLst>
            <pc:docMk/>
            <pc:sldMk cId="2931056113" sldId="382"/>
            <ac:inkMk id="48" creationId="{C678674E-ED74-BE1E-81CA-3EA7D1BC1EA2}"/>
          </ac:inkMkLst>
        </pc:inkChg>
        <pc:inkChg chg="add del">
          <ac:chgData name="Farhana Illiani Binti Hassan" userId="388f1f68-cffa-4d1d-b286-28c48f091183" providerId="ADAL" clId="{AB0D0C86-F665-4E90-977F-8DA9A592D847}" dt="2025-11-13T00:45:39.686" v="125"/>
          <ac:inkMkLst>
            <pc:docMk/>
            <pc:sldMk cId="2931056113" sldId="382"/>
            <ac:inkMk id="49" creationId="{7060699F-972C-69F5-8F2E-46E3AFD2035C}"/>
          </ac:inkMkLst>
        </pc:inkChg>
        <pc:inkChg chg="add del">
          <ac:chgData name="Farhana Illiani Binti Hassan" userId="388f1f68-cffa-4d1d-b286-28c48f091183" providerId="ADAL" clId="{AB0D0C86-F665-4E90-977F-8DA9A592D847}" dt="2025-11-13T00:45:39.686" v="125"/>
          <ac:inkMkLst>
            <pc:docMk/>
            <pc:sldMk cId="2931056113" sldId="382"/>
            <ac:inkMk id="50" creationId="{560A3D06-8996-DB42-F9EA-2D85C3CB39F2}"/>
          </ac:inkMkLst>
        </pc:inkChg>
        <pc:inkChg chg="add del">
          <ac:chgData name="Farhana Illiani Binti Hassan" userId="388f1f68-cffa-4d1d-b286-28c48f091183" providerId="ADAL" clId="{AB0D0C86-F665-4E90-977F-8DA9A592D847}" dt="2025-11-13T00:45:39.686" v="125"/>
          <ac:inkMkLst>
            <pc:docMk/>
            <pc:sldMk cId="2931056113" sldId="382"/>
            <ac:inkMk id="51" creationId="{DBFD0A37-A291-7F41-C163-7DA321B81DD9}"/>
          </ac:inkMkLst>
        </pc:inkChg>
        <pc:inkChg chg="add reco">
          <ac:chgData name="Farhana Illiani Binti Hassan" userId="388f1f68-cffa-4d1d-b286-28c48f091183" providerId="ADAL" clId="{AB0D0C86-F665-4E90-977F-8DA9A592D847}" dt="2025-11-13T00:45:39.686" v="125"/>
          <ac:inkMkLst>
            <pc:docMk/>
            <pc:sldMk cId="2931056113" sldId="382"/>
            <ac:inkMk id="52" creationId="{A544C1C1-0F90-E40E-DEC6-E64D999051F4}"/>
          </ac:inkMkLst>
        </pc:inkChg>
        <pc:inkChg chg="add">
          <ac:chgData name="Farhana Illiani Binti Hassan" userId="388f1f68-cffa-4d1d-b286-28c48f091183" providerId="ADAL" clId="{AB0D0C86-F665-4E90-977F-8DA9A592D847}" dt="2025-11-13T00:45:41.208" v="126"/>
          <ac:inkMkLst>
            <pc:docMk/>
            <pc:sldMk cId="2931056113" sldId="382"/>
            <ac:inkMk id="53" creationId="{30D7912E-C20F-746A-40EF-18D21F985044}"/>
          </ac:inkMkLst>
        </pc:inkChg>
        <pc:inkChg chg="add">
          <ac:chgData name="Farhana Illiani Binti Hassan" userId="388f1f68-cffa-4d1d-b286-28c48f091183" providerId="ADAL" clId="{AB0D0C86-F665-4E90-977F-8DA9A592D847}" dt="2025-11-13T00:45:42.241" v="127"/>
          <ac:inkMkLst>
            <pc:docMk/>
            <pc:sldMk cId="2931056113" sldId="382"/>
            <ac:inkMk id="54" creationId="{E9C02CC0-7B8C-5B27-5FA3-42B6C6ABB020}"/>
          </ac:inkMkLst>
        </pc:inkChg>
        <pc:inkChg chg="add del">
          <ac:chgData name="Farhana Illiani Binti Hassan" userId="388f1f68-cffa-4d1d-b286-28c48f091183" providerId="ADAL" clId="{AB0D0C86-F665-4E90-977F-8DA9A592D847}" dt="2025-11-13T00:45:44.327" v="130"/>
          <ac:inkMkLst>
            <pc:docMk/>
            <pc:sldMk cId="2931056113" sldId="382"/>
            <ac:inkMk id="55" creationId="{0990DA1E-9A8B-D038-4468-8260AC535B80}"/>
          </ac:inkMkLst>
        </pc:inkChg>
        <pc:inkChg chg="add del">
          <ac:chgData name="Farhana Illiani Binti Hassan" userId="388f1f68-cffa-4d1d-b286-28c48f091183" providerId="ADAL" clId="{AB0D0C86-F665-4E90-977F-8DA9A592D847}" dt="2025-11-13T00:45:44.327" v="130"/>
          <ac:inkMkLst>
            <pc:docMk/>
            <pc:sldMk cId="2931056113" sldId="382"/>
            <ac:inkMk id="56" creationId="{7052FE3A-0098-AB48-42C2-50E3DEE7F3DC}"/>
          </ac:inkMkLst>
        </pc:inkChg>
        <pc:inkChg chg="add reco">
          <ac:chgData name="Farhana Illiani Binti Hassan" userId="388f1f68-cffa-4d1d-b286-28c48f091183" providerId="ADAL" clId="{AB0D0C86-F665-4E90-977F-8DA9A592D847}" dt="2025-11-13T00:45:44.327" v="130"/>
          <ac:inkMkLst>
            <pc:docMk/>
            <pc:sldMk cId="2931056113" sldId="382"/>
            <ac:inkMk id="57" creationId="{C6E9EC2C-C303-8B92-21B2-87EB0607853E}"/>
          </ac:inkMkLst>
        </pc:inkChg>
        <pc:inkChg chg="add del">
          <ac:chgData name="Farhana Illiani Binti Hassan" userId="388f1f68-cffa-4d1d-b286-28c48f091183" providerId="ADAL" clId="{AB0D0C86-F665-4E90-977F-8DA9A592D847}" dt="2025-11-13T00:45:46.804" v="135"/>
          <ac:inkMkLst>
            <pc:docMk/>
            <pc:sldMk cId="2931056113" sldId="382"/>
            <ac:inkMk id="58" creationId="{5570EF35-A6F0-5135-0073-34CC5745DC05}"/>
          </ac:inkMkLst>
        </pc:inkChg>
        <pc:inkChg chg="add del">
          <ac:chgData name="Farhana Illiani Binti Hassan" userId="388f1f68-cffa-4d1d-b286-28c48f091183" providerId="ADAL" clId="{AB0D0C86-F665-4E90-977F-8DA9A592D847}" dt="2025-11-13T00:45:46.804" v="135"/>
          <ac:inkMkLst>
            <pc:docMk/>
            <pc:sldMk cId="2931056113" sldId="382"/>
            <ac:inkMk id="59" creationId="{A3146C24-3B9F-66C5-432C-C0E89FD9080B}"/>
          </ac:inkMkLst>
        </pc:inkChg>
        <pc:inkChg chg="add del">
          <ac:chgData name="Farhana Illiani Binti Hassan" userId="388f1f68-cffa-4d1d-b286-28c48f091183" providerId="ADAL" clId="{AB0D0C86-F665-4E90-977F-8DA9A592D847}" dt="2025-11-13T00:45:46.804" v="135"/>
          <ac:inkMkLst>
            <pc:docMk/>
            <pc:sldMk cId="2931056113" sldId="382"/>
            <ac:inkMk id="60" creationId="{9CB9210E-B145-15DB-3C24-C48B0379A4C5}"/>
          </ac:inkMkLst>
        </pc:inkChg>
        <pc:inkChg chg="add del">
          <ac:chgData name="Farhana Illiani Binti Hassan" userId="388f1f68-cffa-4d1d-b286-28c48f091183" providerId="ADAL" clId="{AB0D0C86-F665-4E90-977F-8DA9A592D847}" dt="2025-11-13T00:45:46.804" v="135"/>
          <ac:inkMkLst>
            <pc:docMk/>
            <pc:sldMk cId="2931056113" sldId="382"/>
            <ac:inkMk id="61" creationId="{06B9AE5E-EC4B-A163-8D5C-8B1E1DF59059}"/>
          </ac:inkMkLst>
        </pc:inkChg>
        <pc:inkChg chg="add reco">
          <ac:chgData name="Farhana Illiani Binti Hassan" userId="388f1f68-cffa-4d1d-b286-28c48f091183" providerId="ADAL" clId="{AB0D0C86-F665-4E90-977F-8DA9A592D847}" dt="2025-11-13T00:45:46.804" v="135"/>
          <ac:inkMkLst>
            <pc:docMk/>
            <pc:sldMk cId="2931056113" sldId="382"/>
            <ac:inkMk id="62" creationId="{DB928445-B3B3-22E4-C4F5-1C2CD0CF41F8}"/>
          </ac:inkMkLst>
        </pc:inkChg>
        <pc:inkChg chg="add reco">
          <ac:chgData name="Farhana Illiani Binti Hassan" userId="388f1f68-cffa-4d1d-b286-28c48f091183" providerId="ADAL" clId="{AB0D0C86-F665-4E90-977F-8DA9A592D847}" dt="2025-11-13T00:45:46.804" v="135"/>
          <ac:inkMkLst>
            <pc:docMk/>
            <pc:sldMk cId="2931056113" sldId="382"/>
            <ac:inkMk id="63" creationId="{04A35104-E652-89BC-CEB1-28225F29AF30}"/>
          </ac:inkMkLst>
        </pc:inkChg>
        <pc:inkChg chg="add">
          <ac:chgData name="Farhana Illiani Binti Hassan" userId="388f1f68-cffa-4d1d-b286-28c48f091183" providerId="ADAL" clId="{AB0D0C86-F665-4E90-977F-8DA9A592D847}" dt="2025-11-13T00:45:47.306" v="136"/>
          <ac:inkMkLst>
            <pc:docMk/>
            <pc:sldMk cId="2931056113" sldId="382"/>
            <ac:inkMk id="64" creationId="{6681C28B-6FEA-0663-7933-A2D11C6F5060}"/>
          </ac:inkMkLst>
        </pc:inkChg>
        <pc:inkChg chg="add">
          <ac:chgData name="Farhana Illiani Binti Hassan" userId="388f1f68-cffa-4d1d-b286-28c48f091183" providerId="ADAL" clId="{AB0D0C86-F665-4E90-977F-8DA9A592D847}" dt="2025-11-13T00:45:48.122" v="137"/>
          <ac:inkMkLst>
            <pc:docMk/>
            <pc:sldMk cId="2931056113" sldId="382"/>
            <ac:inkMk id="65" creationId="{AA2495D7-327B-F5C8-EAB6-790957D04A2E}"/>
          </ac:inkMkLst>
        </pc:inkChg>
        <pc:inkChg chg="add">
          <ac:chgData name="Farhana Illiani Binti Hassan" userId="388f1f68-cffa-4d1d-b286-28c48f091183" providerId="ADAL" clId="{AB0D0C86-F665-4E90-977F-8DA9A592D847}" dt="2025-11-13T00:45:48.807" v="138"/>
          <ac:inkMkLst>
            <pc:docMk/>
            <pc:sldMk cId="2931056113" sldId="382"/>
            <ac:inkMk id="66" creationId="{FCDC9269-3C34-5C28-0D96-E77FB5F0A362}"/>
          </ac:inkMkLst>
        </pc:inkChg>
        <pc:inkChg chg="add">
          <ac:chgData name="Farhana Illiani Binti Hassan" userId="388f1f68-cffa-4d1d-b286-28c48f091183" providerId="ADAL" clId="{AB0D0C86-F665-4E90-977F-8DA9A592D847}" dt="2025-11-13T00:45:49.539" v="139"/>
          <ac:inkMkLst>
            <pc:docMk/>
            <pc:sldMk cId="2931056113" sldId="382"/>
            <ac:inkMk id="67" creationId="{81B61CF7-DEC2-624E-0036-18158243798A}"/>
          </ac:inkMkLst>
        </pc:inkChg>
        <pc:inkChg chg="add del">
          <ac:chgData name="Farhana Illiani Binti Hassan" userId="388f1f68-cffa-4d1d-b286-28c48f091183" providerId="ADAL" clId="{AB0D0C86-F665-4E90-977F-8DA9A592D847}" dt="2025-11-13T00:45:51.542" v="142"/>
          <ac:inkMkLst>
            <pc:docMk/>
            <pc:sldMk cId="2931056113" sldId="382"/>
            <ac:inkMk id="68" creationId="{030D4141-D39F-F2B9-0ABC-5A4F2EF94EDE}"/>
          </ac:inkMkLst>
        </pc:inkChg>
        <pc:inkChg chg="add del">
          <ac:chgData name="Farhana Illiani Binti Hassan" userId="388f1f68-cffa-4d1d-b286-28c48f091183" providerId="ADAL" clId="{AB0D0C86-F665-4E90-977F-8DA9A592D847}" dt="2025-11-13T00:45:51.542" v="142"/>
          <ac:inkMkLst>
            <pc:docMk/>
            <pc:sldMk cId="2931056113" sldId="382"/>
            <ac:inkMk id="69" creationId="{6953AEB9-6036-7DA8-FA17-5BED9DA0077F}"/>
          </ac:inkMkLst>
        </pc:inkChg>
        <pc:inkChg chg="add reco">
          <ac:chgData name="Farhana Illiani Binti Hassan" userId="388f1f68-cffa-4d1d-b286-28c48f091183" providerId="ADAL" clId="{AB0D0C86-F665-4E90-977F-8DA9A592D847}" dt="2025-11-13T00:45:51.542" v="142"/>
          <ac:inkMkLst>
            <pc:docMk/>
            <pc:sldMk cId="2931056113" sldId="382"/>
            <ac:inkMk id="70" creationId="{A0F83370-B223-56E1-879F-4DDF27B1540F}"/>
          </ac:inkMkLst>
        </pc:inkChg>
        <pc:inkChg chg="add">
          <ac:chgData name="Farhana Illiani Binti Hassan" userId="388f1f68-cffa-4d1d-b286-28c48f091183" providerId="ADAL" clId="{AB0D0C86-F665-4E90-977F-8DA9A592D847}" dt="2025-11-13T00:45:52.040" v="143"/>
          <ac:inkMkLst>
            <pc:docMk/>
            <pc:sldMk cId="2931056113" sldId="382"/>
            <ac:inkMk id="71" creationId="{DAF7F455-767C-3D3D-77B0-3F06AD474D64}"/>
          </ac:inkMkLst>
        </pc:inkChg>
        <pc:inkChg chg="add">
          <ac:chgData name="Farhana Illiani Binti Hassan" userId="388f1f68-cffa-4d1d-b286-28c48f091183" providerId="ADAL" clId="{AB0D0C86-F665-4E90-977F-8DA9A592D847}" dt="2025-11-13T00:45:52.839" v="144"/>
          <ac:inkMkLst>
            <pc:docMk/>
            <pc:sldMk cId="2931056113" sldId="382"/>
            <ac:inkMk id="72" creationId="{E750BDC4-4645-02BC-FEE7-DA00861DEB1A}"/>
          </ac:inkMkLst>
        </pc:inkChg>
        <pc:inkChg chg="add">
          <ac:chgData name="Farhana Illiani Binti Hassan" userId="388f1f68-cffa-4d1d-b286-28c48f091183" providerId="ADAL" clId="{AB0D0C86-F665-4E90-977F-8DA9A592D847}" dt="2025-11-13T00:45:54.274" v="145"/>
          <ac:inkMkLst>
            <pc:docMk/>
            <pc:sldMk cId="2931056113" sldId="382"/>
            <ac:inkMk id="73" creationId="{1AAA2DA8-14BB-A6ED-DA76-C6C5B6322590}"/>
          </ac:inkMkLst>
        </pc:inkChg>
        <pc:inkChg chg="add del">
          <ac:chgData name="Farhana Illiani Binti Hassan" userId="388f1f68-cffa-4d1d-b286-28c48f091183" providerId="ADAL" clId="{AB0D0C86-F665-4E90-977F-8DA9A592D847}" dt="2025-11-13T00:45:58.118" v="150"/>
          <ac:inkMkLst>
            <pc:docMk/>
            <pc:sldMk cId="2931056113" sldId="382"/>
            <ac:inkMk id="74" creationId="{14B61CA8-0587-B695-DBD7-151E27954FE1}"/>
          </ac:inkMkLst>
        </pc:inkChg>
        <pc:inkChg chg="add del">
          <ac:chgData name="Farhana Illiani Binti Hassan" userId="388f1f68-cffa-4d1d-b286-28c48f091183" providerId="ADAL" clId="{AB0D0C86-F665-4E90-977F-8DA9A592D847}" dt="2025-11-13T00:45:58.118" v="150"/>
          <ac:inkMkLst>
            <pc:docMk/>
            <pc:sldMk cId="2931056113" sldId="382"/>
            <ac:inkMk id="75" creationId="{05DC927E-86A5-01A7-476B-CF6984076C6C}"/>
          </ac:inkMkLst>
        </pc:inkChg>
        <pc:inkChg chg="add del">
          <ac:chgData name="Farhana Illiani Binti Hassan" userId="388f1f68-cffa-4d1d-b286-28c48f091183" providerId="ADAL" clId="{AB0D0C86-F665-4E90-977F-8DA9A592D847}" dt="2025-11-13T00:45:58.118" v="150"/>
          <ac:inkMkLst>
            <pc:docMk/>
            <pc:sldMk cId="2931056113" sldId="382"/>
            <ac:inkMk id="76" creationId="{6D26746E-ABB7-9989-E697-0C56067FC56B}"/>
          </ac:inkMkLst>
        </pc:inkChg>
        <pc:inkChg chg="add del">
          <ac:chgData name="Farhana Illiani Binti Hassan" userId="388f1f68-cffa-4d1d-b286-28c48f091183" providerId="ADAL" clId="{AB0D0C86-F665-4E90-977F-8DA9A592D847}" dt="2025-11-13T00:45:58.118" v="150"/>
          <ac:inkMkLst>
            <pc:docMk/>
            <pc:sldMk cId="2931056113" sldId="382"/>
            <ac:inkMk id="77" creationId="{DFFB8878-A313-3B87-232C-3AA364A32D23}"/>
          </ac:inkMkLst>
        </pc:inkChg>
        <pc:inkChg chg="add reco">
          <ac:chgData name="Farhana Illiani Binti Hassan" userId="388f1f68-cffa-4d1d-b286-28c48f091183" providerId="ADAL" clId="{AB0D0C86-F665-4E90-977F-8DA9A592D847}" dt="2025-11-13T00:45:58.118" v="150"/>
          <ac:inkMkLst>
            <pc:docMk/>
            <pc:sldMk cId="2931056113" sldId="382"/>
            <ac:inkMk id="78" creationId="{26B7ABBC-A0C7-33EB-2FC9-52CF4D3802E3}"/>
          </ac:inkMkLst>
        </pc:inkChg>
        <pc:inkChg chg="add reco">
          <ac:chgData name="Farhana Illiani Binti Hassan" userId="388f1f68-cffa-4d1d-b286-28c48f091183" providerId="ADAL" clId="{AB0D0C86-F665-4E90-977F-8DA9A592D847}" dt="2025-11-13T00:45:58.118" v="150"/>
          <ac:inkMkLst>
            <pc:docMk/>
            <pc:sldMk cId="2931056113" sldId="382"/>
            <ac:inkMk id="79" creationId="{C91ED51F-38A4-22C6-9630-D0B00508371D}"/>
          </ac:inkMkLst>
        </pc:inkChg>
        <pc:inkChg chg="add del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80" creationId="{C0FC3EED-4F15-F4AF-9181-38A316E90C13}"/>
          </ac:inkMkLst>
        </pc:inkChg>
        <pc:inkChg chg="add">
          <ac:chgData name="Farhana Illiani Binti Hassan" userId="388f1f68-cffa-4d1d-b286-28c48f091183" providerId="ADAL" clId="{AB0D0C86-F665-4E90-977F-8DA9A592D847}" dt="2025-11-13T00:46:09.671" v="152"/>
          <ac:inkMkLst>
            <pc:docMk/>
            <pc:sldMk cId="2931056113" sldId="382"/>
            <ac:inkMk id="81" creationId="{E850D83C-1A3F-74A3-FFBE-6C66B1153578}"/>
          </ac:inkMkLst>
        </pc:inkChg>
        <pc:inkChg chg="add del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82" creationId="{1D4358BD-9935-234E-7FFC-DD61B3A261DE}"/>
          </ac:inkMkLst>
        </pc:inkChg>
        <pc:inkChg chg="add del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83" creationId="{97B797E2-06DD-FCB9-CE81-03931064685D}"/>
          </ac:inkMkLst>
        </pc:inkChg>
        <pc:inkChg chg="add del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84" creationId="{AF032246-8CFA-DBC9-B6E9-8FDA9C78100E}"/>
          </ac:inkMkLst>
        </pc:inkChg>
        <pc:inkChg chg="add del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85" creationId="{EB25E160-547D-66CF-679F-94B79EA62035}"/>
          </ac:inkMkLst>
        </pc:inkChg>
        <pc:inkChg chg="add">
          <ac:chgData name="Farhana Illiani Binti Hassan" userId="388f1f68-cffa-4d1d-b286-28c48f091183" providerId="ADAL" clId="{AB0D0C86-F665-4E90-977F-8DA9A592D847}" dt="2025-11-13T00:46:12.320" v="157"/>
          <ac:inkMkLst>
            <pc:docMk/>
            <pc:sldMk cId="2931056113" sldId="382"/>
            <ac:inkMk id="86" creationId="{D33D8ECC-3739-3016-CB29-C239B2FBA36B}"/>
          </ac:inkMkLst>
        </pc:inkChg>
        <pc:inkChg chg="add del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87" creationId="{EBF04545-1B35-DF9F-3C7C-783780A1F544}"/>
          </ac:inkMkLst>
        </pc:inkChg>
        <pc:inkChg chg="add del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88" creationId="{EE7895C7-AA30-B64D-4771-80E2FA6554AB}"/>
          </ac:inkMkLst>
        </pc:inkChg>
        <pc:inkChg chg="add reco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89" creationId="{75D1C618-E71F-113F-BBF4-85E0B5ECF129}"/>
          </ac:inkMkLst>
        </pc:inkChg>
        <pc:inkChg chg="add reco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90" creationId="{6AD03BBA-32DB-7292-E32E-44A23955732B}"/>
          </ac:inkMkLst>
        </pc:inkChg>
        <pc:inkChg chg="add reco">
          <ac:chgData name="Farhana Illiani Binti Hassan" userId="388f1f68-cffa-4d1d-b286-28c48f091183" providerId="ADAL" clId="{AB0D0C86-F665-4E90-977F-8DA9A592D847}" dt="2025-11-13T00:46:13.671" v="160"/>
          <ac:inkMkLst>
            <pc:docMk/>
            <pc:sldMk cId="2931056113" sldId="382"/>
            <ac:inkMk id="91" creationId="{6B3F812B-7F90-EA26-3046-4866EAD9B243}"/>
          </ac:inkMkLst>
        </pc:inkChg>
        <pc:inkChg chg="add del">
          <ac:chgData name="Farhana Illiani Binti Hassan" userId="388f1f68-cffa-4d1d-b286-28c48f091183" providerId="ADAL" clId="{AB0D0C86-F665-4E90-977F-8DA9A592D847}" dt="2025-11-13T00:46:35.329" v="165"/>
          <ac:inkMkLst>
            <pc:docMk/>
            <pc:sldMk cId="2931056113" sldId="382"/>
            <ac:inkMk id="92" creationId="{6966700A-97D2-DCF6-54EB-5466FD36A3F0}"/>
          </ac:inkMkLst>
        </pc:inkChg>
        <pc:inkChg chg="add del">
          <ac:chgData name="Farhana Illiani Binti Hassan" userId="388f1f68-cffa-4d1d-b286-28c48f091183" providerId="ADAL" clId="{AB0D0C86-F665-4E90-977F-8DA9A592D847}" dt="2025-11-13T00:46:35.329" v="165"/>
          <ac:inkMkLst>
            <pc:docMk/>
            <pc:sldMk cId="2931056113" sldId="382"/>
            <ac:inkMk id="93" creationId="{91E24BE6-BCE6-659C-B28F-B3D1F739D763}"/>
          </ac:inkMkLst>
        </pc:inkChg>
        <pc:inkChg chg="add del">
          <ac:chgData name="Farhana Illiani Binti Hassan" userId="388f1f68-cffa-4d1d-b286-28c48f091183" providerId="ADAL" clId="{AB0D0C86-F665-4E90-977F-8DA9A592D847}" dt="2025-11-13T00:46:35.329" v="165"/>
          <ac:inkMkLst>
            <pc:docMk/>
            <pc:sldMk cId="2931056113" sldId="382"/>
            <ac:inkMk id="94" creationId="{5FBB4F7A-7D5A-246C-EDEB-FC99867FB288}"/>
          </ac:inkMkLst>
        </pc:inkChg>
        <pc:inkChg chg="add del">
          <ac:chgData name="Farhana Illiani Binti Hassan" userId="388f1f68-cffa-4d1d-b286-28c48f091183" providerId="ADAL" clId="{AB0D0C86-F665-4E90-977F-8DA9A592D847}" dt="2025-11-13T00:46:35.329" v="165"/>
          <ac:inkMkLst>
            <pc:docMk/>
            <pc:sldMk cId="2931056113" sldId="382"/>
            <ac:inkMk id="95" creationId="{7E9D9FEC-497B-31D6-863E-1045861A491F}"/>
          </ac:inkMkLst>
        </pc:inkChg>
        <pc:inkChg chg="add reco">
          <ac:chgData name="Farhana Illiani Binti Hassan" userId="388f1f68-cffa-4d1d-b286-28c48f091183" providerId="ADAL" clId="{AB0D0C86-F665-4E90-977F-8DA9A592D847}" dt="2025-11-13T00:46:35.329" v="165"/>
          <ac:inkMkLst>
            <pc:docMk/>
            <pc:sldMk cId="2931056113" sldId="382"/>
            <ac:inkMk id="96" creationId="{979C6B76-9771-3B37-46B0-8070019D65EC}"/>
          </ac:inkMkLst>
        </pc:inkChg>
        <pc:inkChg chg="add del">
          <ac:chgData name="Farhana Illiani Binti Hassan" userId="388f1f68-cffa-4d1d-b286-28c48f091183" providerId="ADAL" clId="{AB0D0C86-F665-4E90-977F-8DA9A592D847}" dt="2025-11-13T00:47:05.156" v="171"/>
          <ac:inkMkLst>
            <pc:docMk/>
            <pc:sldMk cId="2931056113" sldId="382"/>
            <ac:inkMk id="97" creationId="{C0A8E1D6-DB91-8B39-C0FC-FE490F69E0CC}"/>
          </ac:inkMkLst>
        </pc:inkChg>
        <pc:inkChg chg="add del">
          <ac:chgData name="Farhana Illiani Binti Hassan" userId="388f1f68-cffa-4d1d-b286-28c48f091183" providerId="ADAL" clId="{AB0D0C86-F665-4E90-977F-8DA9A592D847}" dt="2025-11-13T00:47:05.156" v="171"/>
          <ac:inkMkLst>
            <pc:docMk/>
            <pc:sldMk cId="2931056113" sldId="382"/>
            <ac:inkMk id="98" creationId="{F2BF5B32-67C6-D399-CBF2-485AEA467B52}"/>
          </ac:inkMkLst>
        </pc:inkChg>
        <pc:inkChg chg="add del">
          <ac:chgData name="Farhana Illiani Binti Hassan" userId="388f1f68-cffa-4d1d-b286-28c48f091183" providerId="ADAL" clId="{AB0D0C86-F665-4E90-977F-8DA9A592D847}" dt="2025-11-13T00:47:05.156" v="171"/>
          <ac:inkMkLst>
            <pc:docMk/>
            <pc:sldMk cId="2931056113" sldId="382"/>
            <ac:inkMk id="99" creationId="{EBE71ADE-A698-22B8-B714-03F41D622D59}"/>
          </ac:inkMkLst>
        </pc:inkChg>
        <pc:inkChg chg="add del">
          <ac:chgData name="Farhana Illiani Binti Hassan" userId="388f1f68-cffa-4d1d-b286-28c48f091183" providerId="ADAL" clId="{AB0D0C86-F665-4E90-977F-8DA9A592D847}" dt="2025-11-13T00:47:05.156" v="171"/>
          <ac:inkMkLst>
            <pc:docMk/>
            <pc:sldMk cId="2931056113" sldId="382"/>
            <ac:inkMk id="100" creationId="{AB43ADF1-06D5-FD27-29EE-060EEDCAA30B}"/>
          </ac:inkMkLst>
        </pc:inkChg>
        <pc:inkChg chg="add del">
          <ac:chgData name="Farhana Illiani Binti Hassan" userId="388f1f68-cffa-4d1d-b286-28c48f091183" providerId="ADAL" clId="{AB0D0C86-F665-4E90-977F-8DA9A592D847}" dt="2025-11-13T00:47:05.156" v="171"/>
          <ac:inkMkLst>
            <pc:docMk/>
            <pc:sldMk cId="2931056113" sldId="382"/>
            <ac:inkMk id="101" creationId="{EE297484-6864-2601-3753-14AAE022CFCA}"/>
          </ac:inkMkLst>
        </pc:inkChg>
        <pc:inkChg chg="add reco">
          <ac:chgData name="Farhana Illiani Binti Hassan" userId="388f1f68-cffa-4d1d-b286-28c48f091183" providerId="ADAL" clId="{AB0D0C86-F665-4E90-977F-8DA9A592D847}" dt="2025-11-13T00:47:05.156" v="171"/>
          <ac:inkMkLst>
            <pc:docMk/>
            <pc:sldMk cId="2931056113" sldId="382"/>
            <ac:inkMk id="102" creationId="{0623429A-54A8-B70A-7DD0-CED78DF0AA20}"/>
          </ac:inkMkLst>
        </pc:inkChg>
        <pc:inkChg chg="add reco">
          <ac:chgData name="Farhana Illiani Binti Hassan" userId="388f1f68-cffa-4d1d-b286-28c48f091183" providerId="ADAL" clId="{AB0D0C86-F665-4E90-977F-8DA9A592D847}" dt="2025-11-13T00:47:05.156" v="171"/>
          <ac:inkMkLst>
            <pc:docMk/>
            <pc:sldMk cId="2931056113" sldId="382"/>
            <ac:inkMk id="103" creationId="{7AB2FB54-B348-B1AB-DC9C-24EF12AC52F4}"/>
          </ac:inkMkLst>
        </pc:inkChg>
        <pc:inkChg chg="add">
          <ac:chgData name="Farhana Illiani Binti Hassan" userId="388f1f68-cffa-4d1d-b286-28c48f091183" providerId="ADAL" clId="{AB0D0C86-F665-4E90-977F-8DA9A592D847}" dt="2025-11-13T00:48:16.862" v="175"/>
          <ac:inkMkLst>
            <pc:docMk/>
            <pc:sldMk cId="2931056113" sldId="382"/>
            <ac:inkMk id="104" creationId="{CF7ED97A-8633-064A-7A10-BBF816222BB7}"/>
          </ac:inkMkLst>
        </pc:inkChg>
        <pc:inkChg chg="add">
          <ac:chgData name="Farhana Illiani Binti Hassan" userId="388f1f68-cffa-4d1d-b286-28c48f091183" providerId="ADAL" clId="{AB0D0C86-F665-4E90-977F-8DA9A592D847}" dt="2025-11-13T00:48:17.363" v="176"/>
          <ac:inkMkLst>
            <pc:docMk/>
            <pc:sldMk cId="2931056113" sldId="382"/>
            <ac:inkMk id="105" creationId="{FB0454B6-4B9F-68DB-DDAE-67E13C5E73D6}"/>
          </ac:inkMkLst>
        </pc:inkChg>
        <pc:inkChg chg="add del">
          <ac:chgData name="Farhana Illiani Binti Hassan" userId="388f1f68-cffa-4d1d-b286-28c48f091183" providerId="ADAL" clId="{AB0D0C86-F665-4E90-977F-8DA9A592D847}" dt="2025-11-13T00:48:22.961" v="189"/>
          <ac:inkMkLst>
            <pc:docMk/>
            <pc:sldMk cId="2931056113" sldId="382"/>
            <ac:inkMk id="106" creationId="{C404834F-4F30-DD12-AC19-EC65B65AFEAC}"/>
          </ac:inkMkLst>
        </pc:inkChg>
        <pc:inkChg chg="add del">
          <ac:chgData name="Farhana Illiani Binti Hassan" userId="388f1f68-cffa-4d1d-b286-28c48f091183" providerId="ADAL" clId="{AB0D0C86-F665-4E90-977F-8DA9A592D847}" dt="2025-11-13T00:48:22.961" v="189"/>
          <ac:inkMkLst>
            <pc:docMk/>
            <pc:sldMk cId="2931056113" sldId="382"/>
            <ac:inkMk id="107" creationId="{72E6E193-B3F0-CC7B-3BB0-A1F39C8C52BD}"/>
          </ac:inkMkLst>
        </pc:inkChg>
        <pc:inkChg chg="add del">
          <ac:chgData name="Farhana Illiani Binti Hassan" userId="388f1f68-cffa-4d1d-b286-28c48f091183" providerId="ADAL" clId="{AB0D0C86-F665-4E90-977F-8DA9A592D847}" dt="2025-11-13T00:48:22.961" v="189"/>
          <ac:inkMkLst>
            <pc:docMk/>
            <pc:sldMk cId="2931056113" sldId="382"/>
            <ac:inkMk id="108" creationId="{A5C0DC43-F8D1-C9B3-2E25-2FE04438A90B}"/>
          </ac:inkMkLst>
        </pc:inkChg>
        <pc:inkChg chg="add">
          <ac:chgData name="Farhana Illiani Binti Hassan" userId="388f1f68-cffa-4d1d-b286-28c48f091183" providerId="ADAL" clId="{AB0D0C86-F665-4E90-977F-8DA9A592D847}" dt="2025-11-13T00:48:19.024" v="180"/>
          <ac:inkMkLst>
            <pc:docMk/>
            <pc:sldMk cId="2931056113" sldId="382"/>
            <ac:inkMk id="109" creationId="{565EF488-DD24-DE1E-9281-3CFA1859DF7B}"/>
          </ac:inkMkLst>
        </pc:inkChg>
        <pc:inkChg chg="add del">
          <ac:chgData name="Farhana Illiani Binti Hassan" userId="388f1f68-cffa-4d1d-b286-28c48f091183" providerId="ADAL" clId="{AB0D0C86-F665-4E90-977F-8DA9A592D847}" dt="2025-11-13T00:48:22.961" v="189"/>
          <ac:inkMkLst>
            <pc:docMk/>
            <pc:sldMk cId="2931056113" sldId="382"/>
            <ac:inkMk id="110" creationId="{72E09EA6-A691-3D85-448C-1DDB83F29960}"/>
          </ac:inkMkLst>
        </pc:inkChg>
        <pc:inkChg chg="add">
          <ac:chgData name="Farhana Illiani Binti Hassan" userId="388f1f68-cffa-4d1d-b286-28c48f091183" providerId="ADAL" clId="{AB0D0C86-F665-4E90-977F-8DA9A592D847}" dt="2025-11-13T00:48:19.473" v="182"/>
          <ac:inkMkLst>
            <pc:docMk/>
            <pc:sldMk cId="2931056113" sldId="382"/>
            <ac:inkMk id="111" creationId="{0BBFCC82-6492-BE02-B9AA-CA94E8342FF4}"/>
          </ac:inkMkLst>
        </pc:inkChg>
        <pc:inkChg chg="add">
          <ac:chgData name="Farhana Illiani Binti Hassan" userId="388f1f68-cffa-4d1d-b286-28c48f091183" providerId="ADAL" clId="{AB0D0C86-F665-4E90-977F-8DA9A592D847}" dt="2025-11-13T00:48:20.094" v="183"/>
          <ac:inkMkLst>
            <pc:docMk/>
            <pc:sldMk cId="2931056113" sldId="382"/>
            <ac:inkMk id="112" creationId="{CE489356-5BE7-B9D9-EAFE-09DEE906B7C1}"/>
          </ac:inkMkLst>
        </pc:inkChg>
        <pc:inkChg chg="add del">
          <ac:chgData name="Farhana Illiani Binti Hassan" userId="388f1f68-cffa-4d1d-b286-28c48f091183" providerId="ADAL" clId="{AB0D0C86-F665-4E90-977F-8DA9A592D847}" dt="2025-11-13T00:48:22.961" v="189"/>
          <ac:inkMkLst>
            <pc:docMk/>
            <pc:sldMk cId="2931056113" sldId="382"/>
            <ac:inkMk id="113" creationId="{DCA5B67B-918A-8C2E-1DB0-D491C8C05985}"/>
          </ac:inkMkLst>
        </pc:inkChg>
        <pc:inkChg chg="add del">
          <ac:chgData name="Farhana Illiani Binti Hassan" userId="388f1f68-cffa-4d1d-b286-28c48f091183" providerId="ADAL" clId="{AB0D0C86-F665-4E90-977F-8DA9A592D847}" dt="2025-11-13T00:48:22.961" v="189"/>
          <ac:inkMkLst>
            <pc:docMk/>
            <pc:sldMk cId="2931056113" sldId="382"/>
            <ac:inkMk id="114" creationId="{5C8C5860-843E-A26C-F28D-201C9C74B9F8}"/>
          </ac:inkMkLst>
        </pc:inkChg>
        <pc:inkChg chg="add del">
          <ac:chgData name="Farhana Illiani Binti Hassan" userId="388f1f68-cffa-4d1d-b286-28c48f091183" providerId="ADAL" clId="{AB0D0C86-F665-4E90-977F-8DA9A592D847}" dt="2025-11-13T00:48:22.961" v="189"/>
          <ac:inkMkLst>
            <pc:docMk/>
            <pc:sldMk cId="2931056113" sldId="382"/>
            <ac:inkMk id="115" creationId="{33D8924A-C2F7-8367-351F-558F3FF8F0F8}"/>
          </ac:inkMkLst>
        </pc:inkChg>
        <pc:inkChg chg="add del">
          <ac:chgData name="Farhana Illiani Binti Hassan" userId="388f1f68-cffa-4d1d-b286-28c48f091183" providerId="ADAL" clId="{AB0D0C86-F665-4E90-977F-8DA9A592D847}" dt="2025-11-13T00:48:22.961" v="189"/>
          <ac:inkMkLst>
            <pc:docMk/>
            <pc:sldMk cId="2931056113" sldId="382"/>
            <ac:inkMk id="116" creationId="{638A3A37-6387-0E64-0FAD-C42A9B02C520}"/>
          </ac:inkMkLst>
        </pc:inkChg>
        <pc:inkChg chg="add">
          <ac:chgData name="Farhana Illiani Binti Hassan" userId="388f1f68-cffa-4d1d-b286-28c48f091183" providerId="ADAL" clId="{AB0D0C86-F665-4E90-977F-8DA9A592D847}" dt="2025-11-13T00:48:22.261" v="188"/>
          <ac:inkMkLst>
            <pc:docMk/>
            <pc:sldMk cId="2931056113" sldId="382"/>
            <ac:inkMk id="117" creationId="{6926BC49-8040-D64B-F3AC-6ED7F2D867C8}"/>
          </ac:inkMkLst>
        </pc:inkChg>
        <pc:inkChg chg="mod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18" creationId="{75DF7056-0D4F-0CCA-F67C-C457665F7181}"/>
          </ac:inkMkLst>
        </pc:inkChg>
        <pc:inkChg chg="add mod reco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19" creationId="{7A2CDAC2-6840-F822-5EA5-FA805D0D8D20}"/>
          </ac:inkMkLst>
        </pc:inkChg>
        <pc:inkChg chg="add mod reco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20" creationId="{B0B859DB-3196-B16C-1EB9-034AE1F70D96}"/>
          </ac:inkMkLst>
        </pc:inkChg>
        <pc:inkChg chg="add del">
          <ac:chgData name="Farhana Illiani Binti Hassan" userId="388f1f68-cffa-4d1d-b286-28c48f091183" providerId="ADAL" clId="{AB0D0C86-F665-4E90-977F-8DA9A592D847}" dt="2025-11-13T00:48:43.645" v="202"/>
          <ac:inkMkLst>
            <pc:docMk/>
            <pc:sldMk cId="2931056113" sldId="382"/>
            <ac:inkMk id="121" creationId="{4B0BF27F-D8BB-D646-49A7-D7CE3737ED59}"/>
          </ac:inkMkLst>
        </pc:inkChg>
        <pc:inkChg chg="add">
          <ac:chgData name="Farhana Illiani Binti Hassan" userId="388f1f68-cffa-4d1d-b286-28c48f091183" providerId="ADAL" clId="{AB0D0C86-F665-4E90-977F-8DA9A592D847}" dt="2025-11-13T00:48:37.694" v="191"/>
          <ac:inkMkLst>
            <pc:docMk/>
            <pc:sldMk cId="2931056113" sldId="382"/>
            <ac:inkMk id="122" creationId="{D4F122D9-BF4F-C668-EBC8-8F20137A16B2}"/>
          </ac:inkMkLst>
        </pc:inkChg>
        <pc:inkChg chg="add del">
          <ac:chgData name="Farhana Illiani Binti Hassan" userId="388f1f68-cffa-4d1d-b286-28c48f091183" providerId="ADAL" clId="{AB0D0C86-F665-4E90-977F-8DA9A592D847}" dt="2025-11-13T00:48:43.645" v="202"/>
          <ac:inkMkLst>
            <pc:docMk/>
            <pc:sldMk cId="2931056113" sldId="382"/>
            <ac:inkMk id="123" creationId="{A385A45B-AC98-5AF2-44D7-827EB9A1CD46}"/>
          </ac:inkMkLst>
        </pc:inkChg>
        <pc:inkChg chg="add">
          <ac:chgData name="Farhana Illiani Binti Hassan" userId="388f1f68-cffa-4d1d-b286-28c48f091183" providerId="ADAL" clId="{AB0D0C86-F665-4E90-977F-8DA9A592D847}" dt="2025-11-13T00:48:39.376" v="193"/>
          <ac:inkMkLst>
            <pc:docMk/>
            <pc:sldMk cId="2931056113" sldId="382"/>
            <ac:inkMk id="124" creationId="{357B6D05-BA57-758B-1BE7-2FB1ECFE9D21}"/>
          </ac:inkMkLst>
        </pc:inkChg>
        <pc:inkChg chg="add del">
          <ac:chgData name="Farhana Illiani Binti Hassan" userId="388f1f68-cffa-4d1d-b286-28c48f091183" providerId="ADAL" clId="{AB0D0C86-F665-4E90-977F-8DA9A592D847}" dt="2025-11-13T00:48:43.645" v="202"/>
          <ac:inkMkLst>
            <pc:docMk/>
            <pc:sldMk cId="2931056113" sldId="382"/>
            <ac:inkMk id="125" creationId="{D0CC75DA-7980-69B2-9EE0-2EC7C331C9EA}"/>
          </ac:inkMkLst>
        </pc:inkChg>
        <pc:inkChg chg="add del">
          <ac:chgData name="Farhana Illiani Binti Hassan" userId="388f1f68-cffa-4d1d-b286-28c48f091183" providerId="ADAL" clId="{AB0D0C86-F665-4E90-977F-8DA9A592D847}" dt="2025-11-13T00:48:43.645" v="202"/>
          <ac:inkMkLst>
            <pc:docMk/>
            <pc:sldMk cId="2931056113" sldId="382"/>
            <ac:inkMk id="126" creationId="{D886F625-0DD3-892E-8E4B-DCBD09C38E70}"/>
          </ac:inkMkLst>
        </pc:inkChg>
        <pc:inkChg chg="add del">
          <ac:chgData name="Farhana Illiani Binti Hassan" userId="388f1f68-cffa-4d1d-b286-28c48f091183" providerId="ADAL" clId="{AB0D0C86-F665-4E90-977F-8DA9A592D847}" dt="2025-11-13T00:48:43.645" v="202"/>
          <ac:inkMkLst>
            <pc:docMk/>
            <pc:sldMk cId="2931056113" sldId="382"/>
            <ac:inkMk id="127" creationId="{23356BB1-8264-B42C-3CB2-9FB9D6733DA0}"/>
          </ac:inkMkLst>
        </pc:inkChg>
        <pc:inkChg chg="add del">
          <ac:chgData name="Farhana Illiani Binti Hassan" userId="388f1f68-cffa-4d1d-b286-28c48f091183" providerId="ADAL" clId="{AB0D0C86-F665-4E90-977F-8DA9A592D847}" dt="2025-11-13T00:48:43.645" v="202"/>
          <ac:inkMkLst>
            <pc:docMk/>
            <pc:sldMk cId="2931056113" sldId="382"/>
            <ac:inkMk id="128" creationId="{3255C74A-0BB5-687C-7543-4EBB700A0CF5}"/>
          </ac:inkMkLst>
        </pc:inkChg>
        <pc:inkChg chg="add del">
          <ac:chgData name="Farhana Illiani Binti Hassan" userId="388f1f68-cffa-4d1d-b286-28c48f091183" providerId="ADAL" clId="{AB0D0C86-F665-4E90-977F-8DA9A592D847}" dt="2025-11-13T00:48:43.645" v="202"/>
          <ac:inkMkLst>
            <pc:docMk/>
            <pc:sldMk cId="2931056113" sldId="382"/>
            <ac:inkMk id="129" creationId="{33058684-C90A-F44A-094E-B3A354245691}"/>
          </ac:inkMkLst>
        </pc:inkChg>
        <pc:inkChg chg="add">
          <ac:chgData name="Farhana Illiani Binti Hassan" userId="388f1f68-cffa-4d1d-b286-28c48f091183" providerId="ADAL" clId="{AB0D0C86-F665-4E90-977F-8DA9A592D847}" dt="2025-11-13T00:48:41.705" v="199"/>
          <ac:inkMkLst>
            <pc:docMk/>
            <pc:sldMk cId="2931056113" sldId="382"/>
            <ac:inkMk id="130" creationId="{4F743EA0-DCCF-337F-5BB2-08463612A038}"/>
          </ac:inkMkLst>
        </pc:inkChg>
        <pc:inkChg chg="add del">
          <ac:chgData name="Farhana Illiani Binti Hassan" userId="388f1f68-cffa-4d1d-b286-28c48f091183" providerId="ADAL" clId="{AB0D0C86-F665-4E90-977F-8DA9A592D847}" dt="2025-11-13T00:48:43.645" v="202"/>
          <ac:inkMkLst>
            <pc:docMk/>
            <pc:sldMk cId="2931056113" sldId="382"/>
            <ac:inkMk id="131" creationId="{761202F3-D0FC-6924-F574-AF7728E25313}"/>
          </ac:inkMkLst>
        </pc:inkChg>
        <pc:inkChg chg="add del">
          <ac:chgData name="Farhana Illiani Binti Hassan" userId="388f1f68-cffa-4d1d-b286-28c48f091183" providerId="ADAL" clId="{AB0D0C86-F665-4E90-977F-8DA9A592D847}" dt="2025-11-13T00:48:43.645" v="202"/>
          <ac:inkMkLst>
            <pc:docMk/>
            <pc:sldMk cId="2931056113" sldId="382"/>
            <ac:inkMk id="132" creationId="{41F88048-C79D-1414-9977-7E046F1486AC}"/>
          </ac:inkMkLst>
        </pc:inkChg>
        <pc:inkChg chg="add mod reco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33" creationId="{836C4EFB-1F1D-3805-EF14-D0E668FB60F7}"/>
          </ac:inkMkLst>
        </pc:inkChg>
        <pc:inkChg chg="add">
          <ac:chgData name="Farhana Illiani Binti Hassan" userId="388f1f68-cffa-4d1d-b286-28c48f091183" providerId="ADAL" clId="{AB0D0C86-F665-4E90-977F-8DA9A592D847}" dt="2025-11-13T00:48:44.676" v="203"/>
          <ac:inkMkLst>
            <pc:docMk/>
            <pc:sldMk cId="2931056113" sldId="382"/>
            <ac:inkMk id="134" creationId="{38279BC4-480B-3525-7AAF-3A5B0849946E}"/>
          </ac:inkMkLst>
        </pc:inkChg>
        <pc:inkChg chg="add del">
          <ac:chgData name="Farhana Illiani Binti Hassan" userId="388f1f68-cffa-4d1d-b286-28c48f091183" providerId="ADAL" clId="{AB0D0C86-F665-4E90-977F-8DA9A592D847}" dt="2025-11-13T00:48:51.599" v="217"/>
          <ac:inkMkLst>
            <pc:docMk/>
            <pc:sldMk cId="2931056113" sldId="382"/>
            <ac:inkMk id="135" creationId="{D978F322-4967-92EF-B29D-6D966780EB8C}"/>
          </ac:inkMkLst>
        </pc:inkChg>
        <pc:inkChg chg="add">
          <ac:chgData name="Farhana Illiani Binti Hassan" userId="388f1f68-cffa-4d1d-b286-28c48f091183" providerId="ADAL" clId="{AB0D0C86-F665-4E90-977F-8DA9A592D847}" dt="2025-11-13T00:48:45.526" v="205"/>
          <ac:inkMkLst>
            <pc:docMk/>
            <pc:sldMk cId="2931056113" sldId="382"/>
            <ac:inkMk id="136" creationId="{E4BB5451-0DC7-5CD5-2A2B-95181AEEB5F0}"/>
          </ac:inkMkLst>
        </pc:inkChg>
        <pc:inkChg chg="add">
          <ac:chgData name="Farhana Illiani Binti Hassan" userId="388f1f68-cffa-4d1d-b286-28c48f091183" providerId="ADAL" clId="{AB0D0C86-F665-4E90-977F-8DA9A592D847}" dt="2025-11-13T00:48:46.291" v="206"/>
          <ac:inkMkLst>
            <pc:docMk/>
            <pc:sldMk cId="2931056113" sldId="382"/>
            <ac:inkMk id="137" creationId="{702CBBC6-83DA-728B-97D5-37D06C5ED8B9}"/>
          </ac:inkMkLst>
        </pc:inkChg>
        <pc:inkChg chg="add del">
          <ac:chgData name="Farhana Illiani Binti Hassan" userId="388f1f68-cffa-4d1d-b286-28c48f091183" providerId="ADAL" clId="{AB0D0C86-F665-4E90-977F-8DA9A592D847}" dt="2025-11-13T00:48:51.599" v="217"/>
          <ac:inkMkLst>
            <pc:docMk/>
            <pc:sldMk cId="2931056113" sldId="382"/>
            <ac:inkMk id="138" creationId="{A0DC505D-4544-ADE6-116A-8F0DA1AA6054}"/>
          </ac:inkMkLst>
        </pc:inkChg>
        <pc:inkChg chg="add del">
          <ac:chgData name="Farhana Illiani Binti Hassan" userId="388f1f68-cffa-4d1d-b286-28c48f091183" providerId="ADAL" clId="{AB0D0C86-F665-4E90-977F-8DA9A592D847}" dt="2025-11-13T00:48:51.599" v="217"/>
          <ac:inkMkLst>
            <pc:docMk/>
            <pc:sldMk cId="2931056113" sldId="382"/>
            <ac:inkMk id="139" creationId="{59A7BD49-51B1-747E-D33E-F42366037459}"/>
          </ac:inkMkLst>
        </pc:inkChg>
        <pc:inkChg chg="add del">
          <ac:chgData name="Farhana Illiani Binti Hassan" userId="388f1f68-cffa-4d1d-b286-28c48f091183" providerId="ADAL" clId="{AB0D0C86-F665-4E90-977F-8DA9A592D847}" dt="2025-11-13T00:48:51.599" v="217"/>
          <ac:inkMkLst>
            <pc:docMk/>
            <pc:sldMk cId="2931056113" sldId="382"/>
            <ac:inkMk id="140" creationId="{A12FA326-E01D-CF82-002E-DF7DBF290E42}"/>
          </ac:inkMkLst>
        </pc:inkChg>
        <pc:inkChg chg="add del">
          <ac:chgData name="Farhana Illiani Binti Hassan" userId="388f1f68-cffa-4d1d-b286-28c48f091183" providerId="ADAL" clId="{AB0D0C86-F665-4E90-977F-8DA9A592D847}" dt="2025-11-13T00:48:51.599" v="217"/>
          <ac:inkMkLst>
            <pc:docMk/>
            <pc:sldMk cId="2931056113" sldId="382"/>
            <ac:inkMk id="141" creationId="{A3959A3A-8E40-3883-C3A7-58D2B7F05220}"/>
          </ac:inkMkLst>
        </pc:inkChg>
        <pc:inkChg chg="add">
          <ac:chgData name="Farhana Illiani Binti Hassan" userId="388f1f68-cffa-4d1d-b286-28c48f091183" providerId="ADAL" clId="{AB0D0C86-F665-4E90-977F-8DA9A592D847}" dt="2025-11-13T00:48:47.926" v="211"/>
          <ac:inkMkLst>
            <pc:docMk/>
            <pc:sldMk cId="2931056113" sldId="382"/>
            <ac:inkMk id="142" creationId="{97A23B56-D072-403D-599F-EE22A2DB7952}"/>
          </ac:inkMkLst>
        </pc:inkChg>
        <pc:inkChg chg="add del">
          <ac:chgData name="Farhana Illiani Binti Hassan" userId="388f1f68-cffa-4d1d-b286-28c48f091183" providerId="ADAL" clId="{AB0D0C86-F665-4E90-977F-8DA9A592D847}" dt="2025-11-13T00:48:51.599" v="217"/>
          <ac:inkMkLst>
            <pc:docMk/>
            <pc:sldMk cId="2931056113" sldId="382"/>
            <ac:inkMk id="143" creationId="{7D2BE497-165E-1EB7-F56D-D701B895044B}"/>
          </ac:inkMkLst>
        </pc:inkChg>
        <pc:inkChg chg="add del">
          <ac:chgData name="Farhana Illiani Binti Hassan" userId="388f1f68-cffa-4d1d-b286-28c48f091183" providerId="ADAL" clId="{AB0D0C86-F665-4E90-977F-8DA9A592D847}" dt="2025-11-13T00:48:51.599" v="217"/>
          <ac:inkMkLst>
            <pc:docMk/>
            <pc:sldMk cId="2931056113" sldId="382"/>
            <ac:inkMk id="144" creationId="{CEC72939-E296-B4E2-BA65-ABA343569E08}"/>
          </ac:inkMkLst>
        </pc:inkChg>
        <pc:inkChg chg="add">
          <ac:chgData name="Farhana Illiani Binti Hassan" userId="388f1f68-cffa-4d1d-b286-28c48f091183" providerId="ADAL" clId="{AB0D0C86-F665-4E90-977F-8DA9A592D847}" dt="2025-11-13T00:48:49.489" v="214"/>
          <ac:inkMkLst>
            <pc:docMk/>
            <pc:sldMk cId="2931056113" sldId="382"/>
            <ac:inkMk id="145" creationId="{A3F0F2AC-2A15-F2D1-A272-29F147130CA9}"/>
          </ac:inkMkLst>
        </pc:inkChg>
        <pc:inkChg chg="add del">
          <ac:chgData name="Farhana Illiani Binti Hassan" userId="388f1f68-cffa-4d1d-b286-28c48f091183" providerId="ADAL" clId="{AB0D0C86-F665-4E90-977F-8DA9A592D847}" dt="2025-11-13T00:48:51.599" v="217"/>
          <ac:inkMkLst>
            <pc:docMk/>
            <pc:sldMk cId="2931056113" sldId="382"/>
            <ac:inkMk id="146" creationId="{60BA86AD-3D08-4168-3C54-D7DBDED5FB42}"/>
          </ac:inkMkLst>
        </pc:inkChg>
        <pc:inkChg chg="add del">
          <ac:chgData name="Farhana Illiani Binti Hassan" userId="388f1f68-cffa-4d1d-b286-28c48f091183" providerId="ADAL" clId="{AB0D0C86-F665-4E90-977F-8DA9A592D847}" dt="2025-11-13T00:48:51.599" v="217"/>
          <ac:inkMkLst>
            <pc:docMk/>
            <pc:sldMk cId="2931056113" sldId="382"/>
            <ac:inkMk id="147" creationId="{88913ACD-F2D4-80BC-FA73-A86307195320}"/>
          </ac:inkMkLst>
        </pc:inkChg>
        <pc:inkChg chg="add mod reco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48" creationId="{AC00D4AA-F038-1F77-ABFB-180B64259C9D}"/>
          </ac:inkMkLst>
        </pc:inkChg>
        <pc:inkChg chg="add del">
          <ac:chgData name="Farhana Illiani Binti Hassan" userId="388f1f68-cffa-4d1d-b286-28c48f091183" providerId="ADAL" clId="{AB0D0C86-F665-4E90-977F-8DA9A592D847}" dt="2025-11-13T00:49:02.243" v="229"/>
          <ac:inkMkLst>
            <pc:docMk/>
            <pc:sldMk cId="2931056113" sldId="382"/>
            <ac:inkMk id="149" creationId="{E28C685E-22BA-C3B6-8F01-FDA93A7C2F58}"/>
          </ac:inkMkLst>
        </pc:inkChg>
        <pc:inkChg chg="add del">
          <ac:chgData name="Farhana Illiani Binti Hassan" userId="388f1f68-cffa-4d1d-b286-28c48f091183" providerId="ADAL" clId="{AB0D0C86-F665-4E90-977F-8DA9A592D847}" dt="2025-11-13T00:49:02.243" v="229"/>
          <ac:inkMkLst>
            <pc:docMk/>
            <pc:sldMk cId="2931056113" sldId="382"/>
            <ac:inkMk id="150" creationId="{A38A2D99-7216-1914-B114-8C2EFE2754E1}"/>
          </ac:inkMkLst>
        </pc:inkChg>
        <pc:inkChg chg="add del">
          <ac:chgData name="Farhana Illiani Binti Hassan" userId="388f1f68-cffa-4d1d-b286-28c48f091183" providerId="ADAL" clId="{AB0D0C86-F665-4E90-977F-8DA9A592D847}" dt="2025-11-13T00:49:02.243" v="229"/>
          <ac:inkMkLst>
            <pc:docMk/>
            <pc:sldMk cId="2931056113" sldId="382"/>
            <ac:inkMk id="151" creationId="{6645EA04-9BC0-6CF4-2055-D614CA3A1B93}"/>
          </ac:inkMkLst>
        </pc:inkChg>
        <pc:inkChg chg="add del">
          <ac:chgData name="Farhana Illiani Binti Hassan" userId="388f1f68-cffa-4d1d-b286-28c48f091183" providerId="ADAL" clId="{AB0D0C86-F665-4E90-977F-8DA9A592D847}" dt="2025-11-13T00:49:02.243" v="229"/>
          <ac:inkMkLst>
            <pc:docMk/>
            <pc:sldMk cId="2931056113" sldId="382"/>
            <ac:inkMk id="152" creationId="{921C5B77-6E12-9085-3619-2E69717307AE}"/>
          </ac:inkMkLst>
        </pc:inkChg>
        <pc:inkChg chg="add del">
          <ac:chgData name="Farhana Illiani Binti Hassan" userId="388f1f68-cffa-4d1d-b286-28c48f091183" providerId="ADAL" clId="{AB0D0C86-F665-4E90-977F-8DA9A592D847}" dt="2025-11-13T00:49:02.243" v="229"/>
          <ac:inkMkLst>
            <pc:docMk/>
            <pc:sldMk cId="2931056113" sldId="382"/>
            <ac:inkMk id="153" creationId="{C58E573E-19F7-E765-80D5-82147B963B3B}"/>
          </ac:inkMkLst>
        </pc:inkChg>
        <pc:inkChg chg="add del">
          <ac:chgData name="Farhana Illiani Binti Hassan" userId="388f1f68-cffa-4d1d-b286-28c48f091183" providerId="ADAL" clId="{AB0D0C86-F665-4E90-977F-8DA9A592D847}" dt="2025-11-13T00:49:02.243" v="229"/>
          <ac:inkMkLst>
            <pc:docMk/>
            <pc:sldMk cId="2931056113" sldId="382"/>
            <ac:inkMk id="154" creationId="{032D0CEB-ABE9-050A-EFBA-B9538FAAF340}"/>
          </ac:inkMkLst>
        </pc:inkChg>
        <pc:inkChg chg="add">
          <ac:chgData name="Farhana Illiani Binti Hassan" userId="388f1f68-cffa-4d1d-b286-28c48f091183" providerId="ADAL" clId="{AB0D0C86-F665-4E90-977F-8DA9A592D847}" dt="2025-11-13T00:48:59.074" v="224"/>
          <ac:inkMkLst>
            <pc:docMk/>
            <pc:sldMk cId="2931056113" sldId="382"/>
            <ac:inkMk id="155" creationId="{6711FBBD-CE33-65FD-7C81-0B6D58D90134}"/>
          </ac:inkMkLst>
        </pc:inkChg>
        <pc:inkChg chg="add del">
          <ac:chgData name="Farhana Illiani Binti Hassan" userId="388f1f68-cffa-4d1d-b286-28c48f091183" providerId="ADAL" clId="{AB0D0C86-F665-4E90-977F-8DA9A592D847}" dt="2025-11-13T00:49:02.243" v="229"/>
          <ac:inkMkLst>
            <pc:docMk/>
            <pc:sldMk cId="2931056113" sldId="382"/>
            <ac:inkMk id="156" creationId="{DAA41933-A91A-AA90-F8C6-5FD60B241FEA}"/>
          </ac:inkMkLst>
        </pc:inkChg>
        <pc:inkChg chg="add">
          <ac:chgData name="Farhana Illiani Binti Hassan" userId="388f1f68-cffa-4d1d-b286-28c48f091183" providerId="ADAL" clId="{AB0D0C86-F665-4E90-977F-8DA9A592D847}" dt="2025-11-13T00:49:00.271" v="226"/>
          <ac:inkMkLst>
            <pc:docMk/>
            <pc:sldMk cId="2931056113" sldId="382"/>
            <ac:inkMk id="157" creationId="{861FFAED-3E17-26DE-4F2E-4F3AE8A15C4D}"/>
          </ac:inkMkLst>
        </pc:inkChg>
        <pc:inkChg chg="add del">
          <ac:chgData name="Farhana Illiani Binti Hassan" userId="388f1f68-cffa-4d1d-b286-28c48f091183" providerId="ADAL" clId="{AB0D0C86-F665-4E90-977F-8DA9A592D847}" dt="2025-11-13T00:49:02.243" v="229"/>
          <ac:inkMkLst>
            <pc:docMk/>
            <pc:sldMk cId="2931056113" sldId="382"/>
            <ac:inkMk id="158" creationId="{5098FCFD-54B6-4CF6-D80A-27580A09CC67}"/>
          </ac:inkMkLst>
        </pc:inkChg>
        <pc:inkChg chg="add del">
          <ac:chgData name="Farhana Illiani Binti Hassan" userId="388f1f68-cffa-4d1d-b286-28c48f091183" providerId="ADAL" clId="{AB0D0C86-F665-4E90-977F-8DA9A592D847}" dt="2025-11-13T00:49:02.243" v="229"/>
          <ac:inkMkLst>
            <pc:docMk/>
            <pc:sldMk cId="2931056113" sldId="382"/>
            <ac:inkMk id="159" creationId="{9B4646AE-0268-2FA1-BDEF-1749327445F4}"/>
          </ac:inkMkLst>
        </pc:inkChg>
        <pc:inkChg chg="add mod reco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60" creationId="{7AE5EBFC-F629-612D-0CE7-4A94C56E7FC6}"/>
          </ac:inkMkLst>
        </pc:inkChg>
        <pc:inkChg chg="add del">
          <ac:chgData name="Farhana Illiani Binti Hassan" userId="388f1f68-cffa-4d1d-b286-28c48f091183" providerId="ADAL" clId="{AB0D0C86-F665-4E90-977F-8DA9A592D847}" dt="2025-11-13T00:49:25.583" v="233"/>
          <ac:inkMkLst>
            <pc:docMk/>
            <pc:sldMk cId="2931056113" sldId="382"/>
            <ac:inkMk id="161" creationId="{9342B2D7-93EA-6DA4-CF4B-40C2D2D6506D}"/>
          </ac:inkMkLst>
        </pc:inkChg>
        <pc:inkChg chg="add del">
          <ac:chgData name="Farhana Illiani Binti Hassan" userId="388f1f68-cffa-4d1d-b286-28c48f091183" providerId="ADAL" clId="{AB0D0C86-F665-4E90-977F-8DA9A592D847}" dt="2025-11-13T00:49:25.583" v="233"/>
          <ac:inkMkLst>
            <pc:docMk/>
            <pc:sldMk cId="2931056113" sldId="382"/>
            <ac:inkMk id="162" creationId="{FF66A5FA-676C-BDE3-60EF-B9B90479EBBC}"/>
          </ac:inkMkLst>
        </pc:inkChg>
        <pc:inkChg chg="add del">
          <ac:chgData name="Farhana Illiani Binti Hassan" userId="388f1f68-cffa-4d1d-b286-28c48f091183" providerId="ADAL" clId="{AB0D0C86-F665-4E90-977F-8DA9A592D847}" dt="2025-11-13T00:49:25.583" v="233"/>
          <ac:inkMkLst>
            <pc:docMk/>
            <pc:sldMk cId="2931056113" sldId="382"/>
            <ac:inkMk id="163" creationId="{5D988DFC-20B3-6202-505C-37282C163765}"/>
          </ac:inkMkLst>
        </pc:inkChg>
        <pc:inkChg chg="add mod reco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64" creationId="{1E797CA2-2990-C371-853E-F871988B95CF}"/>
          </ac:inkMkLst>
        </pc:inkChg>
        <pc:inkChg chg="add del">
          <ac:chgData name="Farhana Illiani Binti Hassan" userId="388f1f68-cffa-4d1d-b286-28c48f091183" providerId="ADAL" clId="{AB0D0C86-F665-4E90-977F-8DA9A592D847}" dt="2025-11-13T00:49:29.897" v="236"/>
          <ac:inkMkLst>
            <pc:docMk/>
            <pc:sldMk cId="2931056113" sldId="382"/>
            <ac:inkMk id="165" creationId="{4D069208-9B9B-F146-9EEA-AF361F30AA24}"/>
          </ac:inkMkLst>
        </pc:inkChg>
        <pc:inkChg chg="add del">
          <ac:chgData name="Farhana Illiani Binti Hassan" userId="388f1f68-cffa-4d1d-b286-28c48f091183" providerId="ADAL" clId="{AB0D0C86-F665-4E90-977F-8DA9A592D847}" dt="2025-11-13T00:49:29.897" v="236"/>
          <ac:inkMkLst>
            <pc:docMk/>
            <pc:sldMk cId="2931056113" sldId="382"/>
            <ac:inkMk id="166" creationId="{3477AED8-7609-F8F7-F823-311221ADD661}"/>
          </ac:inkMkLst>
        </pc:inkChg>
        <pc:inkChg chg="add reco">
          <ac:chgData name="Farhana Illiani Binti Hassan" userId="388f1f68-cffa-4d1d-b286-28c48f091183" providerId="ADAL" clId="{AB0D0C86-F665-4E90-977F-8DA9A592D847}" dt="2025-11-13T00:49:29.897" v="236"/>
          <ac:inkMkLst>
            <pc:docMk/>
            <pc:sldMk cId="2931056113" sldId="382"/>
            <ac:inkMk id="167" creationId="{90469371-5713-7525-7022-C5730F2CD7CE}"/>
          </ac:inkMkLst>
        </pc:inkChg>
        <pc:inkChg chg="add del">
          <ac:chgData name="Farhana Illiani Binti Hassan" userId="388f1f68-cffa-4d1d-b286-28c48f091183" providerId="ADAL" clId="{AB0D0C86-F665-4E90-977F-8DA9A592D847}" dt="2025-11-13T00:49:31.441" v="239"/>
          <ac:inkMkLst>
            <pc:docMk/>
            <pc:sldMk cId="2931056113" sldId="382"/>
            <ac:inkMk id="168" creationId="{E03D34C6-4D5A-CE92-99F3-1327A2644233}"/>
          </ac:inkMkLst>
        </pc:inkChg>
        <pc:inkChg chg="add del">
          <ac:chgData name="Farhana Illiani Binti Hassan" userId="388f1f68-cffa-4d1d-b286-28c48f091183" providerId="ADAL" clId="{AB0D0C86-F665-4E90-977F-8DA9A592D847}" dt="2025-11-13T00:49:31.441" v="239"/>
          <ac:inkMkLst>
            <pc:docMk/>
            <pc:sldMk cId="2931056113" sldId="382"/>
            <ac:inkMk id="169" creationId="{40E14D63-34A5-3A1D-F5A4-1B3D79B1D6C4}"/>
          </ac:inkMkLst>
        </pc:inkChg>
        <pc:inkChg chg="add mod reco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70" creationId="{865B4246-D9D2-25D8-EA23-CF41354A6BE4}"/>
          </ac:inkMkLst>
        </pc:inkChg>
        <pc:inkChg chg="add del">
          <ac:chgData name="Farhana Illiani Binti Hassan" userId="388f1f68-cffa-4d1d-b286-28c48f091183" providerId="ADAL" clId="{AB0D0C86-F665-4E90-977F-8DA9A592D847}" dt="2025-11-13T00:49:32.646" v="242"/>
          <ac:inkMkLst>
            <pc:docMk/>
            <pc:sldMk cId="2931056113" sldId="382"/>
            <ac:inkMk id="171" creationId="{864C0962-14A5-8B84-5A7B-51BE087E167C}"/>
          </ac:inkMkLst>
        </pc:inkChg>
        <pc:inkChg chg="add del">
          <ac:chgData name="Farhana Illiani Binti Hassan" userId="388f1f68-cffa-4d1d-b286-28c48f091183" providerId="ADAL" clId="{AB0D0C86-F665-4E90-977F-8DA9A592D847}" dt="2025-11-13T00:49:32.646" v="242"/>
          <ac:inkMkLst>
            <pc:docMk/>
            <pc:sldMk cId="2931056113" sldId="382"/>
            <ac:inkMk id="172" creationId="{972AF324-2A4A-EBA1-64ED-08BC599FE926}"/>
          </ac:inkMkLst>
        </pc:inkChg>
        <pc:inkChg chg="add reco">
          <ac:chgData name="Farhana Illiani Binti Hassan" userId="388f1f68-cffa-4d1d-b286-28c48f091183" providerId="ADAL" clId="{AB0D0C86-F665-4E90-977F-8DA9A592D847}" dt="2025-11-13T00:49:32.646" v="242"/>
          <ac:inkMkLst>
            <pc:docMk/>
            <pc:sldMk cId="2931056113" sldId="382"/>
            <ac:inkMk id="173" creationId="{05FBCF98-ABEE-809F-8781-5C2E47F0EE2E}"/>
          </ac:inkMkLst>
        </pc:inkChg>
        <pc:inkChg chg="add del">
          <ac:chgData name="Farhana Illiani Binti Hassan" userId="388f1f68-cffa-4d1d-b286-28c48f091183" providerId="ADAL" clId="{AB0D0C86-F665-4E90-977F-8DA9A592D847}" dt="2025-11-13T00:49:43.100" v="247"/>
          <ac:inkMkLst>
            <pc:docMk/>
            <pc:sldMk cId="2931056113" sldId="382"/>
            <ac:inkMk id="174" creationId="{9C40B201-915A-0427-A34C-38106478549F}"/>
          </ac:inkMkLst>
        </pc:inkChg>
        <pc:inkChg chg="add del">
          <ac:chgData name="Farhana Illiani Binti Hassan" userId="388f1f68-cffa-4d1d-b286-28c48f091183" providerId="ADAL" clId="{AB0D0C86-F665-4E90-977F-8DA9A592D847}" dt="2025-11-13T00:49:43.100" v="247"/>
          <ac:inkMkLst>
            <pc:docMk/>
            <pc:sldMk cId="2931056113" sldId="382"/>
            <ac:inkMk id="175" creationId="{78916DB0-061F-8A22-4C27-DC5969A8B678}"/>
          </ac:inkMkLst>
        </pc:inkChg>
        <pc:inkChg chg="add del">
          <ac:chgData name="Farhana Illiani Binti Hassan" userId="388f1f68-cffa-4d1d-b286-28c48f091183" providerId="ADAL" clId="{AB0D0C86-F665-4E90-977F-8DA9A592D847}" dt="2025-11-13T00:49:43.100" v="247"/>
          <ac:inkMkLst>
            <pc:docMk/>
            <pc:sldMk cId="2931056113" sldId="382"/>
            <ac:inkMk id="176" creationId="{0AD789D3-5C7F-6F2D-26A9-D2782F4C3910}"/>
          </ac:inkMkLst>
        </pc:inkChg>
        <pc:inkChg chg="add del">
          <ac:chgData name="Farhana Illiani Binti Hassan" userId="388f1f68-cffa-4d1d-b286-28c48f091183" providerId="ADAL" clId="{AB0D0C86-F665-4E90-977F-8DA9A592D847}" dt="2025-11-13T00:49:43.100" v="247"/>
          <ac:inkMkLst>
            <pc:docMk/>
            <pc:sldMk cId="2931056113" sldId="382"/>
            <ac:inkMk id="177" creationId="{2B94DBFC-D764-79F6-CA84-A347D0F75A12}"/>
          </ac:inkMkLst>
        </pc:inkChg>
        <pc:inkChg chg="add reco">
          <ac:chgData name="Farhana Illiani Binti Hassan" userId="388f1f68-cffa-4d1d-b286-28c48f091183" providerId="ADAL" clId="{AB0D0C86-F665-4E90-977F-8DA9A592D847}" dt="2025-11-13T00:49:43.100" v="247"/>
          <ac:inkMkLst>
            <pc:docMk/>
            <pc:sldMk cId="2931056113" sldId="382"/>
            <ac:inkMk id="178" creationId="{8685E6BF-F432-EC5B-816D-828F56A5B906}"/>
          </ac:inkMkLst>
        </pc:inkChg>
        <pc:inkChg chg="add reco">
          <ac:chgData name="Farhana Illiani Binti Hassan" userId="388f1f68-cffa-4d1d-b286-28c48f091183" providerId="ADAL" clId="{AB0D0C86-F665-4E90-977F-8DA9A592D847}" dt="2025-11-13T00:49:43.100" v="247"/>
          <ac:inkMkLst>
            <pc:docMk/>
            <pc:sldMk cId="2931056113" sldId="382"/>
            <ac:inkMk id="179" creationId="{B29C7822-1C44-0BBE-9D46-D5B46519624C}"/>
          </ac:inkMkLst>
        </pc:inkChg>
        <pc:inkChg chg="add del">
          <ac:chgData name="Farhana Illiani Binti Hassan" userId="388f1f68-cffa-4d1d-b286-28c48f091183" providerId="ADAL" clId="{AB0D0C86-F665-4E90-977F-8DA9A592D847}" dt="2025-11-13T00:50:09.862" v="252"/>
          <ac:inkMkLst>
            <pc:docMk/>
            <pc:sldMk cId="2931056113" sldId="382"/>
            <ac:inkMk id="180" creationId="{9244FDFA-7575-E6DE-1381-B76FCF055A8E}"/>
          </ac:inkMkLst>
        </pc:inkChg>
        <pc:inkChg chg="add del">
          <ac:chgData name="Farhana Illiani Binti Hassan" userId="388f1f68-cffa-4d1d-b286-28c48f091183" providerId="ADAL" clId="{AB0D0C86-F665-4E90-977F-8DA9A592D847}" dt="2025-11-13T00:50:09.862" v="252"/>
          <ac:inkMkLst>
            <pc:docMk/>
            <pc:sldMk cId="2931056113" sldId="382"/>
            <ac:inkMk id="181" creationId="{F332F39F-B0E4-54DA-7056-3F13D25525FD}"/>
          </ac:inkMkLst>
        </pc:inkChg>
        <pc:inkChg chg="add del">
          <ac:chgData name="Farhana Illiani Binti Hassan" userId="388f1f68-cffa-4d1d-b286-28c48f091183" providerId="ADAL" clId="{AB0D0C86-F665-4E90-977F-8DA9A592D847}" dt="2025-11-13T00:50:09.862" v="252"/>
          <ac:inkMkLst>
            <pc:docMk/>
            <pc:sldMk cId="2931056113" sldId="382"/>
            <ac:inkMk id="182" creationId="{7CD8CA50-6538-37A0-E23D-91A78BB3D077}"/>
          </ac:inkMkLst>
        </pc:inkChg>
        <pc:inkChg chg="add del">
          <ac:chgData name="Farhana Illiani Binti Hassan" userId="388f1f68-cffa-4d1d-b286-28c48f091183" providerId="ADAL" clId="{AB0D0C86-F665-4E90-977F-8DA9A592D847}" dt="2025-11-13T00:50:09.862" v="252"/>
          <ac:inkMkLst>
            <pc:docMk/>
            <pc:sldMk cId="2931056113" sldId="382"/>
            <ac:inkMk id="183" creationId="{43D03393-1649-68DB-D2E1-DCF4CE276C98}"/>
          </ac:inkMkLst>
        </pc:inkChg>
        <pc:inkChg chg="add mod reco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84" creationId="{B39DF12C-7B6D-6FA5-64D9-2BEC22E5A537}"/>
          </ac:inkMkLst>
        </pc:inkChg>
        <pc:inkChg chg="add del">
          <ac:chgData name="Farhana Illiani Binti Hassan" userId="388f1f68-cffa-4d1d-b286-28c48f091183" providerId="ADAL" clId="{AB0D0C86-F665-4E90-977F-8DA9A592D847}" dt="2025-11-13T00:50:13.387" v="256"/>
          <ac:inkMkLst>
            <pc:docMk/>
            <pc:sldMk cId="2931056113" sldId="382"/>
            <ac:inkMk id="185" creationId="{61DD224B-5255-E8CD-90D3-9DF4B4B52358}"/>
          </ac:inkMkLst>
        </pc:inkChg>
        <pc:inkChg chg="add del">
          <ac:chgData name="Farhana Illiani Binti Hassan" userId="388f1f68-cffa-4d1d-b286-28c48f091183" providerId="ADAL" clId="{AB0D0C86-F665-4E90-977F-8DA9A592D847}" dt="2025-11-13T00:50:13.387" v="256"/>
          <ac:inkMkLst>
            <pc:docMk/>
            <pc:sldMk cId="2931056113" sldId="382"/>
            <ac:inkMk id="186" creationId="{C82C3263-A534-2492-4127-64D6816CDD6A}"/>
          </ac:inkMkLst>
        </pc:inkChg>
        <pc:inkChg chg="add del">
          <ac:chgData name="Farhana Illiani Binti Hassan" userId="388f1f68-cffa-4d1d-b286-28c48f091183" providerId="ADAL" clId="{AB0D0C86-F665-4E90-977F-8DA9A592D847}" dt="2025-11-13T00:50:13.387" v="256"/>
          <ac:inkMkLst>
            <pc:docMk/>
            <pc:sldMk cId="2931056113" sldId="382"/>
            <ac:inkMk id="187" creationId="{AC14AD34-957C-F72A-85BB-0F732FF06A95}"/>
          </ac:inkMkLst>
        </pc:inkChg>
        <pc:inkChg chg="add mod reco">
          <ac:chgData name="Farhana Illiani Binti Hassan" userId="388f1f68-cffa-4d1d-b286-28c48f091183" providerId="ADAL" clId="{AB0D0C86-F665-4E90-977F-8DA9A592D847}" dt="2025-11-13T00:51:38.521" v="262" actId="1076"/>
          <ac:inkMkLst>
            <pc:docMk/>
            <pc:sldMk cId="2931056113" sldId="382"/>
            <ac:inkMk id="188" creationId="{C7523769-0344-C22A-43E4-97D06E800027}"/>
          </ac:inkMkLst>
        </pc:inkChg>
        <pc:inkChg chg="add del">
          <ac:chgData name="Farhana Illiani Binti Hassan" userId="388f1f68-cffa-4d1d-b286-28c48f091183" providerId="ADAL" clId="{AB0D0C86-F665-4E90-977F-8DA9A592D847}" dt="2025-11-13T00:51:52.537" v="267"/>
          <ac:inkMkLst>
            <pc:docMk/>
            <pc:sldMk cId="2931056113" sldId="382"/>
            <ac:inkMk id="189" creationId="{F3C1B9B0-F0D1-22FB-1FC7-056B4D1288F0}"/>
          </ac:inkMkLst>
        </pc:inkChg>
        <pc:inkChg chg="add del">
          <ac:chgData name="Farhana Illiani Binti Hassan" userId="388f1f68-cffa-4d1d-b286-28c48f091183" providerId="ADAL" clId="{AB0D0C86-F665-4E90-977F-8DA9A592D847}" dt="2025-11-13T00:51:52.537" v="267"/>
          <ac:inkMkLst>
            <pc:docMk/>
            <pc:sldMk cId="2931056113" sldId="382"/>
            <ac:inkMk id="190" creationId="{3E9775B2-998D-BBDB-7CA7-B7BBCFB26E89}"/>
          </ac:inkMkLst>
        </pc:inkChg>
        <pc:inkChg chg="add del">
          <ac:chgData name="Farhana Illiani Binti Hassan" userId="388f1f68-cffa-4d1d-b286-28c48f091183" providerId="ADAL" clId="{AB0D0C86-F665-4E90-977F-8DA9A592D847}" dt="2025-11-13T00:51:52.537" v="267"/>
          <ac:inkMkLst>
            <pc:docMk/>
            <pc:sldMk cId="2931056113" sldId="382"/>
            <ac:inkMk id="191" creationId="{5B290EEB-7544-1DA2-68CC-755947993294}"/>
          </ac:inkMkLst>
        </pc:inkChg>
        <pc:inkChg chg="add del">
          <ac:chgData name="Farhana Illiani Binti Hassan" userId="388f1f68-cffa-4d1d-b286-28c48f091183" providerId="ADAL" clId="{AB0D0C86-F665-4E90-977F-8DA9A592D847}" dt="2025-11-13T00:51:52.537" v="267"/>
          <ac:inkMkLst>
            <pc:docMk/>
            <pc:sldMk cId="2931056113" sldId="382"/>
            <ac:inkMk id="192" creationId="{6359D33B-4BD0-98E8-88AA-E55D9BD4A2E2}"/>
          </ac:inkMkLst>
        </pc:inkChg>
        <pc:inkChg chg="add reco">
          <ac:chgData name="Farhana Illiani Binti Hassan" userId="388f1f68-cffa-4d1d-b286-28c48f091183" providerId="ADAL" clId="{AB0D0C86-F665-4E90-977F-8DA9A592D847}" dt="2025-11-13T00:51:52.537" v="267"/>
          <ac:inkMkLst>
            <pc:docMk/>
            <pc:sldMk cId="2931056113" sldId="382"/>
            <ac:inkMk id="193" creationId="{1D2E1433-B7DC-D945-235D-C86895DB4D15}"/>
          </ac:inkMkLst>
        </pc:inkChg>
        <pc:inkChg chg="add del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194" creationId="{D7FA40BB-A901-C327-5A63-78E33372DAD8}"/>
          </ac:inkMkLst>
        </pc:inkChg>
        <pc:inkChg chg="add del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195" creationId="{866E27EF-C04E-B0AF-CC29-477AA412BD87}"/>
          </ac:inkMkLst>
        </pc:inkChg>
        <pc:inkChg chg="add del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196" creationId="{59414ED9-4503-4367-4D89-3B880EAB8779}"/>
          </ac:inkMkLst>
        </pc:inkChg>
        <pc:inkChg chg="add del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197" creationId="{BADFC70A-19A6-4D9F-CA5B-E5E5C7C9BF80}"/>
          </ac:inkMkLst>
        </pc:inkChg>
        <pc:inkChg chg="add del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198" creationId="{84341AEF-A639-2D38-09BB-F613D844F213}"/>
          </ac:inkMkLst>
        </pc:inkChg>
        <pc:inkChg chg="add del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199" creationId="{40C99BB5-6242-6F30-BAC9-8AE6229EA3A7}"/>
          </ac:inkMkLst>
        </pc:inkChg>
        <pc:inkChg chg="add del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200" creationId="{7959A143-500A-1FF5-BAC3-323E6E4A2E12}"/>
          </ac:inkMkLst>
        </pc:inkChg>
        <pc:inkChg chg="add del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201" creationId="{AC59C1A1-4575-2BF4-DB82-956648842066}"/>
          </ac:inkMkLst>
        </pc:inkChg>
        <pc:inkChg chg="add">
          <ac:chgData name="Farhana Illiani Binti Hassan" userId="388f1f68-cffa-4d1d-b286-28c48f091183" providerId="ADAL" clId="{AB0D0C86-F665-4E90-977F-8DA9A592D847}" dt="2025-11-13T00:51:57.260" v="276"/>
          <ac:inkMkLst>
            <pc:docMk/>
            <pc:sldMk cId="2931056113" sldId="382"/>
            <ac:inkMk id="202" creationId="{3D29AA1C-EC2C-FF59-B3E8-661E6B808BDD}"/>
          </ac:inkMkLst>
        </pc:inkChg>
        <pc:inkChg chg="add">
          <ac:chgData name="Farhana Illiani Binti Hassan" userId="388f1f68-cffa-4d1d-b286-28c48f091183" providerId="ADAL" clId="{AB0D0C86-F665-4E90-977F-8DA9A592D847}" dt="2025-11-13T00:51:57.759" v="277"/>
          <ac:inkMkLst>
            <pc:docMk/>
            <pc:sldMk cId="2931056113" sldId="382"/>
            <ac:inkMk id="203" creationId="{DD258CEE-DC61-0351-1E78-CF06BB94B1F8}"/>
          </ac:inkMkLst>
        </pc:inkChg>
        <pc:inkChg chg="add reco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204" creationId="{1615E1E2-A89B-820E-832F-B278EBE319A8}"/>
          </ac:inkMkLst>
        </pc:inkChg>
        <pc:inkChg chg="add reco">
          <ac:chgData name="Farhana Illiani Binti Hassan" userId="388f1f68-cffa-4d1d-b286-28c48f091183" providerId="ADAL" clId="{AB0D0C86-F665-4E90-977F-8DA9A592D847}" dt="2025-11-13T00:51:58.518" v="278"/>
          <ac:inkMkLst>
            <pc:docMk/>
            <pc:sldMk cId="2931056113" sldId="382"/>
            <ac:inkMk id="206" creationId="{F9D75B5D-AF16-21BB-9E6E-7500FA63FDA4}"/>
          </ac:inkMkLst>
        </pc:inkChg>
        <pc:inkChg chg="add del">
          <ac:chgData name="Farhana Illiani Binti Hassan" userId="388f1f68-cffa-4d1d-b286-28c48f091183" providerId="ADAL" clId="{AB0D0C86-F665-4E90-977F-8DA9A592D847}" dt="2025-11-13T00:52:18.149" v="286"/>
          <ac:inkMkLst>
            <pc:docMk/>
            <pc:sldMk cId="2931056113" sldId="382"/>
            <ac:inkMk id="207" creationId="{860EF6C3-6F8C-C5E0-65E6-B3B18E31D62B}"/>
          </ac:inkMkLst>
        </pc:inkChg>
        <pc:inkChg chg="add del">
          <ac:chgData name="Farhana Illiani Binti Hassan" userId="388f1f68-cffa-4d1d-b286-28c48f091183" providerId="ADAL" clId="{AB0D0C86-F665-4E90-977F-8DA9A592D847}" dt="2025-11-13T00:52:18.149" v="286"/>
          <ac:inkMkLst>
            <pc:docMk/>
            <pc:sldMk cId="2931056113" sldId="382"/>
            <ac:inkMk id="208" creationId="{63643A5D-A478-C7CF-3111-2BBBF5CB7261}"/>
          </ac:inkMkLst>
        </pc:inkChg>
        <pc:inkChg chg="add del">
          <ac:chgData name="Farhana Illiani Binti Hassan" userId="388f1f68-cffa-4d1d-b286-28c48f091183" providerId="ADAL" clId="{AB0D0C86-F665-4E90-977F-8DA9A592D847}" dt="2025-11-13T00:52:18.149" v="286"/>
          <ac:inkMkLst>
            <pc:docMk/>
            <pc:sldMk cId="2931056113" sldId="382"/>
            <ac:inkMk id="209" creationId="{1F6B5538-A7F0-2498-B1CA-A93EFA9C02E8}"/>
          </ac:inkMkLst>
        </pc:inkChg>
        <pc:inkChg chg="add del">
          <ac:chgData name="Farhana Illiani Binti Hassan" userId="388f1f68-cffa-4d1d-b286-28c48f091183" providerId="ADAL" clId="{AB0D0C86-F665-4E90-977F-8DA9A592D847}" dt="2025-11-13T00:52:18.149" v="286"/>
          <ac:inkMkLst>
            <pc:docMk/>
            <pc:sldMk cId="2931056113" sldId="382"/>
            <ac:inkMk id="210" creationId="{67CB70CF-3466-1566-FFEA-0B1758B85B68}"/>
          </ac:inkMkLst>
        </pc:inkChg>
        <pc:inkChg chg="add del">
          <ac:chgData name="Farhana Illiani Binti Hassan" userId="388f1f68-cffa-4d1d-b286-28c48f091183" providerId="ADAL" clId="{AB0D0C86-F665-4E90-977F-8DA9A592D847}" dt="2025-11-13T00:52:18.149" v="286"/>
          <ac:inkMkLst>
            <pc:docMk/>
            <pc:sldMk cId="2931056113" sldId="382"/>
            <ac:inkMk id="211" creationId="{1F947233-FF17-4FBF-5730-246998A33DDB}"/>
          </ac:inkMkLst>
        </pc:inkChg>
        <pc:inkChg chg="add del">
          <ac:chgData name="Farhana Illiani Binti Hassan" userId="388f1f68-cffa-4d1d-b286-28c48f091183" providerId="ADAL" clId="{AB0D0C86-F665-4E90-977F-8DA9A592D847}" dt="2025-11-13T00:52:18.149" v="286"/>
          <ac:inkMkLst>
            <pc:docMk/>
            <pc:sldMk cId="2931056113" sldId="382"/>
            <ac:inkMk id="212" creationId="{71F0D6F8-1AC7-85E4-18D8-8B983BD80276}"/>
          </ac:inkMkLst>
        </pc:inkChg>
        <pc:inkChg chg="add del">
          <ac:chgData name="Farhana Illiani Binti Hassan" userId="388f1f68-cffa-4d1d-b286-28c48f091183" providerId="ADAL" clId="{AB0D0C86-F665-4E90-977F-8DA9A592D847}" dt="2025-11-13T00:52:18.149" v="286"/>
          <ac:inkMkLst>
            <pc:docMk/>
            <pc:sldMk cId="2931056113" sldId="382"/>
            <ac:inkMk id="213" creationId="{3AF9156E-E6EA-11DD-564B-779ADA240528}"/>
          </ac:inkMkLst>
        </pc:inkChg>
        <pc:inkChg chg="add reco">
          <ac:chgData name="Farhana Illiani Binti Hassan" userId="388f1f68-cffa-4d1d-b286-28c48f091183" providerId="ADAL" clId="{AB0D0C86-F665-4E90-977F-8DA9A592D847}" dt="2025-11-13T00:52:18.149" v="286"/>
          <ac:inkMkLst>
            <pc:docMk/>
            <pc:sldMk cId="2931056113" sldId="382"/>
            <ac:inkMk id="214" creationId="{378DA1D0-4A5F-2E62-ADBE-F32D1A508A1F}"/>
          </ac:inkMkLst>
        </pc:inkChg>
        <pc:inkChg chg="add">
          <ac:chgData name="Farhana Illiani Binti Hassan" userId="388f1f68-cffa-4d1d-b286-28c48f091183" providerId="ADAL" clId="{AB0D0C86-F665-4E90-977F-8DA9A592D847}" dt="2025-11-13T00:52:18.591" v="287"/>
          <ac:inkMkLst>
            <pc:docMk/>
            <pc:sldMk cId="2931056113" sldId="382"/>
            <ac:inkMk id="215" creationId="{E8857D1E-220D-88FD-E8AF-D89B2AF48B24}"/>
          </ac:inkMkLst>
        </pc:inkChg>
        <pc:inkChg chg="add">
          <ac:chgData name="Farhana Illiani Binti Hassan" userId="388f1f68-cffa-4d1d-b286-28c48f091183" providerId="ADAL" clId="{AB0D0C86-F665-4E90-977F-8DA9A592D847}" dt="2025-11-13T00:52:19.008" v="288"/>
          <ac:inkMkLst>
            <pc:docMk/>
            <pc:sldMk cId="2931056113" sldId="382"/>
            <ac:inkMk id="216" creationId="{6EF6FF61-B661-0BFB-4E0F-7F098B8B8F27}"/>
          </ac:inkMkLst>
        </pc:inkChg>
        <pc:inkChg chg="add">
          <ac:chgData name="Farhana Illiani Binti Hassan" userId="388f1f68-cffa-4d1d-b286-28c48f091183" providerId="ADAL" clId="{AB0D0C86-F665-4E90-977F-8DA9A592D847}" dt="2025-11-13T00:52:19.341" v="289"/>
          <ac:inkMkLst>
            <pc:docMk/>
            <pc:sldMk cId="2931056113" sldId="382"/>
            <ac:inkMk id="217" creationId="{3E351959-9D75-FF5A-581B-4BEA124D5212}"/>
          </ac:inkMkLst>
        </pc:inkChg>
        <pc:inkChg chg="add del">
          <ac:chgData name="Farhana Illiani Binti Hassan" userId="388f1f68-cffa-4d1d-b286-28c48f091183" providerId="ADAL" clId="{AB0D0C86-F665-4E90-977F-8DA9A592D847}" dt="2025-11-13T00:52:21.364" v="293"/>
          <ac:inkMkLst>
            <pc:docMk/>
            <pc:sldMk cId="2931056113" sldId="382"/>
            <ac:inkMk id="218" creationId="{EE31ECFF-FDED-C400-F6FD-2CB5941BE8DB}"/>
          </ac:inkMkLst>
        </pc:inkChg>
        <pc:inkChg chg="add del">
          <ac:chgData name="Farhana Illiani Binti Hassan" userId="388f1f68-cffa-4d1d-b286-28c48f091183" providerId="ADAL" clId="{AB0D0C86-F665-4E90-977F-8DA9A592D847}" dt="2025-11-13T00:52:21.364" v="293"/>
          <ac:inkMkLst>
            <pc:docMk/>
            <pc:sldMk cId="2931056113" sldId="382"/>
            <ac:inkMk id="219" creationId="{DA75AC2E-6C9E-5FA3-746F-0139AADAD523}"/>
          </ac:inkMkLst>
        </pc:inkChg>
        <pc:inkChg chg="add del">
          <ac:chgData name="Farhana Illiani Binti Hassan" userId="388f1f68-cffa-4d1d-b286-28c48f091183" providerId="ADAL" clId="{AB0D0C86-F665-4E90-977F-8DA9A592D847}" dt="2025-11-13T00:52:21.364" v="293"/>
          <ac:inkMkLst>
            <pc:docMk/>
            <pc:sldMk cId="2931056113" sldId="382"/>
            <ac:inkMk id="220" creationId="{3EF58C8C-E1AD-F784-72D6-49C84E3A4E8C}"/>
          </ac:inkMkLst>
        </pc:inkChg>
        <pc:inkChg chg="add reco">
          <ac:chgData name="Farhana Illiani Binti Hassan" userId="388f1f68-cffa-4d1d-b286-28c48f091183" providerId="ADAL" clId="{AB0D0C86-F665-4E90-977F-8DA9A592D847}" dt="2025-11-13T00:52:21.364" v="293"/>
          <ac:inkMkLst>
            <pc:docMk/>
            <pc:sldMk cId="2931056113" sldId="382"/>
            <ac:inkMk id="221" creationId="{057C692C-B001-33AE-ED28-86519EB58C4B}"/>
          </ac:inkMkLst>
        </pc:inkChg>
        <pc:inkChg chg="add del">
          <ac:chgData name="Farhana Illiani Binti Hassan" userId="388f1f68-cffa-4d1d-b286-28c48f091183" providerId="ADAL" clId="{AB0D0C86-F665-4E90-977F-8DA9A592D847}" dt="2025-11-13T00:52:26.116" v="297"/>
          <ac:inkMkLst>
            <pc:docMk/>
            <pc:sldMk cId="2931056113" sldId="382"/>
            <ac:inkMk id="222" creationId="{0A6FBA59-B63D-B7D6-4FE6-081126F3C1A3}"/>
          </ac:inkMkLst>
        </pc:inkChg>
        <pc:inkChg chg="add del">
          <ac:chgData name="Farhana Illiani Binti Hassan" userId="388f1f68-cffa-4d1d-b286-28c48f091183" providerId="ADAL" clId="{AB0D0C86-F665-4E90-977F-8DA9A592D847}" dt="2025-11-13T00:52:26.116" v="297"/>
          <ac:inkMkLst>
            <pc:docMk/>
            <pc:sldMk cId="2931056113" sldId="382"/>
            <ac:inkMk id="223" creationId="{9CB3A90F-9B13-0530-AB8A-19AA15C73117}"/>
          </ac:inkMkLst>
        </pc:inkChg>
        <pc:inkChg chg="add del">
          <ac:chgData name="Farhana Illiani Binti Hassan" userId="388f1f68-cffa-4d1d-b286-28c48f091183" providerId="ADAL" clId="{AB0D0C86-F665-4E90-977F-8DA9A592D847}" dt="2025-11-13T00:52:26.116" v="297"/>
          <ac:inkMkLst>
            <pc:docMk/>
            <pc:sldMk cId="2931056113" sldId="382"/>
            <ac:inkMk id="224" creationId="{96B47ECE-69C8-91E2-F89B-CC83B88D4019}"/>
          </ac:inkMkLst>
        </pc:inkChg>
        <pc:inkChg chg="add reco">
          <ac:chgData name="Farhana Illiani Binti Hassan" userId="388f1f68-cffa-4d1d-b286-28c48f091183" providerId="ADAL" clId="{AB0D0C86-F665-4E90-977F-8DA9A592D847}" dt="2025-11-13T00:52:26.116" v="297"/>
          <ac:inkMkLst>
            <pc:docMk/>
            <pc:sldMk cId="2931056113" sldId="382"/>
            <ac:inkMk id="225" creationId="{5B6CA43B-1487-D51E-56C0-EB3105FF210C}"/>
          </ac:inkMkLst>
        </pc:inkChg>
        <pc:inkChg chg="add del">
          <ac:chgData name="Farhana Illiani Binti Hassan" userId="388f1f68-cffa-4d1d-b286-28c48f091183" providerId="ADAL" clId="{AB0D0C86-F665-4E90-977F-8DA9A592D847}" dt="2025-11-13T00:52:31.090" v="307"/>
          <ac:inkMkLst>
            <pc:docMk/>
            <pc:sldMk cId="2931056113" sldId="382"/>
            <ac:inkMk id="226" creationId="{6BD33486-C2C1-78E8-C47F-898DD7894D1C}"/>
          </ac:inkMkLst>
        </pc:inkChg>
        <pc:inkChg chg="add del">
          <ac:chgData name="Farhana Illiani Binti Hassan" userId="388f1f68-cffa-4d1d-b286-28c48f091183" providerId="ADAL" clId="{AB0D0C86-F665-4E90-977F-8DA9A592D847}" dt="2025-11-13T00:52:31.090" v="307"/>
          <ac:inkMkLst>
            <pc:docMk/>
            <pc:sldMk cId="2931056113" sldId="382"/>
            <ac:inkMk id="227" creationId="{D2D6BEBD-C470-E849-686B-B8212383CB9B}"/>
          </ac:inkMkLst>
        </pc:inkChg>
        <pc:inkChg chg="add del">
          <ac:chgData name="Farhana Illiani Binti Hassan" userId="388f1f68-cffa-4d1d-b286-28c48f091183" providerId="ADAL" clId="{AB0D0C86-F665-4E90-977F-8DA9A592D847}" dt="2025-11-13T00:52:31.090" v="307"/>
          <ac:inkMkLst>
            <pc:docMk/>
            <pc:sldMk cId="2931056113" sldId="382"/>
            <ac:inkMk id="228" creationId="{5413B56C-85F3-AB72-01CB-14132A5A314F}"/>
          </ac:inkMkLst>
        </pc:inkChg>
        <pc:inkChg chg="add del">
          <ac:chgData name="Farhana Illiani Binti Hassan" userId="388f1f68-cffa-4d1d-b286-28c48f091183" providerId="ADAL" clId="{AB0D0C86-F665-4E90-977F-8DA9A592D847}" dt="2025-11-13T00:52:31.090" v="307"/>
          <ac:inkMkLst>
            <pc:docMk/>
            <pc:sldMk cId="2931056113" sldId="382"/>
            <ac:inkMk id="229" creationId="{07262B3F-C763-4B7B-05BB-FD877428DBAC}"/>
          </ac:inkMkLst>
        </pc:inkChg>
        <pc:inkChg chg="add del">
          <ac:chgData name="Farhana Illiani Binti Hassan" userId="388f1f68-cffa-4d1d-b286-28c48f091183" providerId="ADAL" clId="{AB0D0C86-F665-4E90-977F-8DA9A592D847}" dt="2025-11-13T00:52:31.090" v="307"/>
          <ac:inkMkLst>
            <pc:docMk/>
            <pc:sldMk cId="2931056113" sldId="382"/>
            <ac:inkMk id="230" creationId="{D5C6B6C8-E48D-EA5A-5BC4-351136C69047}"/>
          </ac:inkMkLst>
        </pc:inkChg>
        <pc:inkChg chg="add del">
          <ac:chgData name="Farhana Illiani Binti Hassan" userId="388f1f68-cffa-4d1d-b286-28c48f091183" providerId="ADAL" clId="{AB0D0C86-F665-4E90-977F-8DA9A592D847}" dt="2025-11-13T00:52:31.090" v="307"/>
          <ac:inkMkLst>
            <pc:docMk/>
            <pc:sldMk cId="2931056113" sldId="382"/>
            <ac:inkMk id="231" creationId="{4A64A050-ABF8-D691-F08E-9FCA575B12A9}"/>
          </ac:inkMkLst>
        </pc:inkChg>
        <pc:inkChg chg="add">
          <ac:chgData name="Farhana Illiani Binti Hassan" userId="388f1f68-cffa-4d1d-b286-28c48f091183" providerId="ADAL" clId="{AB0D0C86-F665-4E90-977F-8DA9A592D847}" dt="2025-11-13T00:52:29.340" v="304"/>
          <ac:inkMkLst>
            <pc:docMk/>
            <pc:sldMk cId="2931056113" sldId="382"/>
            <ac:inkMk id="232" creationId="{1EEC6A4D-9CD0-B6C6-DDCE-8245BE199EBB}"/>
          </ac:inkMkLst>
        </pc:inkChg>
        <pc:inkChg chg="add">
          <ac:chgData name="Farhana Illiani Binti Hassan" userId="388f1f68-cffa-4d1d-b286-28c48f091183" providerId="ADAL" clId="{AB0D0C86-F665-4E90-977F-8DA9A592D847}" dt="2025-11-13T00:52:29.841" v="305"/>
          <ac:inkMkLst>
            <pc:docMk/>
            <pc:sldMk cId="2931056113" sldId="382"/>
            <ac:inkMk id="233" creationId="{14007172-A066-A9D7-870D-74038A3457DB}"/>
          </ac:inkMkLst>
        </pc:inkChg>
        <pc:inkChg chg="add">
          <ac:chgData name="Farhana Illiani Binti Hassan" userId="388f1f68-cffa-4d1d-b286-28c48f091183" providerId="ADAL" clId="{AB0D0C86-F665-4E90-977F-8DA9A592D847}" dt="2025-11-13T00:52:30.273" v="306"/>
          <ac:inkMkLst>
            <pc:docMk/>
            <pc:sldMk cId="2931056113" sldId="382"/>
            <ac:inkMk id="234" creationId="{0B8665D1-E524-61CD-0AA0-957B2ED90895}"/>
          </ac:inkMkLst>
        </pc:inkChg>
        <pc:inkChg chg="add reco">
          <ac:chgData name="Farhana Illiani Binti Hassan" userId="388f1f68-cffa-4d1d-b286-28c48f091183" providerId="ADAL" clId="{AB0D0C86-F665-4E90-977F-8DA9A592D847}" dt="2025-11-13T00:52:31.090" v="307"/>
          <ac:inkMkLst>
            <pc:docMk/>
            <pc:sldMk cId="2931056113" sldId="382"/>
            <ac:inkMk id="235" creationId="{310A78BF-F838-A3A7-D12B-9BF09F6B5E97}"/>
          </ac:inkMkLst>
        </pc:inkChg>
        <pc:inkChg chg="add">
          <ac:chgData name="Farhana Illiani Binti Hassan" userId="388f1f68-cffa-4d1d-b286-28c48f091183" providerId="ADAL" clId="{AB0D0C86-F665-4E90-977F-8DA9A592D847}" dt="2025-11-13T00:52:31.270" v="308"/>
          <ac:inkMkLst>
            <pc:docMk/>
            <pc:sldMk cId="2931056113" sldId="382"/>
            <ac:inkMk id="236" creationId="{BFD11318-38E4-8557-C206-98DA29048CBC}"/>
          </ac:inkMkLst>
        </pc:inkChg>
        <pc:inkChg chg="add">
          <ac:chgData name="Farhana Illiani Binti Hassan" userId="388f1f68-cffa-4d1d-b286-28c48f091183" providerId="ADAL" clId="{AB0D0C86-F665-4E90-977F-8DA9A592D847}" dt="2025-11-13T00:52:31.640" v="309"/>
          <ac:inkMkLst>
            <pc:docMk/>
            <pc:sldMk cId="2931056113" sldId="382"/>
            <ac:inkMk id="237" creationId="{83DC98AA-03AF-B651-5364-4781B363C5CF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833" y="0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287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833" y="9442287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0D837C6-F557-450D-B853-1365B79DB9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4487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3:49:20.2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12287,'9'0'0,"-2"0"0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5T07:10:59.1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16 173 12287,'0'-37'0,"0"-1"0,0-1 0,0 9 0,0 10 0,0 12 0,0 8 0,-7 20 0,-1 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2:34.452"/>
    </inkml:context>
    <inkml:brush xml:id="br0">
      <inkml:brushProperty name="width" value="0.08571" units="cm"/>
      <inkml:brushProperty name="height" value="0.08571" units="cm"/>
      <inkml:brushProperty name="color" value="#E71224"/>
    </inkml:brush>
    <inkml:brush xml:id="br1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16 229 8771,'-8'0'0,"1"0"0,7-2 0,0-3 0,7 3 0,4-5 0,8 1 0,-1 4 0,8-3 0,1 3 0,2 2 0,13-5 0,5 0 0,6 2 0,9-1 0,11 1 0,6-2 0,7 1 0,4 3 0,-6 1 0,-3 0 43,-3 0 0,-7 0 1,2 0-1,3 0 1,3 0 692,1 0-736,-3 0 0,6-7 0,2-1 0</inkml:trace>
  <inkml:trace contextRef="#ctx0" brushRef="#br1" timeOffset="416">2114 137 10762,'98'0'0,"-8"0"-425,-12 0 0,-1 0 0,-2 0 335,4 0 1,2 0-1,-6-1 1,-1-3-1,0-1 61,4 2 1,15 1-1,3 2 1,-45 0-1,0 0 23,-1 0 1,1 0 0,1-2 0,-1-1-1,47-2 1,-48 3 0,1 1 2,3 0 0,0 0 0,-3 0 0,0 0 1,1 0-1,1-1 0,-3-1 0,1 1-1,49-2 0,-4 1 1,4 0-1,-1-2 1,1 1 0,-5 1 0,-1-1 1,-3-1-19,1 2 1,-10-4 0,11 2 0,0 2 20,2 1 0,-4-3 0,-6 0 0,-3 2 0,-2 1 0,3 2 0,-1 0 0,3-2 0,3-3 0,-7 3 0,-5-3 0,-7 4 0,-1 1 0,-2 0 0,6 0 0,3 0 0,-3 0 0,-1 0 0,2 0 0,-4 0 0,-1 0 0,-2 0 0,-6-2 0,1-1 0,0-2 0,2 0 0,1 5 0,0 0 0,-5 0 0,-5 0 0,-10 0 0,-2 0 0,-1 0 0,-12 0 0,-1 0 0,-2 0 0,-3 0 0,-2 0 0,2 0 0,-1 0 0,-7 0 0,-4 0 0,0 0 0,-4 0-1,0 0 1,-7 0 0,0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2:33.0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 46 8753,'-10'0'0,"0"0"0,5 0 0,-6 0 0,8 0 0,5 0 0,13 0 0,2 0 0,8 0 0,4 0 0,5 0 0,6 0 0,11 0 0,5 0 0,4 0 0,6 0 0,-1 0 0,7-2 0,4-1 0,4-2 0,1-2 0,-4 4 0,3-2 0,1 1 0,3-3 0,-6 2 0,-3 2 0,4 1 0,9 2 0,6 0-3,-43 0 0,0 0 1,47 0-1,-4 0 1,-6 0-1,-5 0-8,0 0 0,1 5 0,6 0 0,-4-1 3,-5-2 0,-3 3 0,1 0 4,7-2 0,1-1 1,11-2-1,0 0 3,-48 0 0,1 0 0,1 0 1,1 0-1,-1 0 0,0 0 1,0 0-1,0 0 0,-2 0 0,1 0 1,0 0 0,1 0 0,2 0 0,0 0 0,1 0 0,0 0 0,-2 0 0,0 0 0,0 0 0,-1 0 0,0 0 0,-1 0 0,45 0 0,-45 0 0,0 0 0,1 0 0,1 0 0,-2 0 0,1 0 0,46 1 0,-7 3 0,-2 1 0,6 0 0,3-3 0,-2 1 0,-3 2 0,0 0 0,-10-3 0,3 1 0,7 2 0,3 0 0,4-5 0,-7 0 0,-5 0 0,-7 5 0,7 1 0,3-3 0,4-1 0,1-2 0,-8 0 0,-5 0 0,-7 0 0,-4 5 0,3 0 0,-3-2 0,-1-1 0,-2-1 0,2 3 0,-6 1 0,-8-2 0,-6-1 0,-9-2 0,-1 0 0,1 0 0,2 0 0,0 0 0,-4 0 0,-1 0 0,-7 0 0,0 0 0,-3 0 0,-9 0 0,-6 0 0,-14 0 0,-9 0 0,-4 0 0,-16 0 0,-3 0 0</inkml:trace>
  <inkml:trace contextRef="#ctx0" brushRef="#br0" timeOffset="2746">191 304 8694,'5'-15'0,"0"0"4,-2 0 0,-1 0 0,-2-1-1,0 1-3,0 0 0,0 8 1,0 9-1,0 11 0,0 11 0,2 7 0,1 2 0,2 6 0,-1 5 0,-3 2 0,-1 13 0,2 5 0,3 4 0,-1 8 0,4 5 0,-1 0 0,-4 2 0,4 1 0,0 4 0,-1-7 0,1-10 0,-2-8 0,-5-8 0,0-4 0,0-7 0,0-9 0,0-9 0,0-8 0,0-9 0,0-9 0,0-10 0,0-11 0,0-2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2:36.7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408 411 8756,'-2'-9'0,"-3"4"0,-5 4 0,-4 7 0,-1 6 0,-2 7 0,-3 6 0,1 6 0,-6 4 0,-2 4-1,-2 0 0,-1 5 0,-1-5 1,3 1-10,2 1 0,-1-13 0,7 1 0,1-5 0,3-6 0,7-6 0,2-3 7,1-3 1,4-2 0,-1-8 0,6-2 2,7-3 0,-1-1 0,2-7 0,5-1 0,2-3 0,2-6 0,-4 4 0,1-3 0,3 1 0,-3 0 0,3-6 0,-3 1 0,-2-1 0,0 6 0,0 1 0,-1 2 0,-4 4 0,2 1 0,-5 3 0,1 4 0,-4 5 0,2 12 0,1 8 0,-5 7 0,3 9 0,-2-1 0,2 0 0,2 1 0,5-1 0,-2 1 0,2-1 0,1-1 0,3-2 0,-1-2 0,0-1 0,0 1 0,0-5 0,1-4 0,-1-6 0,0 3 0,0-3 0,-6-3 0,-3-7 0,-7-10 0,-4-4 0,-5-1 0,-4 5 0,-1 2 0,0 1 0,-1 4 0,1 1 0,-7-5 0,-1-1 0</inkml:trace>
  <inkml:trace contextRef="#ctx0" brushRef="#br0" timeOffset="401">134 867 8629,'-10'0'0,"1"-2"0,3-3 0,-4-3 0,4-7 0,1 5 0,5-1 0,2 10 0,3 1 0,4 8 0,6 11 0,-2 3 0,-3 1 0,4 3 0,-4 4 0,4 1-4,1-1 0,0-5 1,0 1-1,0-1-7,1-1 1,-6 3-1,0-5 1,0 0 5,-1 0 0,2-7 0,-4-7 0,0 1 4,0-1 0,-1-5 1,-2 1 0,1-8 0,7 1 0,-4-9 0,1-5 0,4 2 0,-3-7 0,4 0 0,3-3 0,3-4 0,-3 4 0,3-1 0,-3 1 0,-2 1 0,5-3 0,1 7 0,-4 2 0,-6 1 0,1 1 0,-7 1 0,0 7 0,-11 6 0,-3 9 0,1 1 0,-6 2 0,6 6 0</inkml:trace>
  <inkml:trace contextRef="#ctx0" brushRef="#br0" timeOffset="934">1396 244 8518,'-10'0'0,"0"0"0,6 1 0,-2 4 0,-1 6 0,5 9 0,-3 7 0,4 8 0,1 11 0,0 8 0,5 17 0,0 7 0,-2 4 0,-1 6 0,3 0 0,0-2 0,-2-5 0,-1-8 0,-2-5 0,0-6 0,0-8 0,0-11 0,0-10 0,0-4 0,0-5 0,0-2 0,0-9 0,0-8 0,0-12 0,0-8 0,0-7 0,7-15 0,1-2 0</inkml:trace>
  <inkml:trace contextRef="#ctx0" brushRef="#br0" timeOffset="1649">2369 745 8518,'10'-5'0,"1"0"0,-8-7 0,2 2 0,-3-3 0,-2-2 0,-2-1 0,-3 1 0,-2 5 0,-5 0 0,2-2 0,-2 0 0,-6 0 0,-4 4 0,0 1 0,0 4 0,-5 1 0,2 2 0,-4 0 0,-7 7 0,1 5 0,-1 6 0,1 8 0,-1 2 0,3 8 0,6 1 0,1 2 0,13-4 0,-1 4 0,6-2 0,4-3 0,11-3 0,8-4 0,11-5 0,8-4 0,6-4 0,4-9 0,2 0 0,-1-5 0,1-5 0,-1-4 0,-1-8 0,-3-1 0,-6-2 0,-4-7 0,-6 1 0,-5-3 0,-4-3 0,-6 0 0,-5 0 0,-3 5 0,-2 4 0,0 7 0,0 6 0,-7 7 0,-2-1 0,-1 8 0,0 6 0,7 5 0,-2 4 0,1 3 0,-1 1 0,3-2 0,-3 2 0,4-1 0,2 4 0,3-6 0,1-2 0,0-1 0,2-1 0,-6-1 0,6 0 0,0 0 0,-4-1 0,7-4 0,2-5 0,-3-3 0,1-2 0,0-7 0,5-2 0</inkml:trace>
  <inkml:trace contextRef="#ctx0" brushRef="#br0" timeOffset="1967">3038 228 8518,'5'-15'0,"1"0"0,4 0 0,-4 1 0,3 4 0,-4 3 0,5 7 0,-7 14 0,3 8 0,-5 10 0,-1 9 0,0 9 0,0 8 0,0 6 0,0 7 0,-5 5 0,0 5 0,0 3 0,-2 1 0,6-4 0,-5-8 0,5-6 0,1-4 0,0-2 0,1-14 0,3-7 0,1-6 0,5-2 0,-5-11 0,-1-3 0,-3-8 0,-1-10 0,0-11 0,0-8 0,0-11 0,0-9 0</inkml:trace>
  <inkml:trace contextRef="#ctx0" brushRef="#br0" timeOffset="2901">3799 411 8518,'15'-17'0,"-7"-3"0,-3 10 0,-3 5 0,-2 6 0,0 13 0,0 14 0,0 13 0,0 3 0,0 8 0,0 2 0,0 2 0,2-2 0,3-1 0,-3 2 0,4-6 0,-1-5 0,0-7 0,6-6 0,-6-4 0,0-5 0,1-5 0,-4-4 0,5-9 0,0 1 0,-6-2 0,4-8 0,-1-5 0,-1-5 0,2-6 0,9-2 0,-1-8 0,6 1 0,8-1 0,-2-1 0,4 0 0,1 0 0,1 3 0,-1 6 0,1 1 0,-1 7 0,0 10 0,1 1 0,-2 8 0,-4 7 0,-5 8 0,-3 5 0,-3 6 0,-3 0 0,0 1 0,-8-1 0,2-1 0,-5-2 0,-5-2 0,-4-4 0,-6 2 0,0-1 0,0-3 0,-7-4 0,-3-3 0,-4-2 0,-3-5 0,-2 4 0,-2-3 0,3-2 0,1-3 0,-4 1 0,1 1 0,1 3 0,2-3 0,8-1 0,4-2 0,3 0 0,10-2 0,7-3 0,14 1 0,11-4 0,5 0 0,6 1 0,4 0 0,4-3 0,0 3 0,-3-1 0,3-2 0,-5-6 0</inkml:trace>
  <inkml:trace contextRef="#ctx0" brushRef="#br0" timeOffset="3234">4985 304 8518,'0'-15'0,"0"0"0,0 0 0,0 0 0,0 10 0,0 10 0,0 15 0,0 12 0,1 14 0,3 9 0,1 5 0,0 7 0,-5 4 0,0 3 0,0 2 0,0 0 0,5 0 0,0-1 0,-2-4 0,-1-5 0,3-11 0,2-6 0,0-5 0,-1-3 0,0-14 0,-6-2 0,0-6 0,0-4 0,0-6 0,0-9 0,0-22 0,0-11 0</inkml:trace>
  <inkml:trace contextRef="#ctx0" brushRef="#br0" timeOffset="3967">5897 791 8518,'9'-15'0,"-4"0"0,-4-1 0,-1 1 0,-1 0 0,-4 0 0,-6 0 0,-2-1 0,-2 1 0,-2 2 0,-3 3 0,1-4 0,-6 6 0,-2-1 0,-2 4 0,-2 5 0,1 5 0,0 7 0,-1 7 0,2 4 0,2 8 0,4 1 0,1 3 0,3-3 0,9 4 0,5-4 0,3-2 0,4-1 0,5-4 0,8-4 0,9-4 0,9-4 0,5-3 0,0-5 0,5-3 0,-6-9 0,-2-3 0,-3-3 0,-1-3 0,-1-1 0,-1-3 0,-5-4 0,-9 1 0,-2-4 0,-8 5 0,-1 0 0,-2 0 0,-2 2 0,0 4 0,0 1 0,-2 7 0,-3 4 0,-5 8 0,3 6 0,2 10 0,3 6 0,2 2 0,0 3 0,0-1 0,0 0 0,0 1 0,0-1 0,0-1 0,2-2 0,3-2 0,-3-6 0,4 1 0,1-3 0,-4-2 0,8 1 0,5-15 0,8-2 0</inkml:trace>
  <inkml:trace contextRef="#ctx0" brushRef="#br0" timeOffset="4281">6399 244 8706,'8'-7'0,"6"5"0,-12-1 0,3 13 0,-4 10 0,-1 14 0,0 8 0,0 9 0,0 10 0,0 8 0,-1 12 0,-3 4 0,-1 1 0,2 0 0,1-7 0,0 1 0,-1-8 0,-2-6 0,0-5 0,5-5 0,0-7 0,0-7 0,0-11 0,0-11 0,0-3 0,0-2 0,0-7 0,0-3 0,0-10 0,0-6 0,0-8 0,0-6 0,0-4 0,0-8 0,0-2 0</inkml:trace>
  <inkml:trace contextRef="#ctx0" brushRef="#br0" timeOffset="4817">7205 411 8656,'5'-10'0,"0"0"0,-2-2 0,-3 5 0,-5 4 0,-5 6 0,-5 7 0,-4 10 0,-3 6 0,-1 3 0,2 3 0,-4 1 0,0 5 0,1 0 0,-3-4 0,5 3 0,0-1 0,0-1 0,7-4 0,7-8 0,1-1 0,2-1 0,6-13 0,4-5 0,6-8 0,2-8 0,2-6 0,1-3 0,-1 2 0,0-5 0,0-4 0,0-3 0,1-2 0,-1-1 0,0 1 0,0 7 0,0 1 0,1-1 0,-3 5 0,-1 4 0,-4 4 0,-1 4 0,0 14 0,-4 1 0,2 8 0,-1 7 0,2 4 0,0 7 0,-1-1 0,1 0 0,1 1 0,5-1 0,-2 1 0,0-6 0,5-1 0,1-2 0,-1-4 0,0-1 0,-1-7 0,-3-1 0,0-1 0,0 1 0,-4-6 0,0 4 0,-14-7 0,-1 0 0</inkml:trace>
  <inkml:trace contextRef="#ctx0" brushRef="#br0" timeOffset="5267">6901 897 8663,'0'-23'0,"0"1"0,0 7 0,0-1 0,1 3 0,4 3 0,-1 5 0,6 10 0,0 7 0,-1 6 0,4 1 0,-4 8 0,1 3 0,0 4 0,0 2 0,3-6 0,-1 0 0,-2 1 0,1-1 0,4 1 0,0-3 0,0-2 0,-1-4 0,-3-9 0,0-3 0,0-5 0,3-3 0,1-4 0,0-3 0,1-3 0,-3-9 0,-1-2 0,-2-1 0,0-7 0,5 2 0,2-4 0,4-1 0,-5-1 0,5 2 0,-4 2 0,-2 2 0,0 6 0,-1-1 0,-3 3 0,0 2 0,-6 7 0,3 1 0,-1 0 0,-2 5 0,-7-4 0,-3 6 0,-3 6 0,-8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2:49.6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60 46 8659,'-9'0'0,"3"0"0,6 0 0,0-1 0,0-5 0,0 5 0,0-6 0,0 7 0,-2 0 0,-3 0 0,3-2 0,-5-1 0,1-2 0,4 0 0,-7 5 0,4 0 0,4 0 0,-4 0 0,10 0 0,5 0 0,12 0 0,8 0 0,12 0 0,13 0 0,22 0 0,-26 0 0,3 0 0,7 0 0,1 0 0,8 0 0,1 0 0,3-2 0,2-1 0,1 0 0,1 1-27,1 0 1,0 0 0,-7 1 0,-1 1 0,-6-1 0,-1 2 0,-7-1-1,-1 1 1,38 3 26,-14 1 0,-19 2 0,-16-4 0,-9 2 0,-9-2 0,-5-1 0,-7 0 0,0 3 0,0-4 0,-8 6 0,-5-8 0,-6-5 0,-2 5 0,1-4 0,1 3 0,-6 2 0,0 0 0,-5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2:50.7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76 61 8731,'-15'0'0,"5"0"0,0 0 0,-2 0 0,5 0 0,-1 0 0,3 0 0,3-7 0,-5 6 0,9-11 0,3 7 0,5 1 0,4 3 0,3 1 0,3 0 0,5 0 0,12 0 0,9 0 0,11 0 0,13 0 0,11 0 0,-32 0 0,3 0 0,5 0 0,1 0 0,6 0 0,0 0 0,5-1 0,1 0 0,5-1 0,0 1 0,0-2 0,-1 0-37,0 2 1,-1-1 0,-9 1 0,-1 0 0,-3 1 0,0 0 0,-6 0 0,-2 0 36,44 0 0,-14 0 0,-11 2 0,-11 1 0,-11 3 0,-13-1 0,-6-5 0,-8 0 0,-5 0 0,-2 0 0,-8 0 0,-7 0 0,-8 0 0,-1-5 0,-1-1 0,-2 3 0,4-4 0,-2 2 289,-1 0-289,3 5 0,1 7 0,7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3:09.6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197 410 8544,'8'-15'0,"-3"-1"0,2 6 0,-2 0 0,-2-2 0,-1-1 0,0-2 0,1-1 0,2 1 0,-1 0 0,-3 0 0,-1 0 0,0-1 0,0 1 0,0 0 0,0 0 0,-1 1 0,-3 2 0,-1 2 0,0 7 0,5-2 0,0 12 0,0 8 0,0 7 0,0 10 0,0 2 0,0 1 0,-5 9 0,0 0 0,2 7 0,1 3 0,-3-4 0,0 4 0,1-1 0,3-4 0,1-4 0,0-2 0,0-6 0,0-5 0,0-5 0,0-12 0,0-6 0,0-11 0,0-12 0,0-6 0,1-2 0,4 0 0,-3-3 0,3 5 0,-3 1 0,-2 2 0,0 2 0,0 0 0,0 0 0,7-7 0,1-2 0</inkml:trace>
  <inkml:trace contextRef="#ctx0" brushRef="#br0" timeOffset="734">257 167 8544,'0'-16'0,"0"1"0,0 0 0,0 0 0,-1 6 0,-4 4 0,-5 4 0,1 2 0,-1 4 0,-2 5 0,-1 4 0,-3 3 0,1 1 0,0 4 0,0 2 0,0 0 0,-1 1 0,1-5 0,0 2 0,1-1 0,3-3 0,1-1 0,-2-2 0,5-5 0,2 1 0,3-10 0,2-1 0,0-8 0,12-6 0,3-3 0,2-3 0,0-5 0,-2-4 0,2-1 0,3-1 0,-3 1 0,4-1 0,-5 3 0,0 2 0,-3 4 0,-1 7 0,-4 0 0,1 0 0,-1 0 0,-4 6 0,8 4 0,-7 10 0,-2 5 0,4 4 0,-1 1 0,3 0 0,-1 0 0,4 1 0,-2-1 0,2 0 0,2 0 0,-4 0 0,0-1 0,0-2 0,-1-2 0,2 0 0,-4 5 0,0 0 0,0 1 0,-1-6 0,-1 0 0,-3 0 0,3-2 0,-10-2 0,-5-5 0,2-1 0,-3 0 0,0 0 0,-3 0 0,-1 0 0,0 0 0,-1 0 0,1 0 0,-2 0 0,-1 0 0,-2 0 0,-2 0 0,3 0 0,-3 0 0,0 0 0,0 0 0,-3 0 0,3 0 0,0 2 0,0 3 0,2-3 0,4 3 0,1-4 0,7 1 0,3 3 0,5-3 0,5 3 0,5-3 0,10-2 0,4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3:22.8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333 213 9761,'14'-2'0,"-4"-3"0,2 2 0,-5-5 0,1 1 0,-3-3 0,4 3 0,-3-2 0,-2-2 0,-1 2 0,0-1 0,3-2 0,-3-1 0,-1-3 0,-2 1 0,-2 0 0,-3 0 0,-4 5 0,-6 0 0,-2-1 0,-3 3 0,-2 1 0,-5 7-14,2 0 1,-1 2 0,-4 3 0,0 5 0,-1 5-136,1 6 0,4-3 1,3 6-1,2 0 74,8-1 0,4-3 0,9 4 0,0-2 38,0-3 0,14 3 0,6-2 29,7-2 1,9-1 0,1 0-1,2 2 1,1 1 6,-1-1 0,-2 3 1,-6-2-1,-2 0 1,-4 2 0,-5 0 0,-10 5 0,-5-3 0,-3-2 0,-9 3 0,-5-5 0,-4-1 0,-5-2 0,-6-7 0,2-2-1,-4-1 1,-1-2 0,-1-5 0,3 0 0,1 0-3,1 0 1,3-5 0,-4-2 0,3 1-1,2-1 1,2-5 0,4 4 0,1-1-4,0 4 5,7-3 1,3 6 0,10-3 0,5 2 0,3-2 0,4 3 0,3-3 0,6 3 0,2 2 0,3 0 0,-1 0 0</inkml:trace>
  <inkml:trace contextRef="#ctx0" brushRef="#br0" timeOffset="198">759 396 8570,'-8'1'0,"3"4"0,3-1 0,2 6 0,0 2 0,2 1 0,1 2 0,2 1 0,0-1 0,2 0 0,1 0 0</inkml:trace>
  <inkml:trace contextRef="#ctx0" brushRef="#br0" timeOffset="381">729 213 8570,'-17'0'0,"-3"0"0,3-5 0,-4-2 0,4-1 0,9 3 0,5-4 0,8 3 0,10 2 0,14 3 0,10 1 0</inkml:trace>
  <inkml:trace contextRef="#ctx0" brushRef="#br0" timeOffset="1383">1139 365 8601,'5'-20'0,"0"0"0,0-1 0,-5 6 0,0 0 0,7 7 0,-5 9 0,3 14 0,-3 11 0,-2 8 0,0 3 0,0 5 0,0-1 0,0 1 0,0-5 0,0-2 0,0-3 0,0-6 0,1-3 0,3-1 0,1-3 0,2-9 0,-2-5 0,-4-17 0,6-8 0,-2-7 0,0-3 0,2-6 0,-4 1 0,2 1 0,7 2 0,-3 1 0,1 3 0,0 2 0,2 6 0,-4 5 0,2 5 0,2 5 0,0 10 0,0 7 0,-4 6 0,-1 8 0,3 2 0,-3 1 0,0-2 0,0-2 0,-1-6 0,-2 1 0,1-3 0,-2-2 0,0 0 0,3 1 0,-5-10 0,4-6 0,-3-8 0,3-6 0,2-2 0,0-3 0,-1-1 0,6-7 0,-2 3 0,2 0 0,-2 4 0,4 3 0,-4 4 0,3 3 0,3-2 0,-1 7 0,0 1 0,-5 3 0,-1 2 0,-1 4 0,-1 7 0,0 7 0,-2-2 0,-5 3 0,0-3 0,0-2 0,0 0 0,0 0 0,0 1 0,0-1 0,1 0 0,4 0 0,-1-6 0,6-4 0,-7-4 0,4-1 0</inkml:trace>
  <inkml:trace contextRef="#ctx0" brushRef="#br0" timeOffset="1614">1793 304 8601,'15'0'0,"1"0"0,-8 7 0,-3 3 0,-3 4 0,-1 8 0,3 3 0,1 6 0,-2 4 0,-1 4 0,-2 8 0,0 2 0,0 2 0,2 0 0,1-8 0,2-2 0,-2-6 0,4 1 0,-2-6 0,-1-6 0,4-5 0,-1-13 0,3-7 0,-5-11 0,-3-7 0,-1-6 0,3 3 0,1 0 0,-2 0 0,-1-3 0,-2 3 0,0-2 0,-7 5 0,-1-2 0</inkml:trace>
  <inkml:trace contextRef="#ctx0" brushRef="#br0" timeOffset="1865">1839 472 8601,'1'-21'0,"3"1"0,1 2 0,2-4 0,-4 1 0,2 3 0,-2 1 0,6 7 0,-1 0 0,3-1 0,-1 3 0,0 1 0,5 7 0,0 0 0,0 0 0,6 2 0,-1 3 0,-3 5 0,-5 4 0,0 2 0,-6 3 0,1 1 0,0-1 0,-2 3 0,-7 0 0,-3 2 0,2-4 0,-7 3 0,-2-1 0,-2-3 0,-1-2 0,0-2 0,0 0 0,1 0 0,4 1 0,-2-6 0,5-2 0,-1-1 0,5-4 0,-1-8 0,8-5 0,4-3 0,7-9 0,0-2 0</inkml:trace>
  <inkml:trace contextRef="#ctx0" brushRef="#br0" timeOffset="2064">2204 183 8601,'10'0'0,"0"0"0,2 0 0,-5 1 0,-2 4 0,1 6 0,-1 9 0,-1 7 0,-2 7 0,-2 5 0,0 6 0,0 1 0,0-1 0,0 1 0,1-2 0,3-3 0,1-6 0,1-10 0,-2-3 0,1 0 0,2-13 0,-2-4 0,-4-15 0,4-12 0,-3-4 0,-2-6 0,0 2 0,0-14 0,0 5 0</inkml:trace>
  <inkml:trace contextRef="#ctx0" brushRef="#br0" timeOffset="2400">2432 487 8601,'15'13'0,"0"-3"0,-5 2 0,0-7 0,2-1 0,-3-3 0,1-1 0,2 0 0,6-1 0,3-3 0,-3-2 0,-1-3 0,3-1 0,1-5 0,-3 0 0,-1-1 0,-2 1 0,0 0 0,1 0 0,-1 0 0,-2-1 0,-2 1 0,-6 0 0,-4 0 0,-1 0 0,0-1 0,-6 8 0,-5 3 0,-2 3 0,-2 2 0,-7 7 0,-2 3 0,-1 5 0,-1 6 0,6-3 0,-4 7 0,1 1 0,-1-3 0,11 6 0,-1-3 0,4 2 0,2 3 0,6-1 0,2-1 0,8-2 0,6-2 0,8-6 0,3 1 0,4-3 0,1-2 0,-1-6 0,-2-4 0,-3-5 0,-2-5 0,3-6 0,-5-9 0,1-3 0,-6-8 0</inkml:trace>
  <inkml:trace contextRef="#ctx0" brushRef="#br0" timeOffset="3149">3511 168 8565,'-15'8'0,"5"-1"0,0-6 0,-2 4 0,2-3 0,5 3 0,7-8 0,14-2 0,5 1 0,4 3 0,4 1 0,3 0 0,2 0 0,1 0 0,6 0 0,-6 0 0,-1 0 0,-2 0 0,-7 0 0,-1 0 0,-2 0 0,-3 0 0,-9 0 0,-5 0 0,-10 0 0,-5 0 0,-4 0 0,-3 0 0,-1 0 0,-1 1 0,6 4 0,-3-1 0,6 6 0,-3 4 0,-3 4 0,3 6 0,1 6 0,2 1 0,7-1 0,-4 2 0,2 4 0,0 4 0,0 2 0,5-1 0,0-6 0,0-3 0,0-1 0,5-2 0,2-4 0,1-5 0,-3-8 0,5-3 0,2-3 0,1-1 0,1-6 0,-4-4 0,2 1 0,-7-6 0,7-7 0,-4-6 0</inkml:trace>
  <inkml:trace contextRef="#ctx0" brushRef="#br0" timeOffset="3698">4150 228 8565,'0'-8'0,"0"1"0,0 11 0,0 4 0,0 7 0,0 12 0,0 4 0,0 7 0,0 6 0,0-3 0,0 0 0,0-1 0,0-1 0,0 3 0,0-8 0,0-5 0,0-7 0,0-5 0,0-2 0,0-9 0,0-7 0,0-13 0,5-3 0,0-10 0,0-3 0,2-4 0,-4-3 0,6 1 0,-2-4 0,4 1 0,-2 0 0,1 2 0,0 3 0,2 2 0,1 2 0,3 3 0,-3 5 0,-3 7 0,2 11 0,-5 4 0,1 9 0,-4 11 0,1 7 0,-3 7 0,-2 6 0,1-1 0,3 2 0,1-1 0,-2-1 0,-1-3 0,-1-4 0,3-2 0,1-1 0,-2-4 0,4-8 0,0-9 0,1-1 0,-3 3 0,4-6 0,-3-6 0,5-5 0,-5-8 0,1-2 0,0-3 0,5-4 0,-4-6 0,2-1 0,0 1 0,2 0 0,2-2 0,1-2 0,0-2 0,0 6 0,1 6 0,-1 2 0,-2 4 0,-3 1 0,-1 8 0,-6 6 0,2 6 0,2 7 0,-3 12 0,1 7 0,-2 7 0,-1 2 0,-1-2 0,3 5 0,2-1 0,3-1 0,-6-2 0,4-7 0,-2-1 0,0-3 0,0-4 0,-3-9 0,3-3 0,-3 4 0,4-6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4:03.6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546 286 8661,'0'-10'0,"0"0"0,2 0 0,3 1 0,-3-4 0,3 13 0,-10 0 0,3 7 0,-5 9 0,2 6 0,-1 7 0,-3 5 0,1 6 0,-2-2 0,3-1 0,0 0 0,4-2 0,-6-4 0,2-2 0,4-4 0,0 2 0,-1-7 0,-1-1 0,0-2 0,5-16 0,0-2 0</inkml:trace>
  <inkml:trace contextRef="#ctx0" brushRef="#br0" timeOffset="368">607 58 8656,'-7'-15'0,"-1"5"0,-9 1 0,-3 1 0,-6-1 0,-2 6 0,-4 0 0,-4 6 0,-4 7 0,-9 10 0,-2 6 0,2 4 0,2 6 0,3 3 0,3 8 0,6 5 0,3 9 0,10 2 0,6 6 0,10-2 0,6-2 0,5-8 0,5-3 0,5-3 0,5-7 0,9-7 0,8-12 0,4-4 0,6-5 0,0-7 0,7-4 0,1-5 0,-1-5 0,1-10 0,4-11 0,-3-2 0,-5-3 0,-4-13 0,-1-3 0</inkml:trace>
  <inkml:trace contextRef="#ctx0" brushRef="#br0" timeOffset="485">790 362 8656,'-2'-45'0,"-3"1"0,-5 3 0,-4 6 0,4 9 0,0 8 0,-2 4 0,-1 4 0,-3 7 0,1-2 0,0 3 0,7 4 0,3 3 0,-4 10 0,1 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4:09.3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271 470 8621,'-8'0'-1,"-1"0"0,4 0 0,2 0 1,-7 0 0,6 0 0,-9 0 0,11-7 0,-5-1 0,7-7 0,7 0 0,3 1 0,4 4 0,1-2 0,2 7 0,2 2 0,1 1 0,5 2 0,-5 2 0,-1 4 0,-2 8 0,-2 5 0,0 8 0,-1 0 0,-4 6 0,-3-1 0,-7 6 0,-2-3 0,-3 1 0,-5-3 0,-4-1 0,-3-1 0,-1-2 0,-2-4 0,-7-1 0,3-7 0,-1-1 0,-1-2 0,8-9 0,-3 0 0,6-5 0,5-5 0,-2-3 0,7-8 0,2 1-1,1 0 0,4 0 1,3 1-1,3 2 0,1 2 1,4 7 0,-3-2 0,6 3-1,4 2 1,-3 0 0,3 0-1,-3 0 1,-2 0 0,0 0 0,1 0 0,-1 0-1,0 0 1,-5 0 0,0 0-1,2 0 0,2 0 1,-1-2 0,-1-1-1,-2-2 1,-1-2 0,2 4 0,-2-4 0,-2-1 0,4-3 0,-2-4 0</inkml:trace>
  <inkml:trace contextRef="#ctx0" brushRef="#br0" timeOffset="466">606 151 8607,'-5'-15'0,"-2"-1"0,-1 1 0,-4 0 0,-3 0 0,-4 1 0,-1 3 0,1 0 0,-5 1 0,-1-3 0,-4 3 0,-1 5 0,-2 5 0,-2 6 0,-3 11 0,-2 12 0,4 10 0,-4 10 0,2 5 0,3 5 0,3 0 0,6 10 0,5 2 0,3 4 0,8-3 0,6 9 0,6-3 0,7-2 0,12-7 0,9-6 0,8-11 0,5-11 0,3-9 0,2-8 0,3-9-1,2-8 0,-3-6 1,5-2-1,0-6-1,-2-8 0,6-9 0,-2-10 0,1-5 0,-5-5 0,-5 0 1,-5-11-1,-3-4 1,-6-6 0,-10-4 0,-6-7 1,-7 0-1,-7 0 1,-3-2 0,-6 2 0,-4 5 0,-7 12 0,-12 17 0,-2 13 0,-7 12 0,-3 11 0,4 4 0,-4 4 0,2 4 0,3 9 0,2 1 0,2 4 0,1-3 0,4-2 0,8-1 0,7-4 0,6 10 0,-3-3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8:02.0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471 290 8712,'-6'10'0,"-4"0"0,-4-7 0,-1 2 0,5-3 0,0-2 0,6-2 0,1-3 0,6-5 0,4-3 0,5-3 0,-2 1 0,2 5 0,6 0 0,3-2 0,-1 0 0,2 2 0,-5-3 0,5 4 0,-2 1 0,0 3 0,1 3 0,-6 2 0,-2 2 0,-3 3 0,-3 8 0,-7 9 0,0 2 0,0 3 0,0 2 0,-2 1 0,-3-1 0,-5-4 0,-8 4 0,-3-4 0,1 2 0,-2-1 0,5-4 0,-3-7 0,3 0 0,2 0 0,1-5 0,3-1 0,0-2 0,10-2 0,1-7 0,8-3 0,6 1 0,1-6 0,2 0 0,3 2 0,-3-4 0,3 7 0,-3 1 0,-2 3 0,1 1 0,-1 1 0,0 5 0,0 4 0,-6 3 0,-4 4 0,-4 3 0,-1-1 0,0 6 0,-1 1 0,-4-1 0,-6 0 0,-2-4 0,-4 2 0,-2-1 0,-1-3 0,-2-2 0,2-4 0,-4-1 0,1-2 0,-6-1 0,5 1 0,1-5 0,1-4 0,6-1 0,1 0 0,2-1 0,3-4 0,-2 1 0,7-6 0,1-2 0,3 4 0,1-2 0,6 6 0,4-2 0,4-1 0,1 5 0,0-3 0,1 3 0,-1 2 0,7-6 0,1-3 0</inkml:trace>
  <inkml:trace contextRef="#ctx0" brushRef="#br0" timeOffset="416">776 62 8712,'-16'-16'0,"-4"1"0,-2 2 0,-2 3 0,-3 4 0,-1 5 0,-4 2 0,-4 6 0,-6 8 0,-7 9 0,-3 5 0,-4 1 0,3 1 0,1-1 0,6 7 0,-1 4 0,7 4 0,2 6 0,5 5 0,7 10 0,8 5 0,6 3 0,5 2 0,9-2 0,5-4 0,8-10 0,8-7 0,13-13 0,4-4 0,4-4 0,9-13 0,4-6 0,7-4 0,7-6 0,9-8 0,-1-7 0,-5-7 0,-6-6 0,-7-5 0,-5-6 0,-7-6 0,-7-7 0,-12-5 0,-9-9 0,-5-3 0,-2-3 0,-4-7 0,-5 0 0,-5 2 0,-5 3 0,-10 5 0,-10 9 0,-4 6 0,-2 9 0,1 4 0,1 22 0,2 4 0,2 3 0,6 4 0,-1 7 0,3 3 0,2 5 0,7 4 0,1 8 0,7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1:20.858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342 455 9486,'0'-15'1683,"0"0"1,0 4 0,0 5 0,0 4 0,-1 10-1359,-5 9 1,-2 2-1,-7 6 1,0 4-103,-1 5 1,1-2 0,2 3 0,1-4-919,2-6 1,0 2-1,-6-5 1,3 0 163,3 0 1,1-7 0,6-5-478,-2 2 832,0-5 1,11-2 0,5-8 0,4-4 183,5-2 1,-1 4-1,4-3 1,1-1-245,0 1 1,1 5 0,5-2 0,1 1 153,-1-1 1,2 2 247,4-7 0,-4 6 0,5-3 0</inkml:trace>
  <inkml:trace contextRef="#ctx0" brushRef="#br1" timeOffset="100">616 713 17129,'7'-8'2639,"3"3"0,2 2-2569,-2-2 1,-2 3 0,-6-3 0,0 1 4787,-4-1-5437,-8 4 0,-5-6 1,-9 7-1</inkml:trace>
  <inkml:trace contextRef="#ctx0" brushRef="#br0" timeOffset="250">540 531 9246,'0'-8'782,"-5"13"1,0 13 0,0 8-273,-2 6 0,5 8 1,-5 1-1,2 3-423,0 1 0,-5 6 1,5-2-1,2-3 3336,1-4-3112,2-8 0,-7 10 0,-1-6 0</inkml:trace>
  <inkml:trace contextRef="#ctx0" brushRef="#br0" timeOffset="752">753 166 8961,'-15'-30'7,"-1"4"0,-1 3 77,-3 1 1,3 1 0,-5 8 0,0 1-1,-5 4 417,-6 1 1,-1 3-1,-7 10 1,-1 5 638,-2 8 0,-3 5 0,-1 8-1271,3 3 0,-3 11 0,11 10 0,0 4 0,0 6-212,3 5 0,9 4 1,6 1-1,6 0 226,3 0 0,8 6 0,4 1 1,11-5 114,11-12 1,6-10-1,4-12-7,1-4 0,13-4 0,-1-13 0,5-6 1,6-7 28,1-3 0,10-4 0,4-9 0,1-10-122,-4-7 0,-8-11 1,-8-5-1,-7-5-373,-4-8 1,-16-2 0,-2-7 0,-8-7 299,-7-4 1,-3-4-1,-7 0 1,-2 1 125,-3 4 1,-5 11-1,-10 11 1,-6 6 31,-2 8 0,-3 11 0,1 9 17,-1 8 0,8 7 0,2 5 0,5 5 0,-6 11 0,-2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4:50.7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965 486 8667,'-5'-10'0,"-2"1"0,-1 2 0,-1 1 0,-3 2 0,2-1 0,-2 2 0,-3-4 0,-3 2 0,-4 2 0,-2 1 0,-1-3 0,-6 0 0,1 1 0,-1 3 0,1 1 0,-5 0 0,-1 0 0,2 0 0,2 0 0,2 0 0,1 0 0,4 0 0,4 0 0,5 6 0,9-4 0,7 3 0,8-3 0,6-9 0,1-1 0,2-2 0,3-1 0,-1 6 0,4-3 0,-1-1 0,-3 1 0,-2 5 0,-2-2 0,0 3 0,0 2 0,1 0 0,-1 0 0,0 0 0,0 0 0,0 0 0</inkml:trace>
  <inkml:trace contextRef="#ctx0" brushRef="#br0" timeOffset="481">554 440 8667,'-15'9'0,"5"-3"0,0-6 0,-2 0 0,4 0 0,-2 0 0,8-6 0,0-5 0,6-2 0,9 3 0,1 0 0,6-2 0,3-2 0,3 1 0,6 3 0,2 3 0,1 0 0,7 7 0,-1 0 0,1 10 0,-1 9 0,1 8 0,-8 12 0,-5 6 0,-7 3 0,-7 4 0,-5 0 0,-5 3 0,-7-6 0,-6 0 0,-9-7 0,-3-7 0,-2-3 0,-5-6 0,1-3 0,-2-2 0,-3-8 0,2 1 0,2-9 0,2-2 0,-2-1 0,-2-2 0,1-2 0,2-3 0,3-3 0,4-8 0,0 1 0,6 0 0,4 0 0,9 0 0,0-1 0,0 1 0,9 2 0,4 2 0,8 6 0,2 4 0,3 1 0,4 0 0,0 0 0,3 6 0,0 3 0,3 1 0,-1 0 0,3 2 0,-6 0 0,3 0 0,-3-4 0,-1-1 0,-1 5 0,0-4 0</inkml:trace>
  <inkml:trace contextRef="#ctx0" brushRef="#br0" timeOffset="932">1102 75 8667,'-17'-15'0,"-3"0"0,-4 1 0,-8 2 0,-2 4 0,-1 1 0,-9 4 0,0 6 0,-5 2 0,-9 9 0,4-1 0,-1 6 0,-1 1 0,-2 2 0,-1 9 0,-2 9 0,1 6 0,-1 4 0,2 13 0,3 13 0,5 10 0,26-39 0,3 1 0,4 1 0,4 1 0,1 3 0,2-1 0,4-1 0,2 0 0,5 45 0,15-12 0,18-9 0,10-13 0,12-9 0,10-15 0,6-7 0,4-9 0,6-7 0,0-5 0,-2-5 0,1-5 0,1-5 0,3-10 0,6-10 0,-6-6 0,-8-4 0,-8-9 0,-12-9 0,-7-2 0,-7-8 0,-12-4 0,-11-9 0,-7-2 0,-7-3 0,-3 1 0,-2-2 0,-4 4 0,-6 9 0,-2 18 0,-13 12 0,-2 10 0,-2 9 0,4 10 0,-1 5 0,-1 3 0,-1 2 0,-3 5 0,3 2 0,2 1 0,4 9 0,7 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4:58.4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92 8724,'6'-15'0,"0"5"0,7 0 0,7 0 0,7 1 0,7-4 0,13 4 0,4 1 0,3 1 0,5 7 0,-1 0 0,-6 0 0,-5 0 0,-4 0 0,-15 0 0,-2 0 0,-6 0 0,-6 7 0,-9 3 0,-2-3 0,-13-2 0,-2-4 0,-8-1 0,-4 0 0</inkml:trace>
  <inkml:trace contextRef="#ctx0" brushRef="#br0" timeOffset="148">487 31 8724,'-10'14'0,"0"-4"0,0 4 0,-4-4 0,3 3 0,0 2 0,1 6 0,-5 2 0,2 4 0,1 7 0,2 3 0,1 2 0,-3 3 0,4-3 0,1-2 0,0-1 0,4-6 0,-4 1 0,-1-1 0,4-6 0,-1-4 0,4-3 0,1-7 0,0 0 0,6-8 0,5-2 0,2-14 0,2-9 0</inkml:trace>
  <inkml:trace contextRef="#ctx0" brushRef="#br0" timeOffset="667">928 47 8724,'0'15'0,"-1"-2"0,-4 1 0,-4-1 0,1 4 0,-11 10 0,4 2 0,-2 6 0,0 4 0,7-3 0,0 3 0,0 0 0,1-1 0,-3-4 0,7 0 0,2-7 0,1-7 0,2-3 0,0-2 0,0-8 0,2-7 0,1-8 0,2-6 0,5-8 0,-3-3 0,2-4 0,3-1 0,1-6 0,2-1 0,0-2 0,1-3 0,-1 3 0,0 0 0,0 4 0,0 6 0,1 2 0,-1 10 0,0 5 0,0 4 0,-5 11 0,-1 12 0,-2 11 0,-4 8 0,4 4 0,0 6 0,-1-1 0,1-3 0,3-6 0,-3 1 0,1-4 0,4-6 0,-3-3 0,1-7 0,2-1 0,1-4 0,-3-3 0,0-11 0,2-6 0,0-2 0,0-13 0,-2-2 0,-1-2 0,2-3 0,-1-2 0,2-3 0,2-2 0,-1 6 0,-1-1 0,-3 7 0,-3 7 0,1 4 0,-3 8 0,1 8 0,0 8 0,-5 13 0,1 4 0,4 4 0,-3 1 0,3-1 0,-3-4 0,3 4 0,2-5 0,-1-1 0,1-3 0,-3-3 0,2-1 0,-1-1 0,-1 0 0,-3 0 0,-1 0 0,0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4:54.6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16 229 8645,'0'-16'0,"0"1"0,0 0 0,0 0 0,0 0 0,-2-1 0,-3 1 0,3 0 0,-3 0 0,3 8 0,2 7 0,0 9 0,5 7 0,0 8 0,1 8 0,-1 5 0,0 6 0,0 1 0,-5 1 0,0 1 0,5-7 0,0-4 0,-2-3 0,-1-3 0,-2-4 0,0-3 0,0-7 0,0 1 0,0-10 0,0-6 0,0-8 0,0-12 0,2-7 0,3-7 0,-4 0 0,6-7 0,-2 1 0,2-1 0,1 1 0,3 1 0,4 0 0,0 9 0,0 8 0,0 7 0,2 4 0,4 6 0,-10 7 0,5 8 0,-3 12 0,-1 9 0,-2 4 0,2 6 0,-7-6 0,-2-1 0,-1-2 0,0-3 0,1-2 0,2-4 0,-1-1 0,-3-1 0,-1-6 0,0-7 0,0-9 0,0-13 0,0-6 0,0-4 0,2-1 0,3-6 0,5 1 0,4 0 0,3-6 0,1 1 0,4 2 0,2 6 0,1 0 0,7 9 0,4 4 0,-6 6 0,2 8 0,-6 3 0,-4 7 0,-4 11 0,-8 6 0,-5 5 0,-3 2 0,-2 1 0,0 1 0,0-4 0,-2 0 0,-3-2 0,4 2 0,-6-11 0,2-3 0,0-1 0,1-3 0,9-4 0,-3-4 0,18-12 0,-3-3 0</inkml:trace>
  <inkml:trace contextRef="#ctx0" brushRef="#br0" timeOffset="386">897 213 8724,'0'12'0,"0"2"0,0 4 0,0 4 0,-1-1 0,-3 4 0,-1 2 0,2 2 0,6 1 0,4-1 0,2-2 0,2-2 0,5-11 0,2-1 0,4-4 0,2-6 0,-1-3 0,4-7 0,-3-6 0,-2-6 0,-2-8 0,-4 2 0,-1-4 0,0-1 0,-1-1 0,-4 3 0,-5 2 0,-4 6 0,-1 3 0,0 20 0,-1 9 0,-4 9 0,1 9 0,-4 5 0,1 1 0,4-1 0,1 1 0,2-1 0,0-4 0,0-1 0,0-1 0,0-4 0,0-4 0,0-5 0,0 0 0,7-8 0,3-3 0,-2-10 0,2-5 0,1-10 0,4-4 0</inkml:trace>
  <inkml:trace contextRef="#ctx0" brushRef="#br0" timeOffset="598">1415 46 8724,'0'-8'0,"0"1"0,0 21 0,0 7 0,0 12 0,0 2 0,0 9 0,1 3 0,4 1 0,-3-1 0,3-1 0,-3-1 0,-2 1 0,1-4 0,3-5 0,1-8 0,-2-5 0,1-6 0,1-8 0,-2-5 0,7-10 0,0-10 0,6-9 0</inkml:trace>
  <inkml:trace contextRef="#ctx0" brushRef="#br0" timeOffset="814">1703 1 8724,'0'22'0,"0"3"0,2 10 0,1 8 0,3 6 0,0 5 0,-2 7 0,2-2 0,3-4 0,-6-2 0,2-9 0,-3-4 0,-2-4 0,0-9 0,2-5 0,3-5 0,-4-7 0,5-15 0,-5-4 0,-1-6 0,0-7 0,0-2 0</inkml:trace>
  <inkml:trace contextRef="#ctx0" brushRef="#br0" timeOffset="1048">1627 396 8724,'0'-10'0,"2"0"0,1-2 0,3-2 0,0-1 0,-1 0 0,5 0 0,6 0 0,2 1 0,4 2 0,2 4 0,3 1 0,2 2 0,1 8 0,0 7 0,1 2 0,-2 12 0,-4 0 0,-3-1 0,0 4 0,-10-3 0,3 0 0,-2-3 0,-6 0 0,-2-6 0,-3 0 0,-2-6 0,7-9 0,1-9 0</inkml:trace>
  <inkml:trace contextRef="#ctx0" brushRef="#br0" timeOffset="1198">2099 107 8724,'-15'0'0,"-1"0"0,1 0 0,0 0 0,1-2 0,3-1 0,0-2 0,6 0 0,-3 3 0,1-3 0,9-3 0,6-8 0</inkml:trace>
  <inkml:trace contextRef="#ctx0" brushRef="#br0" timeOffset="1783">2449 381 8724,'10'0'0,"0"0"0,2 0 0,1 0 0,4 0 0,3 0 0,6 0 0,9-2 0,4-1 0,2-2 0,-1 1 0,-1 1 0,1-1 0,-6-1 0,-7 2 0,-6 1 0,-5 2 0,-9 0 0,-8 0 0,-11 0 0,-7 0 0,-1 0 0,-2 0 0,-2 0 0</inkml:trace>
  <inkml:trace contextRef="#ctx0" brushRef="#br0" timeOffset="1981">2692 153 8724,'-2'-9'0,"-3"4"0,3 5 0,-4 7 0,-1 8 0,5 12 0,-3 10 0,3 4 0,2 6 0,0-1 0,2 6 0,1-1 0,3 0 0,5-6 0,-2-6 0,1-4 0,0-6 0,-1-5 0,2-9 0,-1 0 0,1-6 0,2-8 0,-3-9 0,4-2 0,-6-26 0,7 4 0</inkml:trace>
  <inkml:trace contextRef="#ctx0" brushRef="#br0" timeOffset="2232">2966 213 8724,'15'31'0,"-7"-6"0,-3 1 0,-3 1 0,-2 1 0,0 3 0,0-1 0,0 1 0,0-1 0,2 0 0,1-1 0,4-2 0,1-2 0,-3-6 0,5 1 0,1-4 0,4-6 0,0-5 0,-5-4 0,-1-2 0,-3-6 0,-2-8 0,2 0 0,-1-7 0,-1 0 0,4-2 0,1-5 0,1 2 0,0 4 0,2 1 0,1-4 0,3 6 0,-1 1 0,0 3 0,0 0 0,0 1 0,1 2 0,-1 2 0,0 5 0,0-1 0,0-1 0</inkml:trace>
  <inkml:trace contextRef="#ctx0" brushRef="#br0" timeOffset="2618">3726 350 8724,'8'-15'0,"-3"0"0,-3 5 0,-2 0 0,-2 1 0,-3-1 0,-5 5 0,-8 10 0,-4 5 0,0 5 0,0 6 0,-4-3 0,4 8 0,0 1 0,0 1 0,2-2 0,5-1 0,1 2 0,4 2 0,4-6 0,6-2 0,0-4 0,0-2 0,8-7 0,5-3 0,6-3 0,8-2 0,0-2 0,5-4 0,4-8 0,-3-5 0,-5-2 0,-3 0 0,0-2 0,-1-1 0,-2 0 0,-7 6 0,0-3 0,-5 6 0,1 5 0,-8 13 0,0 3 0,-6 5 0,0 11 0,-8 4 0,1 2 0,2 1 0,3-4 0,3 2 0,2-6 0,0-1 0,0 2 0,0-12 0,7 10 0,1-11 0</inkml:trace>
  <inkml:trace contextRef="#ctx0" brushRef="#br0" timeOffset="2848">4258 274 8724,'0'-15'0,"0"0"0,-2 1 0,-3 4 0,2-2 0,-7 7 0,-2 2 0,-2 1 0,-1 4 0,0 5 0,0 8 0,0 9 0,-1 6 0,3 4 0,1 3 0,2 2 0,7-4 0,-3 4 0,5 0 0,1 0 0,1-7 0,6 0 0,7-7 0,4-3 0,4-6 0,-1-8 0,4-1 0,4-4 0,-4-3 0,-1-7 0,-2-8 0,5-7 0,-4-8 0</inkml:trace>
  <inkml:trace contextRef="#ctx0" brushRef="#br0" timeOffset="3064">4517 46 8724,'0'15'0,"0"1"0,0-1 0,0 0 0,-6 7 0,0 3 0,-1 6 0,0 4 0,2 4 0,3 7 0,-1-1 0,-2 1 0,0-6 0,5-1 0,0-1 0,0-5 0,2-6 0,1-3 0,2-2 0,5-7 0,-3-6 0,1-3 0,3-14 0,4-9 0</inkml:trace>
  <inkml:trace contextRef="#ctx0" brushRef="#br0" timeOffset="3281">4790 305 8724,'-15'0'0,"-2"0"0,-1 0 0,-3 0 0,3 0 0,-4 0 0,0 0 0,0 1 0,0 4 0,-4 4 0,6 6 0,2 0 0,2 7 0,6 4 0,5 1 0,4 0 0,1-2 0,6 0 0,6 6 0,7-2 0,6-4 0,2-5 0,0-8 0,-2-2 0,1-7 0,2 3 0,-2-5 0,-6-2 0,-3-5 0,5-9 0,2-8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09.6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0 213 8633,'0'9'0,"0"-3"0,0-6 0,0-1 0,0-4 0,0 3 0,0-12 0,2 13 0,3-6 0,5 2 0,4 0 0,1 0 0,0 5 0,2-2 0,3-3 0,4 2 0,8-6 0,4 3 0,3-5 0,6 6 0,2 0 0,4-2 0,-4 6 0,6-4 0,-2 3 0,-1 2 0,1 0 0,-5 0 0,3 0 0,6 0 0,-2 0 0,11 0 0,0-2 0,0-1 0,4-2 0,-1-5 0,4 3 0,-5-1 0,-8 2 0,-3-2 0,5 0 0,2 1 0,4 0 0,-2 2 0,-6 3 0,-3-1 0,3-2 0,-2 0 0,-4 5 0,-6-2 0,-2-3 0,5 3 0,3-3 0,2 4 0,3 1 0,1 0 0,-1 0 0,-1 0 0,0 0 0,3 0 0,-2 0 0,-3 0 0,-1 0 0,-1 0 0,-1 0 0,5 0 0,3 0 0,2 0 0,-2 0 0,-2 0 0,-1 0 0,0 0 0,3 0 0,-3 0 0,-6 0 0,4 0 0,4 0 0,6 0 0,-1 0 0,2 0 0,0 1 0,1 4 0,-4-3 0,4 3 0,-4-3 0,-1-2 0,0 0 0,5 1 0,3 3 0,6 1 0,-10 0 0,6-5 0,-5 0 0,0 0 0,-3 0 0,4 2 0,-1 1 0,2 2 0,1-1 0,-3-3 0,5-1 0,2 0 0,-6 0 0,-1 0 0,-2 0 0,0 0 0,2 0 0,7 0 0,-4 0 0,2 0 0,0 0 0,-7 0 0,4 0 0,-4 0 0,-3 0 0,3 0 0,-8 0 0,3 0 0,9 2 0,1 1 0,0 2 0,-3-1 0,-3-3 0,-8-1 0,-1 0 0,1 0 0,-1 0 0,-4 0 0,6 0 0,1 0 0,3 0 0,0 0 0,0 0 0,-3 0 0,-1 0 0,-7 0 0,3 0 0,-1 0 0,-1 0 0,3 0 0,-4 0 0,3 0 0,2 0 0,2 0 0,3 0 0,-3 0 0,-4 0 0,-6 2 0,0 1 0,-1 3 0,1-3 0,-6-1 0,-1-2 0,0 0 0,0 0 0,1 0 0,6 0 0,1 0 0,4 0 0,-4 0 0,6 0 0,-3 0 0,1 0 0,0 0 0,-6 0 0,1 0 0</inkml:trace>
  <inkml:trace contextRef="#ctx0" brushRef="#br0" timeOffset="333">9307 92 8696,'45'0'0,"1"0"0,-1 0 0,1 0 0,0 0 0,-1 0 0,3 0 0,1 0 0,1 0 0,-6 0 0,-7 0 0,-1-2 0,-1-3 0,1 3 0,-6-3 0,1 2 0,-1-2 0,0 3 0,2-3 0,2 2 0,2-3 0,-1 5 0,-4-4 0,-1 3 0,0 2 0,-1-5 0,-2 0 0,-3 1 0,-2 3 0,3 1 0,-5 0 0,-1 0-1,-2 0 1,3 0-1,1 0-6,-3 0 1,-1 0 0,-2 0 3,0 0 1,1 0 0,-1 0 0,0 0 0,-5 0 1,0 0 0,-5 0 0,5 0 0,2 0 1,-3 0 0,1 0 0,2 0 0,1-5 0,2 0 0,1 1 0,-1 3 0,-7-6 0,-1-2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11.955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46 31 8603,'-8'6'0,"1"-2"0,7 6 0,-2-7 0,-1 4 0,-2 0 0,0-4 0,5 7 0,0-5 0,0 6 0,0-6 0,0 5 0,0-5 0,0 5 0,-2-7 0,-3 2 0,3-3 0,-4-2 0,6-2 0,0-3 0,0 4 0,0-6 0,0 5 0,0-3 0,1 4 0,4-5 0,4 5 0,6 1 0,0 0 0,1-5 0,-1 0 0,2 1 0,3 3 0,5-1 0,9-2 0,3-1 0,2 0 0,3-1 0,1 4 0,-1-3 0,-2 1 0,3-1 0,-1 4 0,0-4 0,-1 3 0,-8 2 0,5 0 0,-3 0 0,0 0 0,6 0 0,-4 0 0,2 0 0,3 0 0,2 0 0,7 0 0,0 0 0,-1-2 0,3-3 0,-4 3 0,6-3 0,3 4 0,-6-4 0,1 0 0,-1 1 0,4 3 0,3 1 0,0 0 0,-2 0 0,-2 0 0,-3 0 0,0 0 0,-3 0 0,2 0 0,-2 0 0,-5-2 0,0-2 0,3-1 0,9 0 0,-2 5 0,2 0 0,-1 0 0,1 0 0,5 0 0,-2 0 0,-3 0 0,-5 0 0,-4 0 0,-1 0 0,-1 0 0,6 0 0,1 0 0,2 0 0,4 0 0,-4 0 0,2 0 0,-1 0 0,-1 0 0,-3 0 0,-2 0 0,0 0 0,5 0 0,5 0 0,-1 0 0,8 0 0,-4 0 0,-1 0 0,0 0 0,0 0 0,-2 0 0,-4 0 0,0 0 0,-5 2 0,6 1 0,3 2 0,2 1 0,0-6 0,0 0 0,-2 0 0,0 0 0,-2 0 0,2 0 0,-1 0 0,-6 0 0,4 0 0,3 0 0,5 0 0,-1 0 0,3 0 0,-4 1 0,-1 4 0,-5-3 0,-2 3 0,-2-3 0,-3-2 0,4 1 0,-1 3 0,2 1 0,0 0 0,4-5 0,-3 0 0,3 0 0,1 0 0,-3 0 0,-2 0 0,0 0 0,0 0 0,-3 0 0,4 0 0,4 0 0,6 0 0,-3 0 0,4 0 0,-3 0 0,-3 0 0,-4 0 0,-2 0 0,-1 0 0,-4 0 0,-2 0 0,0 0 0,4 0 0,5 0 0,-4 0 0,0 0 0,-1 0 0,0 0 0,1 0 0,-3 0 0,2 0 0,-2 0 0,-7 0 0,0 0 0,6 0 0,6 0 0,-2 0 0,0 0 0,1 0 0,-6 0 0,6 0 0,-3 0 0,-1 0 0,-5 0 0,0 0 0,-8 0 0,-1 0 0,2 0 0,-5 0 0,4 0 0,-4 0 0,-2 0 0,6 0 0,1 0 0,0 0 0,0 0 0,6 0 0,-5 0 0,3 0 0,-1 0 0,1 0 0,3 0 0,-2 0 0,-1 0 0,-1 0 0,4 0 1,-2 0-1,-1 0 1,0 0 0,4 0 0,1 0-1,-1 0 0,1 0 0,0 0 0</inkml:trace>
  <inkml:trace contextRef="#ctx0" brushRef="#br1" timeOffset="334">9945 61 17177,'41'0'-76,"1"0"0,4 2 129,3 3 0,8-3 0,-3 3 1,2-4 664,0-1 0,-7 0 0,1 0 0,-1 0-673,2 0 1,-10 0 0,-1 0 0,-6 0-878,-4 0 0,3 0 0,0 0 461,3 0 1,-1 0 0,-4 0 0,1 0-1,2 0 110,1 0 1,1 0 0,-6 0-1,0 0 130,1 0 0,-1 0 0,1 0 0,-1 0-30,0 0 0,-4 0 0,-1 0 44,2 0 1,0 0 0,-1 2 0,-6 1 0,-3 2-539,-2-1 1,0-2-1,0-2-2046,1 0 2701,-8 6 0,-3-4 0,-10 3 0,-5-3 0,-5-2 0,-4 0 0,-1 0 0,1 0 0,-4 0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05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99 0 8634,'-15'0'0,"-1"0"0,1 0 1,5 0 0,0 0 5,-2 0-5,5 0-1,-6 0 0,13 0 0,0 0 0,8 0 0,1 0 0,1 2 0,2 1 0,1 2 0,4 0 0,2-5 0,3 0 0,1 0 0,3 2 0,4 2 0,1 1 0,-1-2 0,5-1 0,3-1 0,0 4 0,3-3 0,5 3 0,-1-3 0,1-2 0,-1 0 0,6 0 0,0 0 0,-2 0 0,-2 0 0,4 0 0,-1 0 0,-1 0 0,0 0 0,0 0 0,4 0 0,1 0 0,3 0 0,1 0 0,-1 0 0,-1 0 0,-5 0 0,4 0 0,3 0 0,1 0 0,2 0 0,6 0 0,6 0 0,3 0 0,0 0 0,4 0 0,-11 0 0,2 0 0,0 0 0,5 0 0,5 0 0,-2 0 0,-1 0 0,-2 2 0,0 1 0,-2 2 0,-3-2 0,4 4 0,-4-2 0,5-1 0,5-3 0,2 4 0,3 0 0,-5-1 0,-3-3 0,-1 5 0,4-1 0,6-2 0,2-1 0,1-2 0,-4 0 0,-5 0 0,-3 0 0,3 0 0,2 0 0,-1 0 0,1 0 0,3 0 0,-5 0 0,-1 0 0,-3 0 0,-4 0 0,1 0 0,6 0 0,3 0 0,1 1 0,1 3 0,-9 1 0,0 0 0,-5-5 0,5 0 0,3 0 0,2 0 0,4 5 0,-8 0 0,-2-2 0,-4-1 0,0-2 0,-4 0 0,-1 2 0,0 3 0,7-3 0,-2 3 0,1-4 0,-1-1 0,-3 0 0,-7 0 0,1 0 0,4 0 0,3 0 0,6 2 0,-4 3 0,3-3 0,-5 3 0,2-3 0,-2-2 0,-1 0 0,0 0 0,-4 0 0,3 0 0,3 0 0,6 0 0,3 0 0,-3 0 0,-3 0 0,-9 0 0,2 0 0,-2 0 0,2 0 0,-2 0 0,7-2 0,2-3 0,1 3 0,2-5 0,0 2 0,0 0 0,0 2 0,7-1 0,5 1 0,7-2 0,1 0 0,0 5 0,-10 0 0,-6 0 0,-4 0 0,1 0 0,3 0 0,1 0 0,-5-5 0,-5 0 0,0 1 0,2 3 0,3 1 0,1 0 0,11-2 0,-2-3 0,-1 3 0,3-3 0,-7 3 0,-7 2 0,-10 0 0,-6 0 0,-1 0 0,-1 0 0,1 0 0,-4 0 0,-4 0 0,-5 0 0,-4 0 0,-6 0 0,2 0 0,-4 0 0,-4 0 0,-2 0 0,-4 0 0,-2 0 0,0 0 0,-5 0 0,-4 0 0,-8 0 0,2 0 0,-10 0 0,2 0 0,-8 0 0,8 0 0,-17-6 0,3-3 0</inkml:trace>
  <inkml:trace contextRef="#ctx0" brushRef="#br0" timeOffset="2217">38 1202 8639,'0'10'0,"0"0"0,0-5 0,-2 3 0,-3-1 0,4-2 0,-8-5 0,4 0 0,3 0 0,-4 0 0,12 0 0,5 0 0,2 0 0,2 0 0,0 0 0,1 0 0,-1 0 0,2 0 0,3-2 0,5-1 0,4-2 0,2 0 0,1 5 0,3-2 0,6-3 0,3 3 0,3-3 0,2 2 0,2-2 0,1 3 0,-3-3 0,2 4 0,1-5 0,-3 1 0,2 2 0,-1 1 0,3 2 0,-1 0 0,6 0 0,-3 0 0,3 0 0,-4 0 0,2 0 0,-1 0 0,-1 0 0,4 0 0,-6 0 0,4-1 0,6-4 0,-1 3 0,7-5 0,-1 2 0,4 0 0,-1-2 0,-1 4 0,-1-2 0,-3-2 0,-4 4 0,2-2 0,3 1 0,5 2 0,-4 2 0,-1 0 0,-3 0 0,-3 0 0,1 0 0,0 0 0,0 0 0,0 0 0,0 0 0,1 0 0,4 0 0,5 0 0,2 0 0,-2 0 0,-6 0 0,-2 0 0,-1 0 0,3 0 0,2 0 0,3 0 0,-1 0 0,3 0 0,-1 0 0,2 0 0,-5 0 0,-2 0 0,-4 0 0,-1 0 0,6 0 0,4 0 0,4 0 0,-4 0 0,-2 0 0,-1 0 0,-3 0 0,3 0 0,-5 2 0,2 2 0,0 1 0,1-2 0,-1-1 0,8-2 0,0 0 0,-6 0 0,-2 5 0,-5 0 0,1-2 0,5-1 0,0-2 0,0 0 0,0 2 0,0 3 0,1-4 0,-4 4 0,-2-3 0,3-2 0,-10 0 0,3 0 0,4 2 0,7 3 0,-2-3 0,-1 3 0,-2-2 0,-2 2 0,-5-3 0,-2 3 0,-2-2 0,-3 2 0,0-3 0,0 3 0,2-3 0,9-2 0,-2 0 0,-2 0 0,-1 0 0,0 0 0,-5 1 0,4 3 0,-3 1 0,-7-2 0,0-1 0,-7 0 0,2 1 0,3 2 0,2 2 0,0-4 0,-4 2 0,4 0 0,-3-3 0,1 1 0,0 2 0,-1-1 0,-7-2 0,1-2 0,-1 0 0,2 0 0,-4 0 0,3 0 0,-3 1 0,-1 4 0,-1-3 0,2 3 0,2-3 0,1-2 0,1 0 0,-4 0 0,2 1 0,1 5 0,8-5 0,-5 4 0,3-3 0,-1-2 0,-4 0 0,3 0 0,0-2 0,0-3 0,-6 4 0,4-5 0,-1 5 0,-1 1 0,6-5 0,-4 0 0,2 1 0,3 3 0,-1-1 0,1-2 0,2-1 0,-2 2 0,-5 1 0,4 2 0,-1 0 0,-1 0 0,0-1 0,-5-3 0,1-1 0,-1 2 0,5 1 0,2 2 0,3 0 0,1 0 0,1 0 0,1 0 0,2 0 0,2 0 0,0-2 0,-6-1 0,2-2 0,4 2 0,0 1 0,6 2 0,2 0 0,-1 0 0,-1 0 0,2 0 0,-3 0 0,2 2 0,-9 1 0,-5 2 0,-7-2 0,-5-1 0,-7-2 0,-1 0 0,-2 0 0,-4 0 0,-1 5 0,-2 0 0,1-1 0,-1-3 0,-5-1 0,0 0 0,2 0 0,1 0 0,3 0 0,-1 0 0,0 0 0,0 0 0,1 0 0,-1 0 0,0 0 0,0 0 0,0 0 0,1 0 0,-1 0 0,0 0 0,-2-1 0,-1-3 0,-2-1 0,1 0 0,4 5 0,-7 0 0,-3-5 0,-10 0 0,-3-7 0,-7 4 0</inkml:trace>
  <inkml:trace contextRef="#ctx0" brushRef="#br0" timeOffset="16449">1087 198 8611,'9'0'0,"4"0"0,-11 0 0,5 0 0,-7 2 0,0 3 0,0-2 0,0 7 0,0 2 0,0 2 0,0 1 0,0 0 0,0 0 0,0 5 0,0 2 0,0 2 0,0 3 0,0 3 0,0 4 0,0 2 0,0 1 0,0-2 0,0 4 0,0 4 0,0 2 0,0-8 0,0 7 0,0-3 0,0-2 0,0-4 0,0 4 0,0-2 0,0-3 0,1-2 0,3-2 0,1 1 0,-2-1 0,-1 1 0,0-1 0,1 1 0,2-1 0,0-3 0,-5 0 0,2 2 0,3-2 0,-3 0 0,3 3 0,-4 1 0,-1-1 0,0 0 0,0 1 0,0-2 0,0-4 0,0 4 0,0-4 0,0 4 0,0-4 0,0 0 0,0 1 0,2-1 0,3 0 0,-3-1 0,3 3 0,-4-2-2,-1 2 1,0 2 0,0 2 0,0-1-1,0 0 0,0 1 1,0-1-1,0 1 0,0-1 0,0-5 0,0 1 0,0 1 1,0-4 0,0 3-1,0-1 0,0-1 1,0-1 0,2-4 0,2 3 0,1 0-1,-2 0 1,-1 3 0,-2-4 0,0-3 0,0-1 0,1 3 0,3 1 0,1-3 0,0 4 1,-5-2-1,2-1 0,3-2 0,-4 3 1,4 2-1,-3 0 1,0 0-2,3-3 1,-3-1 0,3 1 0,-4 1 0,-1 0 1,2-4-1,1-1 1,2 0-1,-1 0 0,-2 0 0,-2 1 0,0-1 1,0 0-1,0 0 1,0 0-1,0 1 0,0-1 1,0 0-1,0 0 0,0 0 1,0 1 0,0-1-1,0 0 0,0 0 1,1 0 0,3 1-1,1-1 1,1-2 0,-2-1-1,1-2 1,-2 2-1,-1 2 1,-2-4-1,0 0 1,0 2-1,0 1 1,2-1-1,1 2 0,2 3 1,0 1 0,-5-3-1,0 1 0,0-1 1,0 0-1,0 0 0,0-5 1,0 0-1,0 2 0,0 2 0,0 1 1,2-1-1,1-3 0,2-1 1,0 1 0,-5 4-1,2 0 0,3 0 1,-3-5 0,3 1-1,-3 0 1,-1 1 0,3 0 0,1-2-1,-2 2 1,0-5-1,1-1 1,1 1 0,0-3 0,-5 6-1,0 2 1,0-4 0,2 0 0,3-1 0,-4 5 0,4-2 0,-3-1-1,-2 1 1,0-5 0,0 5 0,0-8 0,0-2 0,0-7 0,7-15 0,1-2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22.9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47 137 8599,'-16'0'0,"6"0"0,2-1 0,1-4 0,2 1 0,5-6 0,2 2 0,1-4 0,2 2 0,5 5 0,-3-4 0,1 2 0,3-4 0,4 2 0</inkml:trace>
  <inkml:trace contextRef="#ctx0" brushRef="#br0" timeOffset="100">62 46 8599,'0'-15'0</inkml:trace>
  <inkml:trace contextRef="#ctx0" brushRef="#br0" timeOffset="1036">77 1 8599,'10'1'0,"0"4"0,-6-3 3,2 5-2,-6-7-1,0 0 0,0 6 0,0-4 0,0 7 0,0-4 0,0 5 0,-1 3 0,-3 3 0,-1 0 0,2 5 0,1 2 0,2 9 0,0 2 0,0 2 0,0 8 0,0 0 0,0 6 0,0 4 0,0-3 0,0 3 0,0-2 0,0 9 0,2-5 0,1-4 0,2-3 0,-1-3 0,-1 0 0,0-2 0,4-2 0,2-2 0,-4-6 0,3 3 0,-1-1 0,-4-1 0,1 6 0,-1-6 0,2-1 0,-1-2 0,-3-1 0,-1-3 0,0-2 0,0 2 0,0-4 0,0 1 0,0 1-1,0 1 1,0-4-1,0 1 1,0-2-3,0-3 0,5 3 0,0 0 1,-1 1 0,-3-2 0,-1 4 0,0 0 0,0-1 0,0 8 0,0-5 0,0 0 0,0 2-1,0-1 1,5 3 0,2-1 0,0-1-1,0-4 1,5-1 0,-4-5 0,0 1 1,6 2 0,-6-4-1,3 3 1,-3-3-1,-1-1 0,3 3 1,-5 2 0,-2 2 0,-1-4 0,-2 4 0,2-2 0,3-3 0,-3 3 1,3-1-1,-4 1 0,-1 0 0,0-3 0,5 5 1,0-1-1,0 1 0,2-4 0,-5 2 1,5-2-1,-2 1 0,0 1 0,0-5 0,-5 5 0,0 0 1,2-6-1,1 6 1,2-1 0,-2-1-1,-1-1 0,-2-3 1,0 0-1,0 1 0,0 3 1,0-3 0,0 3 0,0-3 0,0-2 0,0 0 0,0 0 0,0 1 0,0-1 0,0 0 0,2-1-1,3-4 1,-3 8 0,3-2 0,-2 0 0,2 1 0,-3-1 0,3-1 0,-3 0 0,-2 0 0,0 0 0,0 1 0,0 0-1,0 5 1,0-4 0,0 3-1,0-3 0,0-2 1,0 5 0,0 1 0,0-3-1,0-1 1,0-2-1,0 0 1,1-1 0,3-2 0,1-2-1,0-7 1,-5 4 0,0-14-1,0-3 1,0 2 0,0-2 0,-7-7 0,-1-7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25.4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 31 8597,'7'-8'0,"-5"1"0,4 0 0,-6 5 0,0-4 0,0 7 0,0 4 0,0 5 0,0 4 0,-5 6 0,0 2 0,0 4 0,-2 6 0,4 0 0,-5 8 0,-1 3 0,1 0 0,4 5 0,-1 1 0,2 1 0,-2-1 0,3 4 0,-3-2 0,3-2 0,2-4 0,2-3 0,1-1 0,2-1 0,-1-1 0,-3-2 0,1-4 0,3 2 0,-3-1 0,3 6 0,-3 1 0,-2-2 0,0 3 0,0-5 0,0 0 0,0 1 0,0-5 0,0-1 0,0-1 0,0-1 0,0 1 0,0-1 0,0-1 0,0-2 0,0-2 0,1-5 0,3 6 0,1 1 0,0-3 0,-5 1 0,0 2 0,0 2 0,0 1 0,0 0 0,2-1 0,1-2 0,2-1 0,0-1 0,-5 5 0,0 1 0,0-1 0,0 1 0,0-1-1,0 0 0,0 1 0,0-1 0,0 1-1,0-1 0,0 0 0,0 1 0,2 1 0,3 3 0,-2-8 0,6 4 1,-1-2-1,1-1 0,-4 3 1,5-1-1,0 1 1,0-3-1,0-2 0,-5 2 0,4-2 0,-3 1 0,-2-2 1,-1 2-1,1-5 1,1 0-1,-2 0 1,-1 3 0,-1-4-1,3-3 1,1-1 0,0-2 0,-5 2 0,0 2 0,0 1 0,0 0 0,0-5 1,0 1-1,0-1 0,0 0 0,0 0 0,0 1 1,0-1-1,0 0 1,2 0-1,1 0 0,2 1 0,2-1 0,-4 0 0,2 0 0,2 0 0,-2 1 0,-3-1 0,3 0 0,-2 0 1,1 0-1,1 1 0,0-1 0,-5 0 1,1-5 0,5 0-1,-5 0 1,6 1 0,-7-1 0,0 0 0,0 5 0,0-5 0,0 0 0,0-6 0,0 1 0,0-10 0,0-4 0,0-6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26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47 8506,'8'-16'0,"-1"6"0,-7 0 0,0 7 0,0-4 0,0 9 0,0 3 0,-5 3 0,0 7 0,1 1 0,3-1 0,-4 2 0,-1 1 0,1 4 0,-1 2 0,4 1 0,-5 6 0,0-1 0,6 2 0,-4 4 0,3 4 0,2 4 0,0 2 0,0-1 0,0 1 0,0 1 0,0 4 0,0-4 0,0 4 0,0-4 0,0-1 0,0-6 0,0 1 0,0 1 0,0 0 0,0 1 0,0-3 0,0 2 0,2-3 0,1 2 0,2-1 0,-2-1 0,-1-3 0,-2-4 0,0-2 0,0 1 1,0-1 1,0 1-1,0-3 1,0-1 0,0-1 1,0-1 0,0 4 0,2-2-2,3-2 0,-3-5 0,3 6-1,-4 1 0,-1 0 0,2 0 0,1-2 0,3 2 0,-1 2 0,-5 1 0,0-1 0,0-2 0,0-2 0,0-4 0,0 2 0,0 1 0,0 0 0,1-6 0,3 4 0,1 0 0,0-5 0,-4 5 0,3-2 0,3 1 0,1-3 0,-5-1 0,3 0 0,-3 2 0,2 1 0,-3 5 0,4-3 0,-1 0 0,1 0 0,-1 0 0,-5-3 0,0 3 0,0 1 0,0-3 0,0 4 0,0-2 0,1-2 0,3-4 0,1 0 0,0 1 0,2-1 0,-6 2 0,6-8 0,-2 4 0,0 1 0,0 0 0,-5 0 0,5 1 0,0-1 0,-1 0 0,-3 0 0,-1 0 0,0 1 0,0 1 0,0 1 0,0 2 0,6 1 0,-1-6 0,-2 0 0,-1 0 0,-2 0 0,0 1 0,0-1 0,5 0 0,0 2 0,-2 2 0,-1 1 0,-2-2 0,0 4 0,0-1 0,0 4 0,0-5 0,0 1 0,0-1 0,0 0 0,5 0 0,0-3 0,-2 2 0,-1 1 0,-2 0 0,2-6 0,1-2 0,2-2 0,-1 2 0,-3 1 0,-1 2 0,0 1 0,0-1 0,0 0 0,0 0 0,0 0 0,0 1 0,0-1 0,0 0 0,0 0 0,0-8 0,0-7 0,0-7 0,0-8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27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1 8510,'9'0'0,"-3"2"0,-6 3 0,0-2 0,0 7 0,0 2 0,0 2 0,0 8 0,0 3 0,0 4 0,0 1 0,-1 9 0,-3 5 0,-1 5 0,0 10 0,5 0 0,0 7 0,-1 2 0,-5-1 0,5-1 0,-4-5 0,3 1 0,2 4 0,0-5 0,0 0 0,0-7 0,0-2 0,0-4 0,0 2 0,0-2 0,0-3 0,0-1 0,0-2 0,0-1 0,0 1 0,0 2 0,-2 2 0,-3-1 0,4 1 0,-5 0 0,3-1 0,0 1 1,-2-1 1,0-4-1,5-2 1,0 0 3,0 0 0,0-6 1,0 3-1,0-6-1,0-4 1,0 2 0,1-2-4,4 2 0,-3 3 1,3-2-1,-3-2-1,-2-2 0,0 5 0,0 6 0,0-2 0,0-2 0,0-2 0,0 1 0,0-3 0,0-1 0,0-1 0,5-6 0,0 4 0,-2-1 0,-1 1 0,3-4 0,0 4 0,-1-2 0,-3 3 0,1-3 0,1 0 0,2 2 0,-1-1 0,2-4 0,1 3 0,0 0 0,0 3 0,0-3 0,-4 0 0,2-2 0,-2 1 0,1-1 0,-1-5 0,2 0 0,-1 1 0,2-1 0,-1 0 0,-1 0 0,-3 0 0,-1 1 0,0-1 0,0 0 0,0 0 0,0 0 0,0 1 0,0 1 0,0 3 0,0-3 0,0 3 0,0-1 0,0 1 0,0-3 0,0 3 0,0-3 0,2-4 0,2-1 1,1-2 0,0-5-1,-5 6 1,0-10-1,0-1 0,-7-13 0,-2-11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29.0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0 8598,'-16'0'0,"1"0"0,5 5 0,2 2 0,-1 0 0,1 0 0,-1 5 0,-1-2 0,5 3 0,-2 2 0,2 2 0,2 2 0,1 1 0,2 7 0,0-2 0,0 6 0,0 4 0,0 6 0,0 8 0,0 3 0,0 2 0,0 4 0,0 1 0,0 2 0,0-2 0,0-3 0,0 3 0,0-3 0,0 3 0,0 0 0,0-2 0,0-1 0,0 0 0,0-2 0,0 0 0,0-5 0,0 0 0,0-5 0,0 0 0,0-7 0,0 2 0,0 3 0,0-3 0,0 0 0,0-2 0,0 5 0,0-1 0,0 1 0,0 0 0,0-1 0,0-7 0,0 3 0,0-2 0,0 1 0,0-1 0,0-4 0,0-1 0,0 0 0,0 1 0,0-1 0,0 1 0,0-3 0,0-1 0,0-3 0,0 0 0,0-1 0,0 3 0,0 4 0,0-1 0,0-4 0,5 4 0,2-4 0,2 4 0,2 1 0,-2 1 0,1-1 0,2 1 0,1-1 0,-3-1 0,-1-2 0,-2-2 0,3 0 0,-5 8 0,0-1 0,0 0 0,0-4 0,0-1 0,-5 4 0,0 1 0,0 3 0,0-4 0,0 1 0,2-5 0,3 0 0,-2 2 0,6 0 0,-1-4 0,1-5 0,-1-3 0,2-2 0,-5 0 0,2 1 0,-2-1 0,-2 0 0,-1 0 0,-2 0 0,0 2 0,0 2 0,-2 1 0,-3-1 0,4-2 0,-4-2 0,3 0 0,-3 0 0,0 1 0,1-1 0,3 0 0,1-7 0,0-8 0,0-10 0,0-3 0,0-2 0,6-1 0,3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35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227 61 8598,'14'-10'0,"-4"0"0,-2 6 0,-4-2 0,1-1 0,0 3 0,-4-4 0,4 1 0,-3 2 0,5 7 0,-9 3 0,-3 5 0,2 4 0,-7 1 0,-2 0 0,-2 0 0,-1 7 0,-2 2 0,-1 1 0,-3 1 0,1-3 0,5 4 0,0-3 0,-1-2 0,-4 3 0,0-5 0,1-1 0,7-2 0,2-2 0,-2 0 0,6-8 0,1-7 0,10-8 0,5-11 0,3-3 0,3-2 0,-1 1 0,2-4 0,1 1 0,3-1 0,-1 0 0,-5 0 0,0 4 0,0 1 0,1 1 0,-1 6 0,0 0 0,-5 7 0,0 2 0,-6 6 0,2 6 0,0 4 0,-1 3 0,0 2 0,-5 1 0,1-1 0,4 0 0,-1 0 0,4 2 0,-1 3 0,3-8 0,-3 3 0,0-1 0,1-2 0,1-2 0,-6 3 0,4-4 0,-1-1 0,-4 1 0,3-4 0,-3-5 0,-2 0 0,-7-2 0,-3-8 0,-4 0 0,-1-5 0</inkml:trace>
  <inkml:trace contextRef="#ctx0" brushRef="#br0" timeOffset="433">60 274 8598,'0'-9'0,"1"3"0,5 6 0,-3 1 0,5 4 0,-1 7 0,-3 7 0,2-1 0,1 8 0,1 1 0,-2-4 0,2 3 0,0 1 0,1 0 0,3-2 0,-4 2 0,2-6 0,0-3 0,-1-1 0,3-7 0,-6-1 0,3-3 0,3-2 0,-4-4 0,1-5 0,-1-5 0,1-4 0,1-1 0,3-2 0,-1-2 0,-2-1 0,0-2 0,5 4 0,1-4 0,-1-2 0,0 5 0,-1-1 0,-3 3 0,0 2 0,-3 5 0,2 0 0,4 0 0,-13 1 0,4 4 0,-10 10 0,4-3 0,-20 11 0,5-4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37.0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229 29 8567,'7'-8'0,"-5"-1"0,3 4 0,-5 4 0,-5-4 0,-4 5 0,-6 5 0,0 5 0,-1 3 0,1 4 0,0 3 0,-2 4 0,-3 0 0,3 3 0,-3-5 0,3 1 0,2 4 0,4-5 0,3-1 0,0-4 0,-1-2 0,6 0 0,-2 0 0,3-8 0,4-7 0,3-9 0,3-4 0,6-4 0,-2-2 0,-2-1 0,0-2 0,3 4 0,-1-4 0,-2-2 0,0 5 0,4-1 0,-2 2 0,-2-3 0,-5 9 0,3-3 0,-1 2 0,5 6 0,-2 2 0,-3 5 0,0 3 0,-1 2 0,-2 7 0,4 0 0,1 5 0,-1 3 0,4-1 0,0-1 0,0 1 0,-2 1 0,2-1 0,1-2 0,1-2 0,-3 0 0,0 0 0,-3 1 0,2-1 0,2-5 0,-7 0 0,0-7 0,-12-1 0,-3-7 0,-3 2 0,-2-4 0,-1 2 0,1 1 0,0-4 0,0 0 0</inkml:trace>
  <inkml:trace contextRef="#ctx0" brushRef="#br0" timeOffset="400">47 303 8567,'0'-8'0,"0"2"0,0 12 0,0 2 0,1 7 0,3 2 0,1 3 0,5 4 0,-3 5 0,-1-2 0,1-2 0,5-1 0,-2 3 0,2-4 0,-2-1 0,4-1 0,-4-6 0,3-2 0,2-2 0,1-8 0,-1-6 0,-5-6 0,0-8 0,2-1 0,1-3 0,1-6 0,-2 2 0,-2-2 0,2 2 0,0-2 0,-1 6 0,0 3 0,0 1 0,-4 7 0,0 0 0,0-2 0,-6 5 0,8 0 0,-4 7 0,-3 7 0,4 1 0,-6 8 0</inkml:trace>
  <inkml:trace contextRef="#ctx0" brushRef="#br0" timeOffset="1449">244 1337 8567,'7'-8'0,"-5"-1"0,3 4 0,-2 3 0,1-4 0,1-1 0,0 3 0,-5-6 0,0 7 0,-2-4 0,-3 9 0,-5 3 0,-2 3 0,-2 9 0,1 2 0,-4 1 0,-2 7 0,3-3 0,-3 1 0,-1 0 0,-1-4 0,6 2 0,2-1 0,3-3 0,-2-2 0,5-2 0,-1 0 0,4-6 0,4-4 0,10-10 0,2-5 0,-2-4 0,2 2 0,-5-1 0,1-4 0,4 0 0,2 0 0,1 0 0,0-3 0,-1 3 0,-3-5 0,0 2 0,0-1 0,3-4 0,1 5 0,0 1 0,0 2 0,1 2 0,-6 2 0,-2 1 0,-1 2 0,3 8 0,-5 2 0,5 2 0,-5 8 0,-1 2 0,-1 1 0,2 2 0,-3 6 0,5-1 0,-2-2 0,0-1 0,7-1 0,-2-1 0,3 0 0,-3 0 0,1-1 0,0-4 0,-2 2 0,-1-6 0,1 3 0,-1 3 0,-4-6 0,4 1 0,-3-7 0,-5 0 0,0 0 0,-2-5 0,-8 0 0,-2 2 0,-8 1 0,3-5 0,-5-1 0</inkml:trace>
  <inkml:trace contextRef="#ctx0" brushRef="#br0" timeOffset="1916">77 1611 8567,'0'-10'0,"0"-1"0,2 6 0,3-5 0,-2 7 0,7-2 0,-1 5 0,3 5 0,-2 5 0,-2 9 0,4 2 0,-2 3 0,-5-4 0,5 6 0,0 1 0,1 0 0,-1-2 0,-2 4 0,4-5 0,-2-1 0,2-3 0,-4-3 0,3-1 0,0-1 0,-2-5 0,1-2 0,2-1 0,1-3 0,-3-8 0,-1-3 0,-1-3 0,1-7 0,-4 0 0,3-8 0,1 0 0,-1 1 0,-3-5 0,5 6 0,1-3 0,-3 1 0,6 5 0,-6-4 0,2 4 0,0 6 0,-5-1 0,5 7 0,2-1 0,-3 2 0,1 7 0,-7 0 0,4 0 0,-7 0 0,0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41.2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274 106 8567,'6'9'0,"1"-1"0,5-4 0,-2 1 0,-5 0 0,5-5 0,-6-7 0,3-1 0,-7-8 0,0 1 0,0 5 0,0 0 0,-7 2 0,-3-4 0,-2 2 0,0-1 0,2 3 0,-5-4 0,-6 7 0,3 2 0,1 1 0,-3 2 0,-2 0 0,0 0 0,0 0 0,0 7 0,3 3 0,-1 5 0,1 5 0,4 4 0,3 6 0,2 1 0,7 4 0,-2 3 0,3-1 0,4 0 0,3-3 0,3-2 0,9-4 0,2-4 0,1-9 0,7-1 0,-3-9 0,-1-2 0,-2-1 0,1-9 0,0-5 0,1-6 0,-4-4 0,1-5 0,-5 0 0,-3-4 0,-2-2 0,0-3 0,4 7 0,-4 4 0,2-2 0,-7 7 0,-2 1 0,-1 9 0,-2 10 0,0 12 0,0 6 0,0 6 0,0 0 0,0 4 0,0-2 0,0 1 0,0-2 0,0 2 0,0-7 0,0-1 0,0 3 0,0-2 0,0-1 0,0-2 0,0-2 0,0-7 0,7-1 0,1-7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42.2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14 8567,'-1'-8'0,"-4"2"0,3 13 0,-3 7 0,3 6 0,2 4 0,0 1 0,0 5 0,0 3 0,0 2 0,0 2 0,0 5 0,0-1 0,0 0 0,0-3 0,0 0 0,0-8 0,0 0 0,0-1 0,0-4 0,2-6 0,3-7 0,-3-5 0,4-9 0,-4-3 0,1-7 0,3-7 0,5 3 0,-2-6 0,-1 0 0,6 0 0,-2-5 0,4 1 0,5-1 0,1 5 0,-4 2 0,3 3 0,-1 4 0,2 2 0,0 5 0,5 6 0,-2 0 0,2 0 0,-5 6 0,-2 5 0,-3 2 0,-3 2 0,-4 2 0,-5 2 0,-3 1 0,-2 5 0,-2-4 0,-3-3 0,-5-1 0,-4 3 0,-3 1 0,-1-3 0,-2-2 0,1-6 0,-3 3 0,2-4 0,-1 1 0,0 0 0,4-5 0,-4 3 0,4-1 0,2-3 0,-5-3 0,0-1 0,1 0 0,7 0 0,2 0 0,-2 0 0,4-5 0,-2 0 0,8 0 0,2 5 0,8 0 0,13-7 0,2-1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43.0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203 31 8596,'0'10'0,"0"0"0,0-6 0,0 4 0,0-3 0,-2 4 0,-3 6 0,-5 0 0,-3 0 0,-2 0 0,-1 1 0,1 1 0,0 3 0,-2-3 0,-2 3 0,-1-3 0,0-2 0,5 0 0,5-6 0,-1-4 0,13-10 0,0-5 0,5-4 0,3-1 0,5-2 0,0-2 0,0-3 0,0-1 0,1 4 0,-1-1 0,-2 1 0,-2-1 0,2 5 0,-3-2 0,2 5 0,-2 0 0,2 4 0,-5-1 0,1 3 0,2 1 0,6 5 0,-6 6 0,-2 5 0,1 4 0,-3 3 0,1 3 0,0 4 0,-4-3 0,2 2 0,5-4 0,-3 3 0,0-1 0,1-3 0,1-2 0,-6-2 0,4 0 0,0 1 0,-6-1 0,4 0 0,-3-7 0,-2-1 0,-7-7 0,-3 0 0,-3 0 0,-2 0 0</inkml:trace>
  <inkml:trace contextRef="#ctx0" brushRef="#br0" timeOffset="434">97 290 8596,'-9'-7'0,"1"3"0,3-6 0,-5-2 0,3 4 0,2-2 0,3 8 0,2 2 0,5 2 0,2 8 0,1 4 0,4 4 0,-3 1 0,-1 6 0,1 0 0,-1-1 0,0 3 0,4-5 0,-2 2 0,-5-1 0,4 3 0,-1-6 0,-1-3 0,0-2 0,3 0 0,-3 0 0,0 1 0,-1-1 0,6-7 0,-2-3 0,-1-3 0,1-2 0,-2-7 0,2-3 0,-3-3 0,0-3 0,-4 1 0,7 0 0,1 0 0,-3 0 0,4-1 0,-5 1 0,1 0 0,-5 0 0,4 0 0,-2-1 0,0 1 0,0 0 0,-5 0 0,0 6 0,0 3 0,0 6 0,-1 0 0,-4 0 0,-4 6 0,-6 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45.7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251 62 8596,'0'-16'0,"0"1"0,0 5 0,0 0 0,-2 7 0,-3-2 0,-5 3 0,-4 9 0,-1 3 0,-2 5 0,-3 5 0,1-1 0,-4 6 0,1 2 0,3 0 0,2-1 0,2 1 0,0-7 0,1-2 0,4-1 0,3-7 0,6-1 0,-4-2 0,5-2 0,0-7 0,8-3 0,6 0 0,1-9 0,0-2 0,0-3 0,0 2 0,1-3 0,-1-4 0,0 0 0,0 2 0,1 6 0,-1-5 0,-5 4 0,0-3 0,2 3 0,1 4 0,3 3 0,-1 5 0,-5 3 0,-2 4 0,-1 3 0,-4 5 0,4 3 0,-2 4 0,0 2 0,2 1 0,-5 5 0,5-4 0,-1-3 0,-4 4 0,3-2 0,-3-1 0,-1-4 0,5-5 0,-5 4 0,4-4 0,-3-2 0,-2 3 0,-2-8 0,-1 0 0,-2-6 0,-14 1 0,2-4 0</inkml:trace>
  <inkml:trace contextRef="#ctx0" brushRef="#br0" timeOffset="381">53 244 8596,'0'4'0,"0"6"0,2 8 0,1 1 0,4 3 0,1 1 0,-4 3 0,2 4 0,0 1 0,0-1 0,3 0 0,-4-4 0,3-3 0,1-1 0,-1-3 0,-3-2 0,4-2 0,-3 0 0,6-6 0,-2-4 0,4-10 0,1-7 0,-1-5 0,-4-3 0,3-2 0,-3 3 0,4-3 0,1-1 0,4-1 0,-2-3 0,-4 3 0,1 2 0,-1 2 0,2 5 0,-1 0 0,-4-1 0,-3 6 0,-5 2 0,3 1 0,-4 2 0,4 5 0,-8 2 0,-2 3 0,-7-4 0,4 20 0,-8-4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44.6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303 0 8596,'-14'2'0,"3"2"0,1 2 0,-2 3 0,-7 1 0,-3 7 0,0 1 0,0 3 0,-5 6 0,4-2 0,-1 4 0,4 1 0,-1-5 0,4-1 0,4-2 0,-1-3 0,8-7 0,1-2 0,5-7 0,5 2 0,5-5 0,3-5 0,2-3 0,1-8 0,-1-1 0,0-3 0,0 2 0,1-6 0,-1 0 0,0 1 0,0 2 0,-1-2 0,-3 1 0,0 3 0,-3 2 0,2 2 0,-3 2 0,0 2 0,-4 0 0,7 6 0,-5 1 0,4 9 0,-2 5 0,-1 4 0,-1 3 0,5 1 0,4 3 0,0 4 0,-3-5 0,-1 1 0,2 0 0,2-4 0,-1 4 0,-1-4 0,-2-2 0,-5-2 0,4-1 0,-2-2 0,-2 0 0,-7-1 0,-3-4 0,-4-3 0,-6-2 0</inkml:trace>
  <inkml:trace contextRef="#ctx0" brushRef="#br0" timeOffset="369">90 274 8596,'0'-15'0,"0"5"0,0 0 0,0 6 0,2 4 0,1 10 0,2 6 0,-1 4 0,2-1 0,1 6 0,0 2 0,0 2 0,4-1 0,-2-1 0,1-3 0,0-2 0,-5-2 0,4-5 0,-1 1 0,1-1 0,-4-2 0,5-2 0,2-6 0,1-4 0,2-2 0,1-4 0,0-6 0,3-7 0,1-4 0,-1-2 0,-1 4 0,1-4 0,0 2 0,-6 4 0,6 1 0,-7 2 0,-2-1 0,-2 1 0,2 5 0,-5 0 0,-1-2 0,-3 5 0,-7 1 0,-3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47.3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68 8596,'8'-16'0,"-1"1"0,-5 2 0,3 3 0,-3-4 0,4 14 0,-6 2 0,0 11 0,0 11 0,0 6 0,0 4 0,2 3 0,3 2 0,-3 2 0,5 3 0,-2-2 0,0-2 0,0-1 0,-5 2 0,0-6 0,0-3 0,0-6 0,0-3 0,0-1 0,0-1 0,5-20 0,0-7 0,0-10 0,2-4 0,1-7 0,7 0 0,1-5 0,-1-4 0,2 1 0,1 6 0,4 2 0,2 2 0,-4 6 0,4 1 0,0 6 0,-1 7 0,-4 5 0,3 5 0,-2 7 0,0 6 0,1 1 0,-8 6 0,-1 1 0,-2-3 0,-7 6 0,3-5 0,-5-1 0,-2-1 0,-5-7 0,-4 1 0,-5-1 0,-5 0 0,1 0 0,-6-1 0,-2-2 0,-2-2 0,4-5 0,-1 3 0,1-1 0,1-4 0,-3-1 0,7-2 0,2 0 0,1 0 0,3-3 0,4-7 0,-4-7 0,6-14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48.1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0 129 8596,'0'-22'0,"0"5"0,0-3 0,0 3 0,0 2 0,0-1 0,0 1 0,0 8 0,0 7 0,2 11 0,3 7 0,-3 6 0,5 8 0,-2 2 0,0 1 0,5 13 0,-3-3 0,-1 2 0,1 1 0,5-8 0,-4 1 0,1 1 0,-1-5 0,-4-1 0,1-6 0,-2-5 0,-1-4 0,-2-4 0,0-2 0,0-8 0,0-7 0,2-9 0,3-4 0,-2-4 0,7-4 0,2-4 0,1-4 0,9-1 0,2 0 0,0-1 0,4 2 0,-4 4 0,1 7 0,1 6 0,-3 0 0,3 7 0,-6 3 0,-3 6 0,-2 6 0,0 5 0,-1 3 0,-4 3 0,-3 4 0,-7-3 0,0 0 0,0 0 0,-2 3 0,-5-4 0,-6-3 0,-7-1 0,-4-2 0,4-5 0,-6 1 0,-1-1 0,-1-2 0,-1 4 0,2-5 0,1-1 0,-1 1 0,4-2 0,1-3 0,5 3 0,5-5 0,14 2 0,3-6 0,10-14 0,9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48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395 227 8596,'8'-15'0,"-3"-1"0,-3 1 0,-2 0 0,0 0 0,0 0 0,0-1 0,0 1 0,-2 0 0,-3 0 0,-3 0 0,-1-1 0,-4 3 0,2 1 0,-2 4 0,-2 1 0,0 3 0,-7 11 0,-4 7 0,-2 8 0,-3 6 0,1 1 0,-1 13 0,1 6 0,1-3 0,2 8 0,3-3 0,3 1 0,7-7 0,9-9 0,5-4 0,5-4 0,5-2 0,10-13 0,7-2 0,6-8 0,2-7 0,7-4 0,-3-8 0,0-3 0,-2-2 0,-6-5 0,-3 0 0,-2-3 0,-6-4 0,-3-2 0,-4 8 0,-3 1 0,-4 1 0,-5 6 0,-1-4 0,0 2 0,0 9 0,-1 6 0,-3 11 0,-1 4 0,2 9 0,1 5 0,2-2 0,0 5 0,0 1 0,0-3 0,0 4 0,0-5 0,0 2 0,0 3 0,0-5 0,0-2 0,0-3 0,0-2 0,0 1 0,-7-1 0,-1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49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426 137 8596,'0'-10'0,"-2"2"0,-3 1 0,3-5 0,-4 4 0,1-2 0,-1-1 0,0 3 0,1-4 0,-5 2 0,-4 2 0,-1-4 0,0 3 0,-2 3 0,-4 2 0,3 2 0,-7 2 0,-3 0 0,0 2 0,-1 5 0,2 6 0,2 8 0,-2 2 0,5 3 0,1 6 0,6 2 0,5 1 0,-2 2 0,7-3 0,2 0 0,1-5 0,9-1 0,3-7 0,3-3 0,3-1 0,4-9 0,2-2 0,2-5 0,-4-2 0,5-3 0,2-4 0,2-4 0,1-5 0,-1-3 0,-2 1 0,-2-3 0,2-1 0,-3-1 0,0-3 0,-2 3 0,-4 2 0,-2 2 0,-5 5 0,0 0 0,-10 8 0,-1 7 0,-8 8 0,-4 11 0,0 3 0,2 1 0,-2 4 0,5 2 0,1 2 0,-1-1 0,5-1 0,-3-2 0,3-4 0,2-1 0,0-3 0,7-2 0,2-2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50.3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281 28 8596,'-7'-16'0,"3"8"0,-6 5 0,-2 6 0,-1 0 0,-2 9 0,0 3 0,-1 4 0,-1 6 0,-1-3 0,-2 0 0,1 0 0,-3 4 0,2-4 0,1 1 0,4-4 0,3 1 0,4-3 0,1-2 0,-5-6 0,17-4 0,0-9 0,7-1 0,-2-7 0,0 2 0,2-3 0,2-2 0,-1-1 0,-1 1 0,-2 0 0,2 0 0,2 0 0,1-1 0,0 1 0,-2 0 0,-1 1 0,-3 3 0,-3 0 0,6 3 0,-2-2 0,-1 3 0,-1 9 0,-1 3 0,3-2 0,-5 7 0,-1 2 0,-1 7 0,0 1 0,4-1 0,0-2 0,0-2 0,3 0 0,-3 0 0,-1 0 0,1 1 0,0-3 0,-4-1 0,2-2 0,0-5 0,-5 5 0,0-6 0,-1 2 0,-4-6 0,-4 0 0,-6-6 0,0-3 0</inkml:trace>
  <inkml:trace contextRef="#ctx0" brushRef="#br0" timeOffset="400">98 256 8596,'2'-10'0,"3"-1"0,-2 8 0,7-2 0,-6 5 0,3 5 0,-1 5 0,-4 5 0,5 6 0,-2 4 0,0 4 0,2-4 0,-4 0 0,2 3 0,-2 0 0,4 3 0,0-3 0,0-1 0,-1-1 0,1-8 0,-2 3 0,5-5 0,-1-7 0,1-4 0,2-3 0,-4-4 0,2-3 0,1-5 0,-3-4 0,6-1 0,-4-2 0,3-1 0,2-3 0,1-6 0,-1 2 0,0-2 0,0 2 0,-1-2 0,-2 5 0,-2-2 0,-5 10 0,3-1 0,-1 2 0,-2 6 0,-5 2 0,0 10 0,-7 3 0,-1 8 0,-7-1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52.0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0 161 8596,'0'-15'0,"0"0"0,0 0 0,5-1 0,0-1 0,-1-3 0,-3 3 0,1-3 0,3 3 0,-3 9 0,10 14 0,-6 16 0,1 10 0,0 9 0,-2 3 0,-5 2 0,2-1 0,3 1 0,-3-2 0,3-2 0,-4-3 0,-1-2 0,5-3 0,0-7 0,-1-4 0,-3-1 0,1-6 0,3-6 0,-3-9 0,3-1 0,-2-8 0,2-5 0,-1-8 0,4-1 0,1-1 0,-1-4 0,4-2 0,7-2 0,1 1 0,2 5 0,-2-1 0,4 1 0,1 1 0,0 4 0,-4 10 0,4 5 0,2 3 0,-3 4 0,-1 3 0,-2 5 0,-6 5 0,-3 6 0,-9 2 0,2 8 0,-3-1 0,-4-5 0,-3 1 0,-5-1 0,-4 0 0,-1 1 0,-5-8 0,-2 3 0,-2-4 0,-3-2 0,0-5 0,0-2 0,4-1 0,1-4 0,-4-1 0,6-2 0,0 0 0,-2 0 0,5 0 0,-3 0 0,9 0 0,-2-7 0,4-1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52.8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411 137 8596,'10'0'0,"0"0"0,-7-7 0,2-3 0,-3-3 0,-2-2 0,0-1 0,0 1 0,-7 0 0,-3 0 0,-3 1 0,-3 4 0,-6 3 0,-3 7 0,-4 0 0,-1 0 0,-6 9 0,-1 6 0,0 9 0,0 4 0,-4 5 0,8 0 0,4 3 0,7-2 0,12-2 0,5-2 0,3 0 0,11-1 0,6-5 0,10-7 0,7-7 0,4-3 0,4-2 0,-4-7 0,-3-3 0,0-5 0,-3-5 0,0-4 0,1-1 0,-8-7 0,-2 3 0,-4-1 0,-4-1 0,-3-1 0,-1 4 0,-6-1 0,2 2 0,0 2 0,-10 13 0,0 9 0,2 11 0,-1 4 0,1 7 0,-2-2 0,0 0 0,5-4 0,0 3 0,0-3 0,0-1 0,0-2 0,0 0 0,0 1 0,0-1 0,0-5 0,0 0 0,0-6 0,0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54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259 122 8596,'15'0'0,"-1"-1"0,-2-3 0,-2-1 0,-7-2 0,4 4 0,-2-4 0,0-1 0,0 3 0,-5-5 0,0-2 0,0-2 0,-2 1 0,-3 3 0,2 1 0,-7 6 0,-2-2 0,-2 1 0,-3 3 0,-3 2 0,-5 4 0,1 6 0,-1 9 0,-2 3 0,0 4 0,1 4 0,-1-4 0,7 10 0,2-1 0,1-1 0,8 2 0,4-3 0,3 1 0,14-1 0,5-8 0,5-6 0,5-3 0,2-9 0,1-1 0,-1-2 0,-2 0 0,-2-1 0,-6-8 0,1-3 0,-3-1 0,-2-4 0,-4 4 0,-3-2 0,-1-2 0,-2 3 0,-5-1 0,0-2 0,-2 6 0,-3 0 0,-3 5 0,-8 1 0,1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56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190 83 8596,'0'-10'0,"0"0"0,0-2 0,1 0 0,3 0 0,1 2 0,0 0 0,-7 3 0,-3 7 0,-3 14 0,-7 11 0,-1 4 0,1 1 0,-5 1 0,0-1 0,1 0 0,2-4 0,2-1 0,0 0 0,1-1 0,4-4 0,2-3 0,3-2 0,5-1 0,0-4 0,1-10 0,8-10 0,-1-4 0,1-1 0,-1-5 0,4-2 0,-2 0 0,2 0 0,0-3 0,-1 3 0,0 0 0,0 0 0,-2 0 0,-1 3 0,-1-1 0,5 0 0,-2 5 0,4 3 0,1 7 0,-5 11 0,-2 16 0,1 0 0,-1 0 0,-3 5 0,4-3 0,-1 1 0,1 1 0,-4-6 0,3 4 0,1-2 0,-1-4 0,-3-1 0,4-2 0,-3 0 0,1-1 0,-2-4 0,-3-5 0,3-10 0,-3-3 0,-2-8 0,0 1 0,0 5 0,-2 2 0,-1-1 0,-3 1 0,0 4 0,1-1 0,-4-3 0,-6-1 0</inkml:trace>
  <inkml:trace contextRef="#ctx0" brushRef="#br0" timeOffset="402">38 281 8596,'-9'-7'0,"3"5"0,6-3 0,1 10 0,4 5 0,-1 4 0,6 1 0,0 2 0,0 3 0,0 6 0,-5 2 0,5 3 0,1-1 0,-3 1 0,4-6 0,-5-1 0,-1-2 0,1-4 0,3-1 0,-3-2 0,1 0 0,-2-6 0,4-4 0,-5-8 0,3-4 0,-1-2 0,3-2 0,-3-8 0,1-1 0,4 1 0,0-5 0,0 1 0,-2-3 0,2 1 0,1-2 0,2 5 0,-1 2 0,-2 3 0,-2 2 0,-2-1 0,2 1 0,-1 7 0,-4 3 0,-5 3 0,0 2 0,-2 2 0,-8 3 0,-7 3 0,-6 7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5:55.4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288 15 8596,'-2'-8'0,"-3"3"0,-5 3 0,-3 2 0,-2 0 0,-1 0 0,-1 2 0,-1 5 0,-2 8 0,-2 2 0,3 8 0,-1 2 0,1 2 0,1 1 0,1-1 0,0-2 0,5-3 0,4-2 0,-3-2 0,6-5 0,2 0 0,3-6 0,5-4 0,5-4 0,-1-7 0,1-4 0,2-4 0,1-1 0,2 0 0,1-1 0,-1 1 0,0-5 0,0 0 0,0-1 0,1 1 0,-1 0 0,-2 0 0,-1 4 0,-2 1 0,2 0 0,0 0 0,0 1 0,-2 4 0,-5 3 0,5 7 0,2 0 0,0 7 0,0 3 0,-4 4 0,0 1 0,1 0 0,-1 5 0,4 1 0,-2-3 0,2-1 0,-3-2 0,-1 1 0,-1-1 0,3 0 0,-5 0 0,0-6 0,-12-3 0,-8 1 0,-9 2 0</inkml:trace>
  <inkml:trace contextRef="#ctx0" brushRef="#br0" timeOffset="381">91 243 8596,'6'-8'0,"-4"1"0,10 9 0,-5 3 0,1 5 0,-5 9 0,4 3 0,-2 1 0,0 4 0,5 2 0,-5 2 0,1-3 0,0-2 0,-2 2 0,4-4 0,-1 0 0,-4-4 0,4-8 0,0-2 0,1 0 0,4-2 0,-3-1 0,1-7 0,0-1 0,-2-5 0,6-2 0,-4-9 0,3-3 0,3 1 0,0-6 0,3-2 0,1-2 0,1 4 0,-6-1 0,0 1 0,0 1 0,0 1 0,1 6 0,-3 0 0,-1 3 0,-2 1 0,-6 6 0,2 0 0,-6 7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6:12.31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 61 8590,'-5'-10'0,"0"0"0,0 5 0,5-6 0,5 6 0,2-3 0,1 1 0,4 4 0,2 1 0,3 2 0,1 0 0,2 0 0,1 0 0,-8 2 0,-1 3 0,-2 5 0,-6 9 0,1 1 0,-4 0 0,-1 2 0,-1-3 0,-4 4 0,-6-1 0,-4-1 0,-3-6 0,-3 0 0,3 0 0,1 0 0,2-1 0,-1-2 0,1-2 0,7-7 0,3 4 0,10-7 0,5 0 0,3 0 0,9 0 0,2 0 0,0 2 0,-4 3 0,2-4 0,-2 6 0,-1-2 0,-2 0 0,-9 7 0,-3-2 0,-3 4 0,-2 1 0,-3-1 0,-6-3 0,-6 0 0,-4-6 0,2 3 0,-1-1 0,-2-4 0,-6-1 0,6-2 0,1 0 0,2 0 0,-3 0 0,0 0 0,1 0 0,2 0 0,9 0 0,10 0 0,11-2 0,6-3 0,8 3 0,-4-4 0</inkml:trace>
  <inkml:trace contextRef="#ctx0" brushRef="#br0" timeOffset="283">481 289 8590,'12'0'0,"1"0"0,4 0 0,0 0 0,2 0 0,-1 0 0,2 0 0,1 0 0,-6 0 0,0 0 0,0 0 0,0 0 0,-4 0 0,-1 0 0,0-7 0,-2 4 0,-3-7 0,-3 6 0,-2-9 0,0 4 0</inkml:trace>
  <inkml:trace contextRef="#ctx0" brushRef="#br0" timeOffset="634">633 122 8590,'-10'0'0,"0"0"0,6 1 0,-1 5 0,5-3 0,5 5 0,5-1 0,6 0 0,2-4 0,4 4 0,2 1 0,-4 1 0,4 3 0,-2-2 0,-4 2 0,-1 1 0,-3 4 0,-4 2 0,-5 1 0,-3 0 0,-2-3 0,0 2 0,0 1 0,-7 0 0,-3-5 0,-4 1 0,4-1 0,0 0 0,-2-1 0,-1-3 0,-3 0 0,3-6 0,1 3 0,4 1 0,1-1 0,-5-5 0,2 2 0,3-3 0,0-2 0,7-2 0,0-3 0,0-3 0,0-7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6:10.8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98 130 8572,'0'-10'0,"0"0"0,0 0 0,0-5 0,0-1 0,0 1 0,2 5 0,3 0 0,3 7 0,8-2 0,-6 3 0,0 4 0,0 3 0,0 6 0,0 8 0,0 0 0,4 6 0,-4 2 0,2-3 0,-7-1 0,-2 1 0,-1-2 0,-2 0 0,-7 3 0,-3-5 0,-3-1 0,-3-2 0,-4-4 0,-2-1 0,-1-2 0,2-6 0,-2 1 0,1-3 0,3-2 0,2 0 0,2 0 0,8-5 0,7-1 0,9 1 0,4-1 0,7 4 0,2-3 0,0 3 0,0 2 0,4 0 0,-4 0 0,1 0 0,-4-2 0,3-1 0,-2-2 0,0 2 0,-1 1 0,-2 2 0,-2 0 0,0-7 0,0-1 0</inkml:trace>
  <inkml:trace contextRef="#ctx0" brushRef="#br0" timeOffset="280">494 161 8572,'-9'-7'0,"-4"5"0,2-3 0,6 2 0,5-2 0,7 3 0,8-3 0,1 3 0,-1 2 0,7 0 0,1 0 0,3 0 0,-1 0 0,-6 0 0,1 0 0,-2 2 0,3 3 0,-4-3 0,3 3 0,-5-2 0,-5 2 0,-3-3 0,-7 3 0,0-10 0,0 2 0,0-8 0,-7 1 0,-1-5 0</inkml:trace>
  <inkml:trace contextRef="#ctx0" brushRef="#br0" timeOffset="530">691 39 8572,'0'-10'0,"0"0"0,0 6 0,0-9 0,5 13 0,2-2 0,1 6 0,3 7 0,4 0 0,0 2 0,0 4 0,0 3 0,-4-3 0,-3 5 0,0-2 0,1 1 0,-6 1 0,2-4 0,-3 2 0,-2-1 0,-2-2 0,-3-2 0,-3 0 0,-1 1 0,-4-3 0,3-3 0,-4-5 0,-1-3 0,5-2 0,0 0 0,6 0 0,-9 0 0,4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6:09.3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8952,'0'25'0,"0"2"0,0 5 0,0 0 0,0 9 0,0-1 0,0-1 0,1 4 0,3-6 0,1 2 0,0-11 0,-5 1 0,1-5 0,3-6 0,1-1 0,0-2 0,-5-8 0,0-7 0,0-8 0,0-6 0,0-1 0,0 0 0,0 0 0,5-1 0,0 1 0,-2 0 0,6 0 0,-1 0 0</inkml:trace>
  <inkml:trace contextRef="#ctx0" brushRef="#br0" timeOffset="348">244 229 8630,'-9'7'0,"1"-4"0,3 7 0,3-6 0,-3 2 0,10-6 0,5 0 0,6 0 0,2 0 0,4 0 0,2 0 0,-4 0 0,4-1 0,-1-3 0,1-1 0,-4 0 0,4 5 0,-2 0 0,-4 0 0,-1 0 0,-1 0 0,-3-2 0,-3-3 0,-3 2 0,-7-7 0,0 5 0,0-5 0,0-1 0,0-4 0</inkml:trace>
  <inkml:trace contextRef="#ctx0" brushRef="#br0" timeOffset="665">487 62 8630,'-15'0'0,"0"0"0,5 0 0,-1 0 0,8 0 0,1 1 0,9 3 0,2 2 0,2 3 0,3-4 0,1 3 0,2 1 0,3-1 0,-3 1 0,3 3 0,-4-2 0,-6 2 0,3 1 0,-4 2 0,1 0 0,0 1 0,-7-1 0,3 0 0,-5 2 0,-1 3 0,0-3 0,0 3 0,-1-3 0,-5-1 0,-2-5 0,-7 3 0,0 3 0,-1 0 0,1-5 0,0-2 0,5-7 0,0 2 0,6-3 0,-2-9 0,6-1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6:32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289 333 9548,'0'9'0,"0"-2"0,0-9 0,0-3 0,0 1 0,0-6 0,0 5 0,0-5 0,0 7 0,7-4 0,-5 14 0,3 3 0,-3 5 0,-2 5 0,1 4 0,3 8 0,1 4 0,-2 4 0,4 4 0,-2 2 0,-2-1 0,1 3 0,-1 1 0,2 1 0,0-1 0,2-1 0,-5-10 0,3-2 0,-4-4 0,-1-2 0,2 1 0,1-2 0,3-4 0,-3-5 0,-1-3 0,-2-2 0,0 0 0,5 1 0,0-1 0,-2 0 0,-1 0 0,-2 0 0,5-4 0,0-1 0,0-7 0,-5 2 0,0-10 0,0-5 0,0 2 0,0-3 0,0 0 0,0-3 0,0-1 0,0 0 0,0-1 0,0 1 0</inkml:trace>
  <inkml:trace contextRef="#ctx0" brushRef="#br0" timeOffset="667">92 349 9548,'-9'0'0,"-4"0"0,4 0 0,1 1 0,3 4 0,5-3 0,5 3 0,5-3 0,3-2 0,3 0 0,1 0 0,3 0 0,5 0 0,-1 0 0,1 0 0,1 0 0,-3 0 0,4-2 0,-5-1 0,0-2 0,0 1 0,-2 3 0,-4 1 0,-6-2 0,0-3 0,-7 3 0,4-5 0,-14 7 0,-3 0 0,3 0 0,-6 7 0,4 2 0</inkml:trace>
  <inkml:trace contextRef="#ctx0" brushRef="#br0" timeOffset="1269">31 318 9548,'-9'2'0,"4"3"0,2-2 0,-2 7 0,3-5 0,-3 6 0,3-8 0,2 4 0,6-9 0,0-1 0,3-2 0,-6-7 0,4 2 0,0-4 0,-6 2 0,6-1 0,0-4 0,1 0 0,1 0 0,3-3 0,-6-2 0,3 0 0,3 0 0,-4-3 0,2 4 0,0 1 0,-1-2 0,3 10 0,-6-3 0,3 2 0,-4 1 0,5 2 0,-5 4 0,5 12 0,-5-3 0,5 7 0,2 2 0,-3-4 0,1 2 0,2 2 0,-1-3 0,1 1 0,-2 2 0,2 1 0,2 2 0,1-1 0,0-2 0,0-2 0,1 0 0,-1 5 0,0 0 0,0-1 0,0-4 0,-1 4 0,-2-4 0,-2 2 0,2-2 0,-4 2 0,1-6 0,-3 3 0,-1 1 0,-5 5 0,0-6 0,0-3 0,-1-7 0,-4-4 0,3 1 0,-3-6 0,2 7 0,-1-4 0,-1 0 0,0 5 0,-2-11 0,-1 4 0</inkml:trace>
  <inkml:trace contextRef="#ctx0" brushRef="#br0" timeOffset="2151">198 105 9548,'-8'15'0,"-6"1"0,6 1 0,-2 1 0,-1 2 0,6 1 0,-5-6 0,0 2 0,2 3 0,-4-3 0,7 3 0,1-3 0,3-7 0,-1-1 0,-3-3 0,5 0 0,-2-8 0,6-3 0,6-5 0,-3-9 0,1-1 0,2-6 0,5 4 0,1 1 0,-1-1 0,-5-4 0,0 6 0,0 1 0,0 4 0,0 5 0,-5-2 0,6 7 0,-8 3 0,2 11 0,-5 6 0,-5 2 0,2 7 0,-6-1 0,1 3 0,-1-1 0,6-5 0,-4 4 0,0-2 0,6-2 0,-4-5 0,3 1 0,0-3 0,-3-3 0,3-1 0,-3-4 0,5-5 0,4 0 0,1-9 0,-2-4 0,4-2 0,0-2 0,0-2 0,-1-1 0,1-1 0,-4 6 0,2 0 0,1 0 0,-5 1 0,3 3 0,1 0 0,1 8 0,-2 0 0,1 6 0,0 0 0,-5 8 0,0 0 0,2 3 0,1 1 0,2 0 0,-2 0 0,-1 1 0,-2-1 0,0 0 0,0-5 0,2-1 0,3-3 0,-2-2 0,6-9 0,-2-5 0,3-4 0,-5-1 0,0 0 0,2-1 0,-6 6 0,4 0 0,-3-2 0,-2 6 0,0-1 0,0 9 0,0 3 0,0 3 0,0 7 0,2-5 0,3 1 0,-2-8 0,7 2 0,2-3 0,-3-2 0,1 0 0,-7 0 0,11 6 0,-6 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7:02.6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227 427 9318,'0'15'0,"0"-5"0,0 0 0,-1-7 0,-4 3 0,3-5 0,-12-1 0,13-1 0,-4-5 0,3-2 0,2-7 0,0 0 0,0 4 0,2 3 0,1 0 0,2-1 0,0 4 0,-5-5 0,0-2 0,0 4 0,0-3 0,0 0 0,0 2 0,0-1 0,0 5 0,2-3 0,3 1 0,-3 3 0,3 9 0,-4 11 0,-1 11 0,0 8 0,0 11 0,0 3 0,0 8 0,0 2 0,0-1 0,0-1 0,0 2 0,0-3 0,0-5 0,0-6 0,0-6 0,0-8 0,0-8 0,0-7 0,0-1 0,0-7 0,0-8 0,0-10 0,0-3 0,0-3 0,0 0 0,0-3 0,0-3 0,2 0 0,3 0 0,-3 0 0,3 3 0,-4-1 0,-1 2 0,0 1 0,7-5 0,2-2 0</inkml:trace>
  <inkml:trace contextRef="#ctx0" brushRef="#br0" timeOffset="449">106 305 9318,'-10'-5'0,"-1"0"0,6 0 0,-5 5 0,7 0 0,-2 0 0,10 0 0,5 0 0,5 0 0,5 0 0,6 0 0,2 0 0,3 0 0,-1-2 0,1-1 0,-1-2 0,-5 0 0,-1 5 0,-2 0 0,-3 0 0,-8 0 0,0 0 0,-8 0 0,-1 1 0,-7 4 0,-6-1 0,5 4 0,-3-1 0,6-2 0,-11-5 0,6 0 0</inkml:trace>
  <inkml:trace contextRef="#ctx0" brushRef="#br0" timeOffset="1582">60 229 9318,'-2'8'0,"-3"-1"0,-5 0 0,2-5 0,-2 3 0,4-4 0,-4-1 0,7 2 0,-2 3 0,5-3 0,5 3 0,3-10 0,8-5 0,-6-2 0,-2 0 0,1 2 0,-1-2 0,4-2 0,-4-1 0,3 0 0,-1 0 0,-2 0 0,4 5 0,-5-1 0,1 0 0,-3-1 0,4 0 0,-1 2 0,1 0 0,2 1 0,-2-3 0,-1 6 0,1-1 0,-1 0 0,-3-3 0,5 5 0,0 0 0,4 7 0,-2 3 0,-2 5 0,-5 3 0,5 4 0,0 2 0,-1 1 0,4 5 0,-3-4 0,4-3 0,1-1 0,-5-2 0,0 0 0,2 1 0,0-1 0,0-2 0,-2-2 0,0 2 0,-3-13 0,-7 0 0,-2-2 0,-6-8 0,-1 0 0,1 2 0,3-4 0,-5 5 0,-2-1 0,-2 4 0,-1-1 0,-2 3 0,-3 2 0,3 0 0,-3 0 0,1 0 0,-1 0 0,1 2 0,-4 2 0,-1 1 0,0-2 0,6 4 0,-4-2 0,0-2 0,5 1 0,-3-1 0,3 2 0,8 0 0,4-10 0,10-2 0,6-1 0,2-4 0,2-2 0,0-1 0,1 0 0,-1 5 0,0 2 0,0-1 0,0 2 0,1 1 0,-6 0 0,-2 8 0,-1 3 0,-2 4 0,-5 6 0,0 0 0,0 0 0,-7 0 0,-1 2 0,-2 2 0,0 1 0,5-5 0,-4-4 0,2 0 0,-3 3 0,3-1 0,-1-2 0,5-5 0,-2-12 0,8-5 0,4-2 0,1-2 0,1 0 0,2-1 0,0 1 0,-1 0 0,5 0 0,0 1 0,-1 2 0,-4 2 0,-2 7 0,-3-2 0,-3 10 0,5 3 0,-7 2 0,0 1 0,0-8 0,0 2 0,1-8 0,3-4 0,3-2 0,1-2 0,-5 2 0,4-1 0,0-2 0,-5 5 0,4 1 0,-7 6 0,-3 1 0,-1 4 0,0-3 0,5 12 0,0-11 0,2 5 0,3-1 0,-3 0 0,4-4 0,1 2 0,-5 2 0,5-3 0,-1 1 0,-4 6 0,6-9 0,-4 5 0,1 0 0,0-6 0,-5 13 0,0-6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7:01.31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 77 9318,'-8'0'0,"1"0"0,7 0 0,0 0 0,2 5 0,3 2 0,3 1 0,1 4 0,4-4 0,-3 3 0,6 0 0,4 3 0,-1 1 0,4-1 0,1-3 0,0 0 0,3 0 0,0-4 0,0-2 0,-4-3 0,-1-2 0,4 0 0,-6 0 0,-2-2 0,-1-3 0,-1 2 0,-1-7 0,0-2 0,-5 3 0,-1-1 0,-1-2 0,0-1 0,1-2 0,1-1 0,-3 8 0,-7 1 0,0 7 0,0 0 0,7 7 0,1 1 0</inkml:trace>
  <inkml:trace contextRef="#ctx0" brushRef="#br0" timeOffset="498">456 1 9318,'-8'7'0,"1"-6"0,7 6 0,0-7 0,2 0 0,3 0 0,5 0 0,2 2 0,0 1 0,-2 2 0,2-1 0,-1-1 0,1 0 0,-2 2 0,2-1 0,0-1 0,0 0 0,-2 3 0,2-3 0,-4-1 0,2-2 0,1 0 0,4 0 0,-7 0 0,-1 1 0,-9 4 0,-3 6 0,-5 2 0,2 4 0,-2 3 0,-4 4 0,-5 0 0,3 4 0,-5-2 0,4 2 0,2-2 0,0-1 0,0 0 0,0-1 0,4-2 0,3-7 0,0 0 0,-1 1 0,6-8 0,-2-6 0,8-9 0,2-2 0,14-7 0,-2-8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8:21.7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76 8697,'-14'-6'0,"3"-4"0,0-4 0,10 1 0,2 2 0,13 6 0,10-1 0,11 0 0,6 3 0,3 1 0,-4 2 0,1 0 0,1 0 0,2 0 0,-7 2 0,-5 1 0,-5 3 0,-8 4 0,-1-4 0,-6 3 0,-5-6 0,-14 4 0,-3-7 0,-4 0 0,-1 0 0,0 0 0,0 2 0,0 3 0,5 5 0,-1 10 0,1 6 0,2 2 0,-4 9 0,7 4 0,2 3 0,-4 2 0,2-1 0,1 1 0,3-1 0,1-1 0,0-3 0,0-6 0,1-4 0,4-6 0,-1-3 0,6-8 0,2-4 0,1-5 0,-3-5 0,1-7 0,0-8 0,3-14 0,1-10 0</inkml:trace>
  <inkml:trace contextRef="#ctx0" brushRef="#br0" timeOffset="500">737 92 8697,'14'15'0,"-4"0"0,-5 0 0,-3 6 0,-2 1 0,-2 3 0,-3 7 0,2 0 0,-6 7 0,1 0 0,-1 0 0,4-6 0,-3 5 0,1-5 0,4-2 0,1 1 0,2-12 0,0-1 0,0-2 0,0-2 0,5-8 0,2-7 0,0-11 0,-1-7 0,4-6 0,-3-8 0,2-2 0,3-1 0,-1-7 0,1 3 0,-2-2 0,2 1 0,2 1 0,1-2 0,-2 7 0,-3 7 0,4 5 0,-4 9 0,4 3 0,-4 12 0,-2 14 0,-1 13 0,-4 10 0,4 5 0,0 0 0,0-2 0,-1-1 0,5-8 0,-5 3 0,1-6 0,0-4 0,3-4 0,-3-9 0,1-3 0,-3-3 0,5-9 0,1-3 0,-3-5 0,4-10 0,-5-5 0,1-6 0,4-4 0,1 1 0,1-5 0,-2 0 0,-2 0 0,0 5 0,3 1 0,-1 6 0,-2 6 0,-4 6 0,4 5 0,-7 12 0,4 13 0,-2 9 0,0 4 0,5 3 0,-3-1 0,0-1 0,-1-4 0,6 2 0,-3-5 0,-1 2 0,6-6 0,-6 3 0,0-4 0,-2-2 0,2-7 0,-6-1 0,4-7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8:18.2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47 182 8737,'-9'-2'0,"2"-2"0,1-1 0,4 2 0,-5 8 0,2 9 0,0 9 0,0 11 0,5 17 0,0 5 0,0 3 0,0 1 0,5 5 0,2-3 0,0-4 0,-1-4 0,4-10 0,-3-11 0,2-6 0,-4-10 0,5-7 0,-5-8 0,3-2 0,-1-8 0,-4-6 0,-1-9 0,0-6 0,1-7 0,2-2 0,2-5 0,-4-6 0,4-3 0,2-2 0,-4 5 0,3-2 0,1 6 0,-1 4 0,4 5 0,1 13 0,3 8 0,-1 8 0,-2 19 0,-1 11 0,-2 15 0,-5 4 0,4 14 0,-1-1 0,-1-1 0,0-3 0,-2-4 0,-3-3 0,3-3 0,-4-4 0,4-8 0,-3-4 0,-2-5 0,2-10 0,3-4 0,-3-6 0,3-6 0,-2-5 0,0-8 0,2-6 0,6-9 0,-5-3 0,3-2 0,3-3 0,1-7 0,2-2 0,0 2 0,1 3 0,-1 6 0,0 6 0,0 9 0,1 9 0,-1 8 0,0 8 0,0 0 0,-6 14 0,-3 7 0,-1 13 0,0 10 0,-1 5 0,-2 2 0,-2-5 0,0-1 0,5-1 0,0-2 0,-2-5 0,-1-4 0,3-1 0,0-12 0,0-1 0,0-3 0,0 0 0,2-8 0,-2-3 0,5-3 0,-1-9 0,1-3 0,1-4 0,3-8 0,1-1 0</inkml:trace>
  <inkml:trace contextRef="#ctx0" brushRef="#br0" timeOffset="314">822 379 8737,'0'15'0,"0"1"0,0-1 0,0 0 0,0 0 0,0 0 0,0 1 0,0 1 0,0 3 0,0-2 0,0 6 0,0-2 0,0-3 0,2 3 0,3-2 0,5-2 0,3-2 0,3-6 0,-1-5 0,0-3 0,0-4 0,0-3 0,1-7 0,-1-7 0,0-3 0,0-5 0,1 2 0,-1-2 0,-2 5 0,-1 2 0,-3 3 0,-3 2 0,-1 6 0,-5 9 0,0 10 0,0 6 0,0 4 0,0-2 0,0 8 0,0 1 0,0 2 0,0-4 0,0-1 0,0-2 0,0-4 0,2-1 0,3-2 0,-2-6 0,8-4 0,-1-10 0,5-4 0</inkml:trace>
  <inkml:trace contextRef="#ctx0" brushRef="#br0" timeOffset="547">1339 121 8737,'0'25'0,"0"2"0,0 5 0,2 2 0,1 10 0,2 5 0,-1 3 0,-1 2 0,0 2 0,2-5 0,-1-4 0,3-6 0,-2-4 0,0-5 0,1-8 0,-2-6 0,6-4 0,2-4 0,-4-5 0,1-10 0,-1-7 0,1-7 0,-4 1 0,5-7 0,-7-8 0,4-5 0</inkml:trace>
  <inkml:trace contextRef="#ctx0" brushRef="#br0" timeOffset="763">1613 90 8737,'10'0'0,"-2"-1"0,-1-4 0,-2 5 0,-5 1 0,0 13 0,0 8 0,0 10 0,0 3 0,0 6 0,0 3 0,0 3 0,2 2 0,3 2 0,-3 1 0,4-5 0,-1-1 0,1-7 0,4-5 0,-4-6 0,1 0 0,0-3 0,0-12 0,-2 3 0,-4-13 0,5-3 0,-12-14 0,-2-9 0</inkml:trace>
  <inkml:trace contextRef="#ctx0" brushRef="#br0" timeOffset="1065">1598 440 8737,'-16'-7'0,"6"6"0,2-6 0,1 0 0,2 4 0,7-7 0,3-2 0,5 5 0,8 0 0,4 2 0,2 0 0,3 0 0,5 5 0,0 0 0,-3 0 0,-2 2 0,3 1 0,-1 4 0,-3 1 0,-3 2 0,-4 6 0,-1-1 0,-4 0 0,1-1 0,-6-3 0,1 0 0,0 0 0,-7-2 0,4-1 0,0-1 0,-6 0 0,4-2 0,-3-2 0,-2 7 0,0-6 0,0 3 0,0-7 0</inkml:trace>
  <inkml:trace contextRef="#ctx0" brushRef="#br0" timeOffset="1213">2023 151 8697,'-23'-7'0,"-1"4"0,5-5 0,-1-1 0,2 1 0,1 4 0,8-2 0,2 6 0,7 0 0</inkml:trace>
  <inkml:trace contextRef="#ctx0" brushRef="#br0" timeOffset="1832">2449 14 8745,'10'-8'0,"0"3"0,-6 6 0,1 10 0,-3 11 0,-2 10 0,5 8 0,0 9 0,0 5 0,1 5 0,-2 1 0,6 9 0,2-2 0,-4-2 0,2-10 0,1-6 0,-1-6 0,0-8 0,-5-5 0,5-4 0,-7-4 0,4-21 0,-7-7 0,0-11 0,-7-7 0,-1-6 0,-7-1 0</inkml:trace>
  <inkml:trace contextRef="#ctx0" brushRef="#br0" timeOffset="2282">2358 379 8745,'-5'-10'0,"0"0"0,1 2 0,11-3 0,8 5 0,9-1 0,6 5 0,6-3 0,6 3 0,7 2 0,0 0 0,7 0 0,1 0 0,2 0 0,1 5 0,-5 1 0,-4-1 0,-4 1 0,-6-4 0,-2 3 0,-4-3 0,-6-2 0,-5 0 0,-11-2 0,-3-3 0,-3 2 0,-7-7 0,-2-1 0,-3 3 0,-5-4 0,-9 5 0,-2 1 0,-3-1 0,4 2 0,-6 6 0,-1 3 0,-1 1 0,2 7 0,3-2 0,-1 3 0,0 3 0,6 1 0,-3 1 0,4 2 0,4 1 0,3-4 0,5 1 0,3 2 0,2-1 0,2-2 0,4-4 0,10-1 0,7-2 0,11-6 0,2 1 0,-1-5 0,2-5 0,-5-4 0,4-6 0,-4 0 0,-3 0 0,-2-1 0,-4 1 0,-1 0 0,-6 7 0,-8 4 0,-1 8 0,-4 6 0,-6 10 0,-4 5 0,0 4 0,0 2 0,2-3 0,4-1 0,-3-3 0,-1-2 0,0-2 0,7-6 0,3-4 0,3-3 0,8-7 0,-1 0 0,0-7 0,0-15 0,0-10 0</inkml:trace>
  <inkml:trace contextRef="#ctx0" brushRef="#br0" timeOffset="2666">3437 227 8745,'0'15'0,"0"1"0,0-1 0,0 2 0,0 3 0,0 10 0,0 13 0,2 6 0,3 6 0,-3 5 0,5-1 0,-2-2 0,0-1 0,2-9 0,-4 0 0,4-6 0,1-4 0,-4-3 0,2-10 0,-1-7 0,0-6 0,1-7 0,-6-4 0,-2-12 0,-2-5 0,-1-3 0,-1-7 0,2 0 0,-1-5 0,2-4 0,1-6 0,2 1 0,0-3 0,0-1 0,5-1 0,2 2 0,1 0 0,4-1 0,2 9 0,1-3 0,2 11 0,3 7 0,4 4 0,4 4 0,-1 4 0,-1 9 0,-6 7 0,4 10 0,-2 5 0,-4 8 0,-6 1 0,-3 4 0,-3-3 0,-2-1 0,-9-6 0,-5 1 0,-4-1 0,-1-1 0,-5-2 0,-2-7 0,0 0 0,0 0 0,-4-5 0,6-1 0,1-3 0,3 0 0,0-6 0,3-2 0,3-3 0,5-5 0,3-11 0,2-2 0</inkml:trace>
  <inkml:trace contextRef="#ctx0" brushRef="#br0" timeOffset="2964">3970 440 8745,'15'0'0,"-5"0"0,0-2 0,2-3 0,2-5 0,1 2 0,2-2 0,1-4 0,2-5 0,1 3 0,-6-5 0,-2 3 0,-2-3 0,2 5 0,-4-6 0,-1 1 0,-3 1 0,-3 0 0,-4 6 0,-3 4 0,-8 3 0,-9 9 0,0 3 0,0 5 0,-4 11 0,6 4 0,1 4 0,3 1 0,5 0 0,3 1 0,1-1 0,4 1 0,3-3 0,5-1 0,7-1 0,6 1 0,1-5 0,6-2 0,2-5 0,2-5 0,1-3 0,1-7 0,-1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8:16.8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457 472 8782,'-11'0'0,"1"0"0,-2 0 0,6-2 0,1-3 0,3-5 0,2-4 0,0-1 0,2 0 0,3 0 0,5 0 0,10 1 0,4 4 0,1 3 0,0 0 0,1 6 0,3-3 0,-4 8 0,2 1 0,-7 8 0,-1 4 0,-2 2 0,-2 3 0,-7-4 0,-3 6 0,-3-2 0,-4 5 0,-3-3 0,-7 1 0,-6 0 0,-6-4 0,-6 2 0,-1-1 0,1-1 0,0 0 0,-4-9 0,2 4 0,5-5 0,3-2 0,4 4 0,20-16 0,10 1 0,12-5 0,7-3 0,1-3 0,0 3 0,1 5 0,-1 3 0,1 2 0,-3 0 0,-2 0 0,1 7 0,-7 3 0,-3 5 0,-5 4 0,-7 1 0,-4 2 0,-1-4 0,-1 3 0,-4-3 0,-5 4 0,-9-1 0,-3-3 0,-2-1 0,-1-7 0,-5-1 0,-1-3 0,1 4 0,-1-4 0,1-3-2,0-1 0,4-2 1,3 0-1,1-2 1,3-1-3,2-3 0,9-5 0,1 2 2,0 1 0,7-6 1,0 6 1,9-1 0,4 3 0,2 6 0</inkml:trace>
  <inkml:trace contextRef="#ctx0" brushRef="#br0" timeOffset="502">882 320 8676,'0'-21'0,"0"1"0,0 2 0,-6-4 0,-5 0 0,-2-2 0,-2-3 0,-2 3 0,-3 1 0,-6 1 0,-3 3 0,-3-3 0,-3 2 0,-6 3 0,-3 5 0,-3 5 0,-4 7 0,-4 2 0,-4 3 0,3 10 0,2 12 0,1 9 0,4 10 0,4 8 0,6 10 0,7 3 0,5 3 0,15 7 0,2 10 0,6 0 0,4 0 0,14-6 0,8-10 0,10-7 0,9-7 0,8-1 0,3-12 0,2-10 0,3-4 0,9-10 0,5-1 0,4-2 0,-6-9 0,-3-4 0,-5-9 0,-6-9 0,-4-4 0,1-15 0,-3 1 0,-5-5 0,-6-5 0,-6-4 0,-4-4 0,-2-6 0,-4-3 0,-9-2 0,-3 2 0,-5 3 0,-5-1 0,-6 8 0,-8 6 0,-4 11 0,-10 5 0,3 10 0,-4 6 0,1 2 0,2 6 0,-1 1 0,5 2 0,-1 0 0,9 0 0,-1 0 0,1 0 0,8 7 0,-1 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8:36.6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106 1 8592,'-15'0'0,"0"0"0,7 0 0,-1 0 0,4 0 0,5 1 0,0 4 0,14-3 0,11 5 0,5-2 0,6 0 0,4 0 0,13-3 0,8 3 0,11-3 0,11 3 0,3-4 0,7-1 0,7 0 0,-44 0 0,1 0 0,2 0 0,0 0 0,1 0 0,0 0 0,-2 0 0,-1 0 0,-2 0 0,0 0 0,-1 0 0,0 0 0,2 0 0,1 0-50,4 0 1,0 0 0,-6 0 0,0 0-1,0 0 1,0 0 49,-5 0 0,1 0 0,0 0 0,1 0 0,0 1 0,1 0 0,2 0 0,1 1 0,2 1 0,-1-1 0,-3 0 0,0 0 0,1 1 0,-2 1 0,-2-1 0,0 0 0,2 1 0,2-1 0,3 0 0,1 1 0,-5 1 0,1 0 0,4-2 0,-1-1 0,-2 0 0,-1 1 0,1 1 0,0-1 0,2-1 0,1-1 0,2 3 0,1 1 0,-1-2 0,-1 0 0,-2-1 0,-1 0 0,-1 1 0,0 1 0,-1-1 0,1 0 0,3 1 0,1-1 0,2 1 0,1-1 0,-5 0 0,0-1 0,1-1 0,-1 0 0,-3 0 0,0 1 0,-2 0 0,0 1 0,3 0 0,1-1 0,0-2 0,0 0 0,-2 0 0,-1 0 0,-3 0 0,0 0 0,45 0 0,-1 0 0,3 0 0,1 0 0,-6 0 0,-2 0 0,-9 0 0,-10 0 0,-4 0 0,-9 0 0,-3 0 0,-6 0 0,-2 0 0,-3 0 0,1 0 0,3 0 0,-3 2 0,-8 1 0,-4 2 0,-3-1 0,11-3 0,3-1 0,1 0 0,-4 0 0,-11 0 0,-11 0 0,-3 0 296,-9 0-296,-1 0 0,-27 0 0,-6 0 0</inkml:trace>
  <inkml:trace contextRef="#ctx0" brushRef="#br0" timeOffset="1082">91 1050 8590,'-15'0'0,"2"2"0,2 3 0,-2-4 0,4 6 0,1 0 0,-4-4 0,7 7 0,0-5 0,5 6 0,8-8 0,8 2 0,7-3 0,6-2 0,13 0 0,6 0 0,6 0 0,8 0 0,1 0 0,8 0 0,1 0 0,-1-5 0,4 0 0,2 1 0,3 3 0,3 1 0,-2-6 0,10 1 0,3 0 0,-1-1 0,4 4 0,-11-3 0,5 3 0,5 2 0,2 0 0,-47 0 0,0 0 0,43 0 0,-6 0 0,2 0 0,-2 0 0,6 0 0,-43 0 0,0 0 0,42 0 0,-4 0 0,-3 0 0,-1 0 0,6 0 0,7 0 0,2 0 0,-49 0 0,1 0 0,46 0 0,0 0 0,0 0 0,-48 0 0,1 0 0,49 0 0,-1 0 0,-1 0 0,-3 0 0,-4 5 0,-5 0 0,-3-1 0,0-3 0,0-1 0,6 0 0,-2 0 0,-5 0 0,3 0 0,-13 0 0,8 0 0,6 0 0,9 0 0,-1 0 0,-4 0 0,-6-1 0,-8-3 0,2-1 0,3 2 0,-3 1 0,1 2 0,-4 0 0,-8 0 0,-4 0 0,3 2 0,-14 1 0,-5 2 0,-1-1 0,-7-3 0,1-1 0,3 0 0,-5 0 0,1 0 0,0 0 0,-2 0 0,0 0 0,12 0 0,-1 0 0</inkml:trace>
  <inkml:trace contextRef="#ctx0" brushRef="#br0" timeOffset="2099">715 183 8639,'1'-8'0,"3"1"0,1 0 0,0 6 0,-3-11 0,3 7 0,-4-7 0,6 3 0,-5 1 0,1 5 0,2 6 0,0 12 0,-5 14 0,0 10 0,5 8 0,0 17 0,-1 5 0,-2 9 0,-2 5 0,5 1 0,1 3 0,3-6 0,-4-10 0,3-7 0,1-7 0,-1-6 0,-3-17 0,4-9 0,-2-6 0,3-13 0,-5-6 0,0-6 0,-5-9 0,0-7 0,0-2 0</inkml:trace>
  <inkml:trace contextRef="#ctx0" brushRef="#br0" timeOffset="2766">1505 290 8609,'16'0'0,"-1"0"0,0 0 0,-5-5 0,-1-2 0,-3-2 0,-2 6 0,-9-2 0,-4 3 0,-8 4 0,-1 3 0,-2 5 0,-6 9 0,4 1 0,-1-1 0,4 2 0,-3 1 0,2 0 0,-1 0 0,1-1 0,5-4 0,0 1 0,0 2 0,-1 1 0,1-6 0,0 0 0,6-6 0,9-4 0,11-10 0,4-7 0,5-7 0,-3 2 0,3-5 0,-3 2 0,-2 0 0,1-6 0,-1 4 0,0-1 0,0 4 0,0-1 0,1 3 0,-1 2 0,0 0 0,-5 6 0,0 4 0,2 3 0,2 2 0,-4 2 0,0 3 0,2 5 0,-4 5 0,1 4 0,-1 1 0,1 1 0,2 1 0,-2-6 0,-1 5 0,1-4 0,-1-2 0,-3-5 0,5 0 0,2 2 0,-3 0 0,-1 0 0,-1-2 0,-2-7 0,-5 11 0,0-6 0</inkml:trace>
  <inkml:trace contextRef="#ctx0" brushRef="#br0" timeOffset="3098">1369 502 8609,'0'-10'0,"0"0"0,0-2 0,0 6 0,1-1 0,3 9 0,1 3 0,1 5 0,0 8 0,2 4 0,0 2 0,6 1 0,-4 6 0,2-1 0,-2 1 0,4-1 0,-4 0 0,3-1 0,2-4 0,-4-3 0,-1-6 0,2-3 0,1-3 0,-3-3 0,0-7 0,2 0 0,2 0 0,1-8 0,0-6 0,0-5 0,0 1 0,1-6 0,-1 1 0,0-3 0,0 1 0,-5 6 0,-1-1 0,-2 3 0,3 2 0,-5 0 0,0 0 0,2-1 0,1 1 0</inkml:trace>
  <inkml:trace contextRef="#ctx0" brushRef="#br0" timeOffset="3398">2174 244 8597,'14'-15'0,"-4"0"0,-3-1 0,0 1 0,-6 5 0,4 0 0,-3 8 0,-2 2 0,0 9 0,0 11 0,0 7 0,0 5 0,0 4 0,0 11 0,2-2 0,1 3 0,2-1 0,0-1 0,-5-1 0,0 1 0,0 0 0,5-8 0,0-2 0,-1-4 0,-2-2 0,-2-6 0,0-4 0,0-3 0,0-2 0,0-6 0,0-2 0</inkml:trace>
  <inkml:trace contextRef="#ctx0" brushRef="#br0" timeOffset="4166">3285 457 8595,'0'-15'0,"0"-1"0,0 1 0,5 0 0,0 0 0,0-2 0,1-3 0,-4 1 0,5-5 0,0 2 0,-4-5 0,6 2 0,-3-2 0,-1 2 0,2 4 0,-5 5 0,5 2 0,-1 4 0,-4 8 0,3 16 0,-3 11 0,-2 19 0,0 5 0,0 7 0,0 6 0,0 2 0,0-3 0,0 0 0,0-7 0,0-1 0,0-4 0,0-4 0,0 11 0,7-22 0,1 10 0</inkml:trace>
  <inkml:trace contextRef="#ctx0" brushRef="#br0" timeOffset="4650">4410 366 8637,'1'-16'0,"3"0"0,1-5 0,0 4 0,-5 0 0,0 11 0,2 9 0,1 17 0,2 7 0,-2 7 0,-1 7 0,-2 8 0,0 0 0,0-5 0,0 1 0,0-6 0,0 0 0,0 3 0,0-6 0,0-2 0,0-4 0,0-5 0,0 2 0,2-6 0,3-3 0,-3-8 0,11 4 0,-4-6 0</inkml:trace>
  <inkml:trace contextRef="#ctx0" brushRef="#br0" timeOffset="4880">4851 350 8637,'8'-6'0,"-3"-4"0,2-4 0,-2-1 0,-2 0 0,1 6 0,-1 6 0,2 6 0,-1 7 0,2 11 0,-1 6 0,-1 6 0,-2 8 0,-2 3 0,0 1 0,0-1 0,0-3 0,1 3 0,3-5 0,1 1 0,-2 1 0,0-12 0,1 1 0,1-3 0,-2-3 0,6-7 0,1-9 0,3-1 0,3-2 0,-1-5 0</inkml:trace>
  <inkml:trace contextRef="#ctx0" brushRef="#br0" timeOffset="5097">5429 366 8637,'23'-16'0,"-3"1"0,-9 0 0,-5 8 0,-6 7 0,0 12 0,0 12 0,0 3 0,-1 13 0,-3 3 0,-1 0 0,-2-4 0,4-1 0,-2-3 0,2 0 0,1 3 0,2-5 0,0 1 0,0-5 0,2-2 0,3-12 0,-4 4 0,6-11 0</inkml:trace>
  <inkml:trace contextRef="#ctx0" brushRef="#br0" timeOffset="5800">6432 381 8664,'0'-10'7,"0"0"1,-2 1-8,-3-1 1,2 3-1,-7 9 1,-2 3-1,-1 5 0,-3 5 0,-1 6 0,-3 4 0,2 4 0,-8 1 0,1 0 0,1 1 0,2-6 0,7-1 0,0-2 0,0-4 0,1-1 0,4-1 0,5-10 0,10-6 0,3-6 0,8-10 0,-1 1 0,0-5 0,0-2 0,2 0 0,2-2 0,1 1 0,0-1 0,-4-3 0,-1 3 0,0 2 0,-2 2 0,-1 5 0,-2 0 0,1 6 0,4 4 0,-7 5 0,-1 5 0,-2 5 0,0 4 0,-2 1 0,1 0 0,-1 2 0,2 2 0,-1 1 0,2 0 0,1-5 0,2 1 0,-4-1 0,5 0 0,0 0 0,-2 1 0,-1-1 0</inkml:trace>
  <inkml:trace contextRef="#ctx0" brushRef="#br0" timeOffset="6148">6204 579 8659,'0'-11'0,"0"1"0,0 0 0,0 3 0,2 7 0,3 9 0,-3 9 0,4 4 0,1 2 0,3 3 0,-1-3 0,1 1 0,2 2 0,1 2 0,1-6 0,-3-1 0,0-1 0,0-1 0,3 0 0,1-6 0,0-2 0,1-2 0,-1-7 0,0 2 0,0-5 0,0-5 0,1-5 0,0-9 0,5-1 0,-9-5 0,3 3 0,-2 0 1,2-2 3,6 1 0,-3 4 0,6-1 9,-2 3 0,-2 3 9,-5 4-22,-6 3 0,-16 7 0,-10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8:44.6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160 1 8649,'-15'8'0,"-1"-3"0,1-3 0,0-2 0,0 0 0,0 0 0,-1 0 0,1 0 0,0 0 0,5 0 0,0 0 0,8 0 0,2 0 0,7 0 0,10 0 0,3 0 0,5 0 0,4 0 0,3 0 0,4 0 0,4 0 0,-1 0 0,3 0 0,6 0 0,6 0 0,6 0 0,6 0 0,5 0 0,17 0 0,8-2 0,-44 1 0,-1-1 0,3 0 0,1-1 0,0 1 0,1 1 0,1 0 0,1 0 0,3 1 0,0 0 0,0 0 0,1 0-37,2 0 0,-1 0 0,-5 0 0,0 0 0,1 1 0,-1 0 0,-2 0 0,-1 1 37,1 0 0,0 1 0,2 2 0,0 0 0,3-2 0,0-1 0,-3 0 0,1 0 0,2 1 0,1 0 0,-5 1 0,-1-1 0,5 1 0,0-1 0,3 1 0,0-1 0,2-2 0,-2 1 0,-3 1 0,0 1 0,2-1 0,1-1 0,1 0 0,0 1 0,1 1 0,1-1 0,0-2 0,0-1 0,0 3 0,1 0 0,1-3 0,1 1 0,0 2 0,0-1 0,-2 1 0,-1-1 0,-1 1 0,0-1 0,-1 1 0,0-1 0,2 1 0,-1 0 0,-3 2 0,-1 0 0,4-2 0,-2-1 0,-4 0 0,-1 1 0,-6 0 0,0 1 0,1-4 0,0 1 0,-2 2 0,-1 1 0,2-1 0,-1-1 0,48 3 0,-7 0 0,-9-5 0,-8 0 0,-8 0 0,-13 0 0,-4 0 0,-4 0 0,-1 0 0,1 5 0,1 0 0,-3-1 0,-2-3 0</inkml:trace>
  <inkml:trace contextRef="#ctx0" brushRef="#br0" timeOffset="141">6440 183 8649,'-64'0'0,"-1"0"0,-29 0 0,52 0 0,18 0 0</inkml:trace>
  <inkml:trace contextRef="#ctx0" brushRef="#br0" timeOffset="850">342 837 8707,'-15'0'0,"0"0"0,0 0 0,-1 0 0,1 0 0,0 0 0,0 0 0,0 0 0,-1 0 0,6 0 0,0 0 0,7 0 0,4 5 0,13 2 0,6 0 0,4 0 0,3 3 0,8-3 0,6-1 0,5 3 0,4-1 0,1 2 0,8 4 0,5-2 0,4-2 0,5 0 0,6 3 0,4-1 0,1-2 0,2-1 0,7 3 0,5-2-1,-45-4 1,1 0 0,-4-3-1,1 0 1,2 0 0,-1-1-1,48 0-1,-6-2 1,-43 0 0,0 0 0,0 1 0,1 0 0,1 0 0,0 1-52,0 1 0,-1-1 0,46 3 0,-48-4 0,1-2 52,0 1 1,1 0-1,3 3 1,0-1-1,1 1 1,0 0-1,-1-2 1,-1 1-1,1-1 1,0 1-1,1 1 0,0-1 1,0-1-1,1 0 1,3 2-1,2-1 1,0-1-1,1 0 0,-2-1 1,-1 0 0,-2 0 0,-1 0-1,1 0 1,1 0 0,0 0 0,2 0-1,1 0 1,1 0 0,-5 0 0,0 0 0,1 0 0,-1 0-1,-3 0 1,0 0-1,-2 0 1,0 0 0,1 0 0,0 0 0,0 0 0,0 0 0,0 0 0,-1 0 0,46 0 0,-9 0 0,-5 0 0,1 0 0,3 0 0,-6 0 0,7-2 0,-8-1 0,-7-2 0,-1-2 0,-11 4 0,-8-3 0,-7 3 0,-13-4 0,1 2 0,-3 2 0,3 1 0,-6-3 0,2 0 0,-5 0 0,0-2 0,-5 12 0,0-3 0</inkml:trace>
  <inkml:trace contextRef="#ctx0" brushRef="#br0" timeOffset="1615">920 138 8623,'9'-15'0,"-3"-1"0,-6 1 0,2 7 0,3 3 0,-3 5 0,3 6 0,-3 11 0,-2 12 0,0 10 0,1 12 0,4 4 0,-3 6 0,3 3 0,-2 4 0,1 1 0,1 4 0,2-7 0,-4-5 0,2-9 0,-2-5 0,4-8 0,0-7 0,1-10 0,3-8 0,4-14 0</inkml:trace>
  <inkml:trace contextRef="#ctx0" brushRef="#br0" timeOffset="2000">1802 290 8615,'2'-29'0,"1"2"0,2 2 0,-1-2 0,-3-2 0,-1 0 1,0 4 3,0 5 0,0 6 0,0 11-3,0 13 0,0 17 1,0 15-1,0 9-1,0 10 0,-5 1 0,0 7 0,2-1 0,1-7 0,4-7 0,1-2 0,4-3 0,1-1 0,-4-9 0,2-4 0,0-5 0,-1-4 0,5-4 0,-5-7 0,13 0 0,-1 0 0</inkml:trace>
  <inkml:trace contextRef="#ctx0" brushRef="#br0" timeOffset="2247">2471 259 8629,'15'-10'0,"-1"0"0,-2 0 0,-2 2 0,-7 1 0,4 20 0,-7 8 0,0 7 0,0 8 0,0 3 0,2 8 0,1 2 0,2 2 0,0-1 0,-3-4 0,1 0 0,2-1 0,0-6 0,-3-3 0,1-4 0,2-2 0,1-6 0,0 4 0,3-4 0</inkml:trace>
  <inkml:trace contextRef="#ctx0" brushRef="#br0" timeOffset="2497">3171 320 8620,'15'-15'0,"-2"0"0,-1 1 0,-2 4 0,-6 5 0,1 10 0,-4 5 0,-1 16 0,0 4 0,0 4 0,0 3 0,2-3 0,1 6 0,4 3 0,2 1 0,-6-4 0,4-1 0,-2 0 0,0 0 0,5-5 0,-5-1 0,0-6 0,2-6 0,1-5 0,8 0 0</inkml:trace>
  <inkml:trace contextRef="#ctx0" brushRef="#br0" timeOffset="2731">3779 244 8618,'13'2'0,"-1"1"0,-2 2 0,-6 7 0,1-2 0,-4 11 0,-1 2 0,0 4 0,0 2 0,0 3 0,0 7 0,0-2 0,0 2 0,0 3 0,0-3 0,0 0 0,0-2 0,0-3 0,0-2 0,0-2 0,0 1 0</inkml:trace>
  <inkml:trace contextRef="#ctx0" brushRef="#br0" timeOffset="3250">4965 381 8672,'0'-15'0,"0"0"0,-2 1 0,-1 2 0,-2 2 0,0 5 0,5-5 0,-2 10 0,-1 5 0,-2 14 0,1 11 0,2 11 0,2 4 0,0 14 0,0 2 0,0-3 0,0 8 0,0-4 0,0-1 0,0 0 0,0-4 0,0-4 0,0-10 0,0-4 0,0-10 0,7-7 0,2-7 0</inkml:trace>
  <inkml:trace contextRef="#ctx0" brushRef="#br0" timeOffset="3547">5695 320 8674,'15'0'0,"-7"-6"0,-1 11 0,-7 1 0,0 11 0,0 9 0,-5 9 0,0 7 0,2 6 0,1 2 0,2 11 0,0-3 0,0-1 0,0 2 0,0-6 0,0-3 0,0-2 0,0-3 0</inkml:trace>
  <inkml:trace contextRef="#ctx0" brushRef="#br0" timeOffset="4482">1300 351 8587,'9'-16'0,"3"1"0,-7 0 0,-2 0 0,-1 0 0,-2-1 0,0 1 0,-2 7 0,-3 4 0,-5 8 0,-4-1 0,-1 9 0,2 3 0,2 4 0,-2 6 0,3-3 0,-4 0 0,-1 0 0,0 3 0,0-4 0,1-3 0,4-1 0,-2 3 0,5 1 0,-1-3 0,5-8 0,-3-3 0,12-9 0,2-3 0,0-5 0,6-5 0,-6-4 0,3-1 0,-1 2 0,-5-4 0,3 1 0,1 3 0,-1 1 0,-3-2 0,4 2 0,-1 4 0,1-1 0,-4 3 0,3-1 0,-1 2 0,5 6 0,-2-1 0,2 5 0,-2 5 0,3 5 0,-3 9 0,2 1 0,-2-1 0,4 3 0,-4-2 0,3-1 0,1-1 0,-2 1 0,-2 1 0,2-1 0,-4-2 0,1-2 0,-3 0 0,0 0 0,-6 0 0,-7 1 0,-2-1 0</inkml:trace>
  <inkml:trace contextRef="#ctx0" brushRef="#br0" timeOffset="4814">1179 503 8587,'8'-10'0,"-3"-1"0,4 8 0,-8-2 0,4 10 0,-3 5 0,-2 5 0,0 6 0,0 2 0,0 1 0,5 5 0,2-4 0,0 2 0,-1-2 0,6 3 0,-2-8 0,2-2 0,-2-1 0,2-2 0,-5-1 0,1-4 0,4-5 0,2-3 0,1-2 0,0 0 0,0-7 0,0-3 0,1-5 0,-1-5 0,0 1 0,0-5 0,1 2 0,-1 4 0,0-4 0,-2 1 0,-1 3 0,-2 1 0,-6 2 0,1 0 0,-3 4 0,-2 1 0,0 7 0,0-4 0</inkml:trace>
  <inkml:trace contextRef="#ctx0" brushRef="#br0" timeOffset="5716">5315 488 8637,'6'-9'0,"3"-4"0,6 2 0,-7 3 0,-2-2 0,-5-2 0,-2 5 0,-5 2 0,-2 10 0,-9 5 0,-3 4 0,-5 1 0,3 0 0,0 1 0,1 0 0,1 5 0,0-4 0,5 3 0,1-3 0,4-2 0,-2-5 0,5-1 0,1-1 0,-1 0 0,3-4 0,9 1 0,-1-3 0,6-4 0,2-3 0,1-4 0,3-6 0,-1-2 0,0-1 0,0-3 0,-5-1 0,0 4 0,1-4 0,-3-2 0,6 6 0,-6-3 0,0 5 0,6 0 0,-4 3 0,4 1 0,1 2 0,0 8 0,0 2 0,-5 7 0,1 8 0,-1 0 0,0 2 0,0 3 0,-5-3 0,3 4 0,1-3 0,-1 3 0,2-5 0,4 5 0,-2-6 0,-2-5 0,-2 4 0,4-6 0,-2 0 0,-6-1 0,3-7 0,-7 7 0,0 1 0</inkml:trace>
  <inkml:trace contextRef="#ctx0" brushRef="#br0" timeOffset="6065">5147 609 8637,'2'15'0,"3"2"0,5 4 0,2-5 0,0 5 0,-2-4 0,2-2 0,1 0 0,3 0 0,-1 0 0,0 1 0,0-8 0,0-1 0,1-2 0,-1 0 0,0 0 0,0-7 0,0-3 0,1-5 0,-1-3 0,0-3 0,0 0 0,0-5 0,-1 4 0,-2-3 0,-4 3 0,-1 2 0,3 5 0,-5 0 0,0 0 0,-5 8 0,0 4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8:55.4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144 77 8619,'-2'8'0,"-3"-2"0,2-5 0,-8-1 0,0 0 0,2 0 0,-1 0 0,7 0 0,-4 0 0,14 0 0,6 0 0,11 0 0,11 0 0,14 0 0,10 0 0,11 0 0,14 0 0,14 0 0,-48 0 0,2 0 0,4 0 0,2 0 0,1 0 0,-1 0 0,2 0 0,2 0 0,3 2 0,1 1 0,-1 0 0,-1-1 0,-1 0 0,-1 0-72,-3-2 0,-2 1 1,-1 2-1,0-1 1,0 1-1,-1 0 72,4-2 0,-1 1 0,1-1 0,0 0 0,0-1 0,1 0 0,-1-1 0,0 0 0,2-1 0,1 1 0,3-2 0,0 0 0,3 0 0,1 0 0,1 1 0,0 0 0,2 0 0,0-1 0,1 2 0,-1-1 0,1-1 0,0-1 0,0 1 0,1 1 0,-1 0 0,1 1 0,3 0 0,-1 0 0,-5 1 0,0 0 0,5 0 0,0 0 0,-5 0 0,-1 0 0,-5 0 0,1 0 0,5-1 0,0 0 0,-1 0 0,-1-1 0,0 0 0,0-1 0,-3 0 0,-2 1 0,-4 2 0,-1 0 0,1 0 0,1 0 0,2 0 0,-1 0 0,3-1 0,-1 0 0,-6 0 0,-1-1 0,42-3 0,-14 0 0,-13-2 0,-4 5 0,-12-8 0,0 0 0,-1-7 0</inkml:trace>
  <inkml:trace contextRef="#ctx0" brushRef="#br0" timeOffset="1086">52 974 8631,'-10'-10'0,"0"0"0,7 5 0,-2-5 0,-2 5 0,2-6 0,-2 8 0,2-2 0,5 3 0,0 2 0,7 0 0,8 0 0,0 0 0,9 5 0,6 0 0,11 1 0,8-1 0,7 0 0,11 1 0,9-2 0,9 1 0,4-2 0,4-1 0,4-2 0,-47 0 0,1 2 0,1 0 0,1 1 0,-1-2 0,0-1 0,-1 3 0,0-1 0,45 0 0,-3-2 0,0 0 0,3-2 0,-45 1 0,0-1 0,1 0 0,0-1 0,1 0 0,-1 1 0,0 2 0,-1 0 0,1 0 0,-1 0 0,3 0 0,0 0 0,0 0 0,0 0 0,5 0 0,-1 0 0,0 0 0,1 0-68,-2 0 0,1 0 0,-1 0 0,0 0 0,-2 0 0,0 0 68,1 0 0,0 0 0,0 0 0,-1 0 0,-1-1 0,-1 0 0,-1 0 0,0-1 0,1-1 0,-1 1 0,2 0 0,-1 0 0,45 1 0,-45 1 0,0 0 0,-1 0 0,-1 0-18,49 0 0,0-5 0,-6 0 0,2 1 18,-1 3 0,5 1 0,-1 0 0,-48 0 0,0 0 0,0 0 0,-1 0 0,45 0 0,1-2 0,-1-2 0,1-1 0,-3 0 0,0 4 0,-10-3 0,-12-1 0,-16 0 0,-7 3 0,-8-1 0,-3-2 1,-1-2 0,-6 4-1,1-2 0,-1-5 0,1 5 0,-1 0 0</inkml:trace>
  <inkml:trace contextRef="#ctx0" brushRef="#br0" timeOffset="1865">615 168 8634,'0'-8'15,"0"4"0,0 15-15,0 9 0,0 14 0,0 6 1,0 6-1,0 4 0,0 10 0,0 5 0,0-2 0,0-6 0,2-4 0,1-8 0,2 1 0,14 0 0,-2-1 0</inkml:trace>
  <inkml:trace contextRef="#ctx0" brushRef="#br0" timeOffset="2415">1619 290 8658,'0'-15'0,"0"-1"0,0 1 0,0 0 0,0 0 0,0 0 0,0 20 0,0 12 0,0 13 0,0 11 0,0 9 0,0 4 0,0 2 0,0 0 0,5-7 0,2 3 0,1-3 0,4-3 0,8 3 0,4-10 0</inkml:trace>
  <inkml:trace contextRef="#ctx0" brushRef="#br0" timeOffset="2784">2683 381 8667,'5'-15'0,"2"0"0,1 0 0,-3 1 0,4 2 0,-1 2 0,1-2 0,-1-1 0,4-3 0,-3 1 0,-3 0 0,6 0 0,-3 0 0,1-1 0,0 1 0,-7 5 0,2 0 0,-3 8 0,-2 4 0,0 13 0,0 14 0,0 10 0,0 11 0,-2 5 0,-3-1 0,4 3 0,-5-6 0,5-2 0,1-2 0,0 4 0,0-1 0,7 1 0,1-5 0</inkml:trace>
  <inkml:trace contextRef="#ctx0" brushRef="#br0" timeOffset="3167">3884 214 8662,'0'-15'0,"0"-1"0,0 1 0,0 0 0,0 0 0,0 0 0,0-1 0,0 16 0,0 11 0,0 12 0,0 11 0,0 10 0,2 8 0,1 1 0,3-1 0,0 0 0,-2-3 0,1 2 0,7 0 0,-4-6 0</inkml:trace>
  <inkml:trace contextRef="#ctx0" brushRef="#br0" timeOffset="3583">5086 183 8654,'13'-1'0,"-3"-4"0,-3-4 0,-7 2 0,0 9 0,-2 13 0,-3 14 0,4 3 0,-6 10 0,0 6 0,5-1 0,-3 7 0,4-2 0,1-1 0,0 2 0,0-6 0,-7 5 0,-2-6 0</inkml:trace>
  <inkml:trace contextRef="#ctx0" brushRef="#br0" timeOffset="4449">1132 381 8632,'9'-7'0,"2"4"0,-4-7 0,2-2 0,-1-1 0,2-3 0,-5 1 0,-3 0 0,-2 5 0,0 0 0,0-2 1,-7 5-1,-3 2 1,-3 5-1,-3 5 0,-4 3 1,-2 8-1,0 1 0,0 3 0,-3 2 0,3 5 0,0-2 0,0 2 0,2-5 0,4-2 0,1-3 0,0-1 0,2-1 0,1-2 0,2-3 0,8 2 0,2-7 0,7-6 0,10-10 0,1-2 0,2-2 0,2 0 0,-3-2 0,1-2 0,-1-1 0,-2 0 0,-2 4 0,0 1 0,4 0 0,-2 0 0,-4 1 0,1 4 0,-1 5 0,2 3 0,1 2 0,-1 0 0,-2 7 0,-1 3 0,-2 5 0,2 6 0,-4-4 0,1 3 0,-1-3 0,1-2 0,-6 0 0,4 0 0,0 1 0,-6-1 0,4 0 0,-3 0 0,-2 0 0,0 1 0</inkml:trace>
  <inkml:trace contextRef="#ctx0" brushRef="#br0" timeOffset="4782">965 503 8635,'0'-10'0,"0"-1"0,0 0 0,0 2 0,0-1 0,2 7 0,3-1 0,5 8 0,-2 9 0,2 9 0,2 2 0,2 3 0,-1 2 0,-1 1 0,-2 0 0,2 1 0,-4-2 0,3-4 0,-1-3 0,-2 0 0,4-5 0,-5 3 0,1-3 0,-3-9 0,5-3 0,1-5 0,2-5 0,-3-5 0,4-5 0,-4-4 0,3-1 0,3 2 0,-1-4 0,0 1 0,0 3 0,0 1 0,-4 2 0,-1 1 0,0 2 0,-2 2 0,-1 5 0,-7-5 0,7 7 0,1-4 0</inkml:trace>
  <inkml:trace contextRef="#ctx0" brushRef="#br0" timeOffset="5700">5420 305 8664,'14'-2'0,"-4"-3"0,-2 2 0,-3-7 0,-5 6 0,0-1 0,-1 10 0,-9 6 0,-1 2 0,3 2 0,-6 6 0,4-1 0,-3-2 0,-2-1 0,1-1 0,2-1 0,2 0 0,-2 0 0,4-5 0,-2 0 0,6 1 0,-2-10 0,7-6 0,3-7 0,1-3 0,7-7 0,-2-3 0,3-4 0,1 4 0,-3-1 0,-2 1 0,-2 1 0,3-3 0,-3 7 0,-1 2 0,3 1 0,-1 1 0,-3 8 0,5 3 0,-4 3 0,4 4 0,0 3 0,-2 5 0,4 5 0,-5 4 0,1 3 1,4 2 0,-3-6 1,-1 4-1,0-2-1,1 1 1,-6-1-1,2-5 1,-1 2-1,1 3 0,-4-8 0,5 3 0,-5-1 0,-1-1 0,0-3 0,0 1 0,0 0 0,-7 3 0,-1 1 0</inkml:trace>
  <inkml:trace contextRef="#ctx0" brushRef="#br0" timeOffset="6066">5375 442 8671,'10'15'0,"0"0"0,-7 1 0,4-1 0,-2 0 0,0 0 0,5 2 0,-3 2 0,0 1 0,0-1 0,3-3 0,-5 0 0,0-3 0,2-3 0,-4 2 0,7-7 0,-5 0 0,5-5 0,-5-1 0,4-5 0,-1-4 0,1-3 0,-4-2 0,3-1 0,-1 1 0,-4 0 0,4 0 0,0 0 0,1-1 0,-4 1 0,2 0 0,1 0 0,-5 6 0,5-4 0,-7 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9:23.2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168 244 8724,'0'10'0,"0"0"0,-2-6 0,-3 1 0,3-3 0,-4-2 0,6 0 0,0 0 0,0-7 0,0 3 0,0-6 0,0 7 0,0-5 0,0 2 0,0 5 0,0-6 0,1 7 0,4 0 0,-3-2 0,3-3 0,-2 4 0,2-4 0,-3 3 0,5 2 0,-7-7 0,0 5 0,2-4 0,3 6 0,-4 6 0,4 5 0,-3 2 0,-2 4 0,2 1 0,1 4 0,2 2 0,0 7 0,-3 6 0,1 2 0,2 3 0,1-3 0,-5 0 0,3-2 0,1-4 0,1 0 0,-2-3 0,1 0 0,0-6 0,-5-4 0,2-3 0,1-2 0,2 1 0,0-6 0,-5 0 0,0-7 0,0 4 0,-2-7 0,-1-2 0,-2-3 0,0 2 0,5-7 0,0-2 0,0-2 0,0-1 0</inkml:trace>
  <inkml:trace contextRef="#ctx0" brushRef="#br0" timeOffset="717">0 259 8724,'0'11'0,"0"-1"0,2-7 0,3 2 0,4-3 0,6-2 0,0 0 0,0-2 0,0-3 0,2 3 0,2-4 0,1-1 0,1 5 0,-6-5 0,0 2 0,0 0 0,0 2 0,1 0 0,-1-3 0,0 5 0,-2-6 0,-2 0 0,0 4 0,-5-7 0,-1 6 0,-12-2 0,-2 6 0</inkml:trace>
  <inkml:trace contextRef="#ctx0" brushRef="#br0" timeOffset="1618">46 199 8724,'-8'15'0,"1"-5"0,5-2 0,-3-1 0,3 5 0,-4-9 0,6 7 0,0-6 0,0 3 0,0-9 0,0-3 0,0 1 0,0-6 0,0-1 0,1 2 0,3-1 0,1-2 0,-2-1 0,-1 2 0,0 1 0,3-1 0,-4-3 0,4-1 0,-3 0 0,0-1 0,3 1 0,-3 0 0,4 1 0,1 4 0,-5 2 0,3 3 0,2 1 0,-2-6 0,1 7 0,-1-2 0,-3-4 0,12 8 0,-11-6 0,7 7 0,-6 0 0,9 7 0,-6-4 0,5 6 0,-2-3 0,-5 1 0,5-2 0,-5-2 0,5 8 0,0-6 0,6 3 0,-1 1 0,0-1 0,-5-5 0,0 4 0,2 0 0,0-4 0,0 6 0,-2-2 0,-2-1 0,2-1 0,4-3 0,-12 12 0,4-13 0,-6 6 0,0-7 0,-6 0 0,-3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9:28.835"/>
    </inkml:context>
    <inkml:brush xml:id="br0">
      <inkml:brushProperty name="width" value="0.08571" units="cm"/>
      <inkml:brushProperty name="height" value="0.08571" units="cm"/>
      <inkml:brushProperty name="color" value="#E71224"/>
    </inkml:brush>
    <inkml:brush xml:id="br1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290 267 9072,'15'0'-1,"0"0"0,0 0 1,1 0 0,-8 0 0,-1 0 0,-7 0 0,0 0 0,0-7 0,-2 6 0,-1-6 0,-2 0 0,-7 5 0,3-4 0,-1 1 0,0 0 0,0-1 0,-5 6 0,0 0 0,-1 0 0,0 0 0,-3 0 0,-3 2 0,-2 3 0,4 4 0,-4 8 0,1 3 0,-1 5 0,6 4 0,-3 1 14,4 1 1,4-1 0,3-1 0,5-2 0,3-3-5,2-2 1,8-2-1,6-5 1,6-1-11,4-4 0,-1-4 0,5-6 0,-3-1 0,2-4 0,2-4 0,-1-8 0,-1-1 0,-1-3 0,-8 0 0,1 0 0,-6-2 50,-2-1 0,-6-5 1,3 6 73,-1-1 0,-2 2 0,-5 7 1,0 0 145,0-1 0,-2 8 1,-1 4-1,-2 8-169,1 6 1,-2 9 0,1 3 0,1 1-161,2 4 1,2 2-1,0 1 1,0 1-182,0-1 0,0-1 0,0-4 129,0-4 1,2 0 0,2 0-1,1-3-99,-2-1 210,-1-8 0,4 4 0,3-4 0</inkml:trace>
  <inkml:trace contextRef="#ctx0" brushRef="#br1" timeOffset="232">594 9 27728,'0'-9'-2345,"2"16"0,3 13 0,3 9 1553,1 6 1,4 4 0,-3 7 0,2 1 433,-2 4 1,-1-2 0,-6 5 0,2-2 205,-1-3 1,-10 12-1,-2 2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9:30.386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16 1 14609,'-2'8'5,"-1"-1"0,-2 1-48,1 8 1,3 7 0,1 16 0,0 10 180,0 10 0,0 5 1,0-3-1,0-2-76,0-3 0,1 0 0,3-11 1,1-7-62,-2-10 0,1-7 0,-1-10-138,2 0 0,0-10 241,-5-1 1,2-8 0,1-11 0,2-3 0,0-1-31,2-4 1,0-4 0,5-3 0,-2-1-338,2 1 1,1 2 0,2 2 0,1 1 32,-1 4 1,0 3-1,0 8 1,0 4 9,1 5 1,-6 5 0,-2 7 0,-1 8 26,-4 8 0,-1 1 0,-2 1 0,0 2-6,0 2 1,-7 0 0,-3-2 129,-3-2 1,3-6-1,-1 1 1,0-3-1,-3-2-289,-1 0 0,0-1 1,1-2-61,4-2 1,-4-7 417,4 2 0,4-3 0,-1-2 0</inkml:trace>
  <inkml:trace contextRef="#ctx0" brushRef="#br0" timeOffset="264">381 46 32767,'-5'-10'-1918,"0"0"0,1 2 1681,9-3 0,4 6 1,8 10-1,1 7 258,3 7 0,4 10 0,-5 8 0,1 2-1849,1 3 0,-6 2 0,5 3 0,-6 2 1485,-5 2 1,2-1 0,-9-4 0,-4 0 628,-8-1 1,-11-1 0,-6-3-1,-2-6-97,-3-3 1,1-8-1,0-2 1,-1-2-990,1 0 956,6-6 0,-5 0 0,6-6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9:31.5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244 259 9121,'0'-16'215,"-2"1"1,-3 0-15,-5 0 1,-4 6 0,-1 4-1,-2 4 1183,-3 1 1,3 11 0,-5 6-1,2 5-2445,-1 5 1,1 2 0,5 1 0,0 1 2392,0-1 0,6-4 1,4-3-1,3 1-1114,2 0 0,2-6 1,3 2-1,7-3-466,7-2 1,4-4 504,8-1 1,6-7-1,2 4 1</inkml:trace>
  <inkml:trace contextRef="#ctx0" brushRef="#br0" timeOffset="258">380 107 9570,'-5'-16'0,"0"1"0,2 0 0,1 0 0,2-1 0,0 1 0,7 7 0,5 3 0,5 3 0,3 2 0,5 14 0,-4 8 0,-1 10 0,2 8 0,-5 9 0,1 4 0,-6 1 0,0 1 0,-5 6 0,0 0 0,-2-2 0,-7-3 0,-7-4 0,-11-6 0,-5 0 0,-4-1 0,-8 1 0,-2-1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9:41.7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152 183 9129,'0'-16'113,"5"1"35,0 0-133,0 7 1,-5 3-1,0 10 1,0 6-1,0 8-16,0 6 0,6 6 1,-1 3-1,-2 3-76,-1 2 0,-2-6 0,1 3 0,4-4 1,-3-2 0,3 1 0,-3-1 29,-2 1 0,5-3 1,0-2-1,-2-6 1,-1-1-8,-2 1 0,0-8 18,0 3 32,0-10 0,0 0 4,0-10 0,0-4 0,0-6 0,0 0 0,0 0 0,0 0 0</inkml:trace>
  <inkml:trace contextRef="#ctx0" brushRef="#br0" timeOffset="634">167 46 9182,'-1'-9'22,"-4"4"0,-4 4 17,-6 1 1,0 6 0,1 4 0,3 4-30,0 1 1,1 0 0,-3 2 0,1 2-11,2 1 0,1 2 0,-2-3 0,2 1 0,2-1 0,2-3 0,5 0 0,0-8 0,2-8 0,3-10 0,3-4 0,1-1 0,3 0 0,-7 0 0,0 0 0,2-1 0,-1 1 0,5 0 0,-5 0 0,1 0 0,0-1 0,5 1 0,-4 0 16,-1 0 1,3 5-1,-3 0-14,1-2 1,-3 5-3,5 2 0,0 3 0,6 4-31,-1 3 0,-5 2 1,0 5-1,2-2 1,2 1 7,1 3 1,-2-4 0,-1-1 0,-2-1 508,2 0 1,-4-2 0,1 4-339,-2 2 0,-2-4 1150,-5 2 1,-2-1 0,-3 1-834,-5-5 1,-4 2 0,-1-2 0,0 0 0,0 0 172,0 0 1,-1 0 0,1-3-524,0 3 0,0-4 0,-1 4 0,3-1 0,1-1 603,2 2 1,0 0-1597,-5-5 511,6 0 283,2 0 0,7 7 0,0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49:40.2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100 122 9154,'1'-9'0,"4"4"0,-3 2 0,3-2 0,-3 3 0,-2-5 0,0 9 0,0 3 0,0 5 0,5 5 0,0 6 0,-2 2 0,-1 1 0,-2 5 0,0-4 0,0 4 0,0-4 0,0 0 0,0 1 0,2-3 0,3-2 0,-3-4 0,3-2 0,-4 0 0,-1-5 0,0 0 0,0-6 0,0 1 0,0-10 0,0-5 0,0 3 0,7-7 0,2 6 0</inkml:trace>
  <inkml:trace contextRef="#ctx0" brushRef="#br0" timeOffset="616">115 91 9129,'-5'10'58,"0"1"1,-5-1 0,3 5 0,0 0 35,0 0 1,-3 1 0,3-3 0,1-1 194,-1-2 0,-5 0 1,4 5 662,-1 1-392,2-8-525,1-1 1,6-14-1,-2-3 1,5-4 17,1-1 0,3 0 1,-1 0-1,1 0-81,0-1 0,3-4 1,-3 0-74,1 1 0,-3 4 0,4 3 1,-3 2 14,-2-2 0,3-1 0,-1-1-84,3 4 1,-4-2-122,5 7 0,-5 0 145,5 5 1,-6 2 0,2 1-1,-1 4 56,0 1 0,6-3 1,-5 4-1,3-1-27,3 1 1,1-1 0,2 4-1,-1-2 75,-4 2 1,4-4 0,-4 3 16,3 0 0,-3-2 1,0 1-21,2 2 0,-5-4 28,-2 2 1,-10-5 0,-5 4 0,-4-2 12,-1-4 0,0-1 0,-2-1 0,-2 3 4,-1 1 0,-2 0 0,4-5 0,-3 0 0,3 0 0,3 2 0,3 1 0,2 2 0,-2-2 0,5-1 0,-6-2 0,4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0:08.732"/>
    </inkml:context>
    <inkml:brush xml:id="br0">
      <inkml:brushProperty name="width" value="0.08571" units="cm"/>
      <inkml:brushProperty name="height" value="0.08571" units="cm"/>
      <inkml:brushProperty name="color" value="#E71224"/>
    </inkml:brush>
    <inkml:brush xml:id="br1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54 107 9311,'-10'0'661,"0"0"-89,-2 0 0,4 0-518,-3 0 397,8 0 0,3 0 1,8 0-1</inkml:trace>
  <inkml:trace contextRef="#ctx0" brushRef="#br1" timeOffset="170">115 107 27689,'15'0'-526,"2"5"1,2 0 0,1-2 371,-2-1 0,-6-2 0,-2 0 0,2 0 2215,2 0-3707,-6 7 865,-1-5 1,-7 3-118,0-10 1,0 1 219,0-6 1,0 5 231,0-5 1,7 6 0,1-2 0</inkml:trace>
  <inkml:trace contextRef="#ctx0" brushRef="#br1" timeOffset="348">191 0 31941,'-15'0'-4091,"0"0"0,4 0 2274,1 0 1,9 0 0,1 0 1182,8 0 0,6 0 0,1 0 0,2 0 272,3 0 0,-2 6 1,6 0-1,-2 3 192,-3 3 1,-2-4 0,-2 2-1,0 0 672,0-1-614,0 4 0,1-4 0,-1 6 0</inkml:trace>
  <inkml:trace contextRef="#ctx0" brushRef="#br1" timeOffset="472">373 168 24595,'-15'15'1563,"0"0"1,0 0-1,1 1 1,2-3-1085,2-3 0,0 4 0,-5-6 0,1 2-479,4 0 1,-2-4 0,6 2-1,-3-1 0,6-2 0,-4-5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0:11.7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151 168 8820,'0'15'-18,"0"-5"1,0 0-1,0 2 9,0 2 1,0 1-1,0 2 1,0 3-8,0 6 0,1 2 1,3 4-1,1 2-4,-2 2 1,-1 4-1,-1-4 1,3-4 2,1-5 1,0 0 0,-5-5 9,0 1 0,0-4 7,0 1 0,0-10 0,0-10 0,0-10 0,-7-3 0,-1-2 0</inkml:trace>
  <inkml:trace contextRef="#ctx0" brushRef="#br0" timeOffset="418">29 153 9204,'-15'0'70,"6"0"1,4 0-77,10 0 0,4-2 0,6-1 0,2-2 0,1 1-62,3 3 1,-1 1 0,-5 0 0,0 0 10,1 0 1,-1 1 0,0 3 30,0 1 0,-5 0 0,-1-3-4,-2 3 30,-2-4 0,1 13 0,3-6 0</inkml:trace>
  <inkml:trace contextRef="#ctx0" brushRef="#br0" timeOffset="749">59 138 8816,'-15'6'456,"7"-6"-436,3 0 1,3-1-1,4-8 1,1 1-36,2-1 1,7-1 0,-4-5-1,2 0-78,1 0 0,-3 4 0,4 1 40,-2-2 1,-5 4-1,5 0 26,2 1 0,-3 2 0,-1 6 9,-1 5 1,-1 4 0,-2 8 0,1 4-3,-2 2 1,4-4 0,-2 4 0,0-1-9,2 1 0,-4-5 28,7 1 0,1-3 0,4-2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1:49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501 501 9504,'0'-24'0,"0"4"0,0 3 0,0 2 0,0 0 0,0-1 0,0 1 0,0 0 0</inkml:trace>
  <inkml:trace contextRef="#ctx0" brushRef="#br0" timeOffset="1218">501 410 9504,'0'-16'0,"0"1"0,5 0 0,0 0 0,7 0 0,-6 9 0,4 10 0,-5 9 0,-3 13 0,-2-1 0,0 4 0,0 1 0,-2 1 0,-1-1 0,-2-1 0,2-4 0,1 2 0,2-5 0,0 0 0,0 0 0,0-2 0,3-4 0,7-3 0,11-3 0,6 2 0,3-7 0,1-2 0,-1-1 0,0-2 0,1 0 0,-1-2 0,1-3 0,-8 4 0,-2-6 0,-5 2 0,0 0 0,-3-2 0,-3 2 0,-3 3 0,-14-4 0,-1 4 0,-1-3 0,-4 3 0,3-3 0,-4-3 0,-1-1 0</inkml:trace>
  <inkml:trace contextRef="#ctx0" brushRef="#br0" timeOffset="1400">789 486 9504,'-10'5'0,"0"0"0,7 7 0,-2-2 0,3 3 0,2 2 0,0 7 0,0 4 0,0 2 0,0 3 0,0-1 0,0 2 0,0 2 0,0 2 0,0-6 0,2-6 0,1-2 0,2-4 0,0 6 0,2-7 0,1 5 0</inkml:trace>
  <inkml:trace contextRef="#ctx0" brushRef="#br0" timeOffset="2268">1063 455 9504,'5'-10'0,"0"0"0,0 0 0,-5-5 0,0-1 0,0 1 0,0-2 0,0-3 0,0-5 0,0-4 0,-1-1 0,-4-1 0,-7 1 0,-7-1 0,-6 1 0,-11-1 0,-4 3 0,-4 2 0,-8 4 0,-6 9 0,-6 3 0,-7 5 0,-5 5 0,-4 6 0,-1 10 0,2 7 0,3 13 0,8 6 0,11 9 0,10 10 0,13 6 0,5 11 0,12 3 0,10 5 0,7-3 0,7-2 0,10-5 0,12-5 0,13 0 0,12-9 0,5-4 0,9-4 0,6-10 0,7-9 0,5-2 0,6-10 0,-6-4 0,-12-7 0,-10-11 0,-8-9 0,-3-4 0,-10-15 0,-2-3 0,-6-4 0,-7-8 0,-5-1 0,-1-6 0,-3-6 0,-2 0 0,-2 1 0,-2 0 0,-3 0 0,2 5 0,-7-1 0,-1 6 0,-3 8 0,-1 7 0,0 14 0,0 0 0,-1 7 0,-4 3 0,3 10 0,-3 5 0,3 3 0,2 2 0,0 1 0,0-1 0,0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1:57.2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31 9504,'-15'0'0,"8"0"0,9 0 0,11 0 0,9-5 0,10 0 0,4 0 0,4 0 0,4 0 0,2 0 0,-2 5 0,-4 0 0,-4 0 0,-4 0 0,-3 0 0,-4 0 0,-10 0 0,-20 0 0,-10 0 0,-2 0 0,-5 0 0,0 0 0,0 0 0,0 0 0,4 0 0,1 0 0,2 1 0,-1 4 0,1-1 0,0 6 0,0 3 0,1 4 0,4 3 0,2 13 0,4-1 0,-1 3 0,2 2 0,1 4 0,2-4 0,2 2 0,3 3 0,-2-5 0,6-3 0,-3-7 0,6-3 0,-3-6 0,1 1 0,0-6 0,2-6 0,1-5 0,3-2 0</inkml:trace>
  <inkml:trace contextRef="#ctx0" brushRef="#br0" timeOffset="501">645 61 9504,'9'-6'0,"-2"4"0,-7-3 0,0 12 0,0 8 0,0 2 0,-2 8 0,-1 2 0,-2 2 0,-1 1 0,5 1 0,-3-1 0,-1 0 0,0 1 0,5-2 0,-1-4 0,-5-5 0,5-3 0,-4-2 0,3-8 0,2-7 0,0-8 0,0-11 0,0-3 0,0-2 0,0-3 0,7-1 0,3-4 0,3-2 0,3-2 0,-6 1 0,0 4 0,2 1 0,1 0 0,-3 8 0,1 6 0,0 10 0,-4 11 0,0 8 0,-2 9 0,0 9 0,0 7 0,-5 0 0,0-1 0,0 0 0,5-2 0,2-6 0,1-3 0,4-6 0,-3-3 0,1-4 0,2-3 0,1-5 0,2-3 0,1-4 0,-3-3 0,-3-5 0,4-10 0,-4-5 0,3-4 0,3-2 0,-6 1 0,-2 0 0,1-1 0,-1 1 0,-5 6 0,4 4 0,0 3 0,-4 12 0,7 10 0,-4 5 0,2 15 0,0 2 0,1 2 0,-1-3 0,4-1 0,-3 0 0,-3-1 0,6 0 0,-2-8 0,2 1 0,-2-3 0,4-2 0,-6 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1:55.4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208 220 9504,'7'-13'0,"2"1"0,1 2 0,-2-2 0,-1-2 0,-2-1 0,-5 0 0,0 0 0,0 0 0,0-1 0,-2 1 0,-3 0 0,2 7 0,-7 2 0,-4 5 0,-4 1 0,1 1 0,-3 5 0,3 4 0,1 3 0,1 4 0,2 2 0,1 3 0,2 1 0,6 1 0,-1 3 0,4-2 0,7 1 0,5 2 0,2-1 0,2-3 0,0-2 0,1 3 0,-1-4 0,0-3 0,0-1 0,-5-2 0,-1 1 0,-2-1 0,-11-2 0,-11-3 0,-2-3 0,-8-7 0,-2 0 0,0 0 0,1 0 0,4 0 0,6 0 0,-5 0 0,11-2 0,2-3 0,9-5 0,15 3 0,7-6 0,8 5 0</inkml:trace>
  <inkml:trace contextRef="#ctx0" brushRef="#br0" timeOffset="198">513 7 9504,'1'-6'0,"3"7"0,1 13 0,1 9 0,-2 11 0,3 5 0,1 5 0,1-2 0,2 11 0,-1-3 0,2 1 0,-3-5 0,-1-7 0,-1-2 0,-4-4 0,-1-7 0,-2-6 0,0-3 0,-2-9 0,-3-3 0,-10-10 0,-9-3 0</inkml:trace>
  <inkml:trace contextRef="#ctx0" brushRef="#br0" timeOffset="617">406 372 9504,'0'-15'0,"0"5"0,2 0 0,5 0 0,8 1 0,7-4 0,10 4 0,3 1 0,6 3 0,8-2 0,2 2 0,-2 2 0,-2 1 0,-3-3 0,-2 0 0,-3 1 0,-2 3 0,-8-4 0,-9 0 0,-5-1 0,-5 0 0,2 2 0,-7-6 0,-1-2 0,-9 6 0,-6 1 0,-2 3 0,1 2 0,-1 2 0,-4 3 0,0 5 0,0 5 0,2 4 0,0 1 0,-1-2 0,1 4 0,0-1 0,0-3 0,0-1 0,6 3 0,4 1 0,5-3 0,5-8 0,5-5 0,4-3 0,3-2 0,3-2 0,4-3 0,-1-5 0,4-3 0,-7-2 0,-1-1 0,0 3 0,-2 1 0,-1 4 0,-2 1 0,-1 3 0,-4 4 0,-1 5 0,-1 6 0,-2-3 0,-5 2 0,0 2 0,0 2 0,0 1 0,0 0 0,0 0 0,0 0 0,0 1 0</inkml:trace>
  <inkml:trace contextRef="#ctx0" brushRef="#br0" timeOffset="848">1547 175 9504,'0'-16'0,"0"1"0,-5-5 0,-2 1 0,0 4 0,0 3 0,-5 4 0,2-2 0,-3 5 0,-2 10 0,-1 7 0,3 6 0,3 7 0,-4 6 0,6 3 0,-1 3 0,4 2 0,-2 0 0,2 1 0,4-4 0,4-4 0,0-4 0,8-1 0,2-3 0,6-2 0,-1-2 0,6-6 0,0-4 0,-1-5 0,-4-3 0,10-9 0,-6-1 0</inkml:trace>
  <inkml:trace contextRef="#ctx0" brushRef="#br0" timeOffset="1048">1744 38 9504,'0'-15'0,"0"4"0,0 1 0,0 9 0,0 2 0,0 13 0,-5 8 0,-2 10 0,1 3 0,-1 6 0,0 6 0,4 1 0,-2-5 0,1 1 0,3 0 0,1 2 0,0-2 0,0-4 0,5-9 0,1-11 0,1-3 0,0-2 0,5-6 0,-4-9 0,7-9 0</inkml:trace>
  <inkml:trace contextRef="#ctx0" brushRef="#br0" timeOffset="1248">1957 266 9504,'-17'0'0,"-1"-2"0,-3-3 0,1 3 0,3-3 0,-3 4 0,-5 1 0,3 5 0,1 1 0,3 5 0,-2 6 0,8-2 0,-2 7 0,6-2 0,4 0 0,3 7 0,1-3 0,1 1 0,4 1 0,9-8 0,8 2 0,2-4 0,3-6 0,8-3 0,4-7 0,7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1:54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92 9504,'-10'0'0,"-1"0"0,6 0 0,-5 0 0,7-7 0,-1-3 0,8-4 0,4-1 0,9 2 0,2 1 0,1 2 0,7 6 0,-2-1 0,2 4 0,-1 1 0,1 6 0,-7 6 0,-1 7 0,-2 4 0,-4 8 0,-3 1 0,-5 2 0,-3 1 0,-9 7 0,-3-3 0,-3 0 0,-9-2 0,-4-8 0,-3-2 0,-3-3 0,-3-2 0,3-2 0,-2-5 0,5-1 0,4-4 0,5-3 0,-6-7 0,9-2 0,2-3 0,14-2 0,12-3 0,6 5 0,4 3 0,6 2 0,-2 0 0,4 0 0,1 0 0,0 2 0,1 1 0,-1 4 0,1 1 0,-3-2 0,-1 2 0,-3-1 0,-2-4 0,-2 4 0,-4-2 0,-6 5 0,0-5 0,-7 0 0,4-12 0,-7-3 0,0-3 0,0-2 0</inkml:trace>
  <inkml:trace contextRef="#ctx0" brushRef="#br0" timeOffset="383">754 244 9504,'-7'8'0,"6"-1"0,11-12 0,12 0 0,3 2 0,2-4 0,2 2 0,-2 1 0,-2 3 0,-1 1 0,1-2 0,-3-1 0,0-2 0,-10 0 0,3 5 0,-1 0 0,-6 0 0,2 0 0,-6 0 0,2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14.888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75 92 9851,'-11'0'0,"1"0"0,0 0 0,-5 0 0,7 0 0,-6 0 0,12 0 0,-3 0 0,10 0 0,5 0 0,4 0 0,8 0 0,5 0 0,7 0 0,6 0 0,4-2 0,2-2-88,-1-1 0,8 0 0,1 5 1,2 0 20,-1 0 1,1 0-1,7 0 1,1 0-1,4 0 56,1 0 1,0-1 0,4-3-1,-2-1 11,1 2 0,1 1 0,0 2 0,-2 0 0,6 0 0,9 0 0,4 0 0,0 0 0,-4 0 0,-2 0 0,-4 0 0,4 0 0,6 0 0,-3 0 0,10 0 0,-4 0 0,-2 0 0,2 0 0,1 0 0,4 0 0,2 0 0,-49-2 0,0-1 0,1 0 0,0 1 0,-1 0 0,0 1 0,3-1 0,0 0 0,-3 1 0,1-1 0,-1-1 0,1 1 0,0 0 0,-1 0 4,49 1 0,-1 1 0,-6-2 0,-1-1-4,-8-2 1,-3-1 0,-2 6 0,3 0-1,-3 0 0,-8 0 0,-7 0 0,-5 0 0,-3 0 0,-5 0 0,4 0 0,1 0 0,-2 0 0,4 0 0,-8 0 0,-1 0 0,-1 0 0,-14 0 0,-6 0 0,-4-1 0,-6-4 0,-7 3-11,-5-5 1,-7 7-60,-4 0 70,3 0 0,-18 7 0,3 1 0</inkml:trace>
  <inkml:trace contextRef="#ctx0" brushRef="#br0" timeOffset="950">151 1019 8932,'-14'2'0,"4"3"0,-4-3 0,13 6 0,-4-3 0,10-3 0,5 3 0,3-4 0,4-1 0,4 2 0,4 2 0,4 1 20,1-2 1,6-1 0,1-2 0,2 0 63,3 0 0,9-2 0,3-1 0,1-4 78,1-2 1,0 6 0,5-4 0,-1 2-96,1 0 0,0 0 0,0 5 0,-2-2 1474,-3-3 0,6 4 1,-6-4-1,-3 3-1193,-5 2 1,7 0 0,5 0 0,8 0-52,1 0 1,6 0 0,-6 0 0,2 0-39,0 0 0,0 0 0,5 0 0,0 0-49,0 0 1,5-5 0,2 0 0,-2 1-15,-3 3 1,-1 1 0,-9 0 0,3-2-34,7-3 1,8 3-1,5-5 1,-5 2-290,-1 0 0,-8-5 1,8 5-1,1 0 119,5-2 1,2 6-1,-5-6 1,-4 2-7,-1 0 0,-2 0 1,-6 3-1,-3-1 66,-1-3 1,-1 1 0,2 5-1,-3 0 36,-1 0 0,-7-5 0,-7 0 0,0 2 112,0 1 0,0 2 1,4 0-1,-4 0-18,-2 0 0,4 0 0,-6-1 0,-1-3-8,-1-1 0,-9 0 0,-4 5-190,-3 0 0,-3 0 0,-4 0 0,-3 0-89,0 0 0,-5 0 0,3 0 34,-3 0 1,-2 5 273,1 0 1,-1 0 209,0-5-532,-6 0 0,4 0 0,-5 0 0</inkml:trace>
  <inkml:trace contextRef="#ctx0" brushRef="#br0" timeOffset="1701">455 259 8879,'1'-20'0,"3"-1"0,1 3 0,-2 1 0,1 2 0,-1-2 0,2-4 0,7 6 0,-2 0 0,-3 10 0,-2 15 0,-3 10 17,-2 7 1,5 12 0,0 7-1,-2 8 15,-1 5 1,-2 0 0,1-1 0,3-3-27,1 3 0,2-6 0,-4-1 0,4-6-7,1-4 1,-3 0-1,4-9-102,-2-4 1,-1-7 55,-1-1 1,-3-12-1,3-8 1,-3-8 4,-2-6 42,0-1 0,0-7 0,0-1 0</inkml:trace>
  <inkml:trace contextRef="#ctx0" brushRef="#br0" timeOffset="2032">1139 228 9341,'-8'-6'-63,"-6"4"1,4-3 151,-4 3 0,-1 9 0,0 3 2057,0 4 0,-5 8-1710,-1 3 0,-6 4 0,4 1 1</inkml:trace>
  <inkml:trace contextRef="#ctx0" brushRef="#br1" timeOffset="2265">896 441 30669,'-7'15'0,"-3"1"1049,-4-1 0,4-5-1049,0 0 0,7-6 0,-2 1 0,8-10 0,4-6 0,1-2 0,2-2 0,6-1 0,-1 0 0,0-5 0,5 3 0,0-6 0,-1 2 0,-2 3 0,-2 3 0,0 0 0,-1 1 0,-4 0 0,4 7 0,-4 2 0,3 5 0,2 2 0,-1 5-689,-4 4 1,4 8-1,-6 3 1,2-3-625,0-1 0,-5-2 0,4 0 0,-1 1 1486,1-1 0,-6 0 0,4 0-1907,0 0 1,-6 1 1047,4-1 0,-10 0 0,-3 0 0</inkml:trace>
  <inkml:trace contextRef="#ctx0" brushRef="#br0" timeOffset="2415">926 456 9676,'-10'-5'1498,"0"0"0,5 0-1033,-5 5 0,0 0 0,-6 0 0</inkml:trace>
  <inkml:trace contextRef="#ctx0" brushRef="#br1" timeOffset="2582">926 532 12066,'15'21'0,"1"1"537,-1 1 1,0-4 0,-2 1 0,-1-3-1061,-2-2 0,1 4 0,4-2 223,0-4 0,0-3 0,0 1 144,1-6 1,-6-4 0,-2-2 0,1-4 7,-1-6 0,2-2 0,4-2 0,-2 0 53,-2-1 1,-2 1-1,4 0 1,-4 0-6,-1 0 1,3 4-369,-5 1 372,7 0 1,-10 2-1,5 1 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18.5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9408,'0'10'0,"0"2"0,2 5 0,3 7 0,-2 6 0,5 6 0,1 6 0,-1 7 0,-3 3 0,4 4 0,-1-5 0,1-4 0,-6-1 0,4-2 0,0-4 0,-6-4 0,4-11 0,4-3 0,-1-7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19.006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1 0 30697,'0'46'-150,"0"-5"1,0-3 0,0 1 301,0 0 1,2-3 0,3 2 0,3 0 379,1-5 0,4 0 0,-4-3-455,-1 0 1,12 1 0,-3-1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19.339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1 70 23657,'5'-15'1802,"0"0"0,5-1-1989,-5 1 45,0 7 1,-5 8 0,0 12-1,0 6 687,0 7 0,5 4 0,0 3 0,-1 2-201,-3 2 1,1 6-1,1-3 1,2 0-45,-1-4 1,4 4 0,1 0-1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20.008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357 0 20539,'-10'0'0,"0"0"-79,-2 0 0,-2 2 1,-1 5-1,-2 6 0,-1 8 533,-3 2 1,-6 3 0,2 4 0,-4 2-160,-1 4 0,5-9 0,1 3 0,2-3 17,3-3 1,4-2 0,3-9-83,2-3 1,9-3 1100,1-7-1332,6 0 0,10-7 0,-1-1 1</inkml:trace>
  <inkml:trace contextRef="#ctx0" brushRef="#br0" timeOffset="212">251 46 20539,'0'-15'9238,"1"6"-9677,4 4 0,-1 4 0,6 1 1,2 0 337,1 0 0,2 8 0,1 6 1,-1 6 443,0 3 0,5-2 1,1 2-1,-3 1-79,-1 0 0,-2-4 0,0 4 0,1-2-30,-1-4 0,-7-1 1,-3-2-1,-3 0 30,-2 1 1,0-1-1,0 0 1</inkml:trace>
  <inkml:trace contextRef="#ctx0" brushRef="#br0" timeOffset="647">68 259 21632,'7'-9'1001,"-4"8"1,6 7-89,-3 3 1,5 1 0,-6 5-1,0 0 1,0 2-161,0 4 0,7-4 1,-4 4-1,2 0-387,0-1 0,-1 0 1,3-4-1,-2-1-338,2 0 1,-4-5 0,2 0-29,2 2 0,-3-5 0,1-2-234,1-3 0,3-4 0,1-3 0,-1-5 399,-4-4 0,3-1 0,-2-2 1,4-2-127,5-1 0,-3 0 1,1 5-516,-6-1 1,2 1 0,-4 0-966,3 0-57,-4 6 1044,-2 3 1,-7 12 0,0 3-1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23.704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1 72 9254,'6'-8'0,"-4"1"0,5 0 6,-7 6 0,1-6 104,4 7 0,-3 2 0,3 3 303,-3 5 0,-2 10 1,0 4-1,0 6-48,0 5 1,0 3 0,0 10-1,0 4-149,0 8 1,0 9 0,0 1 21,0 2 0,0 1 0,0-2 0,0-3 0,0-2 343,0-3 0,0-7 1,1-3-1,2 0-3,2-1 0,0-4 0,-5 2 0,0-4 432,0-1 0,0-1 0,0 1-488,0 0 0,2-6 0,1-1 0,2-1-290,-1-4 0,-3 3 0,-1 0 1,0 1-1,0 1-96,0 0 0,0-4 1,0 4-1,0 0 71,0 0 0,0-5 0,0 4 0,0-1 57,0 4 0,0-4 0,0-1 0,0-4-145,0-1 0,2 1 1,1 1-163,2-3 1,0 4 0,-3-8 0,1 2-68,2-3 0,2 3 0,-4-6 0,2 1 0,-2-1-153,-1-3 0,3-1 0,0-2-75,-2 0 0,4-6-833,-2 1 499,0-6 0,-5-4 654,0-10 0,6-10 1,2-3-1</inkml:trace>
  <inkml:trace contextRef="#ctx0" brushRef="#br1" timeOffset="783">194 2436 19677,'8'6'-611,"1"-4"291,-4 3 1,-2-3 822,7-2 1,-5 0-243,5 0 0,0 0 0,4 0 0,3 0-55,3 0 1,3 0 0,7 0-1,1-2 46,4-3 1,4 3 0,9-4-1,3 1 4,2 0 0,7-2 0,4 4-104,-1-2 1,1 0 0,-3 5 662,-3 0 0,-10 0-477,-3 0 1,-2-5 0,-10 0 0,-5 2 89,-7 1 1,-4-3 0,-2 0-1153,0 2-1016,-7 1 3426,-2 2 0,-6 2-2658,0 3 0,2-3 764,3 3 0,3-4 1,7-1-1</inkml:trace>
  <inkml:trace contextRef="#ctx0" brushRef="#br0" timeOffset="1632">1146 57 8980,'0'-10'0,"0"0"0,0 0 0,0 2 0,0 1 0,0 6 0,0-4 0,1 3 0,2-1 0,2 6 0,0 7 0,-3 8 0,1 4 0,2 1 0,0 8 0,-5 9 0,0 5 0,0 4 0,0 7 0,0 12 0,0 10 0,0 7 0,0 0 0,0 6 0,0-7 0,0-3 0,0-2 0,0-8 0,0-5 20,0-6 0,0-9 1,2 2-1,1-2 25,2-3 0,5-4 1,-3-2-1,-1-3-40,1 3 0,0-3 0,-4 3 0,2 1-5,-2-2 0,0-5 0,1 2 0,1 0 0,-2 0 0,0 0 0,1 2 0,1-5 13,-2-4 0,-2-1 0,1-2-12,3-4 1,-3 3-1,3-7 1,-4-2-1,-1-2-59,0-1 1,0 0 0,0 0-38,0 0 1,2 0 39,3 0 53,-3-7 2,4-2 0,-6-19 0,0-3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29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 45 9724,'-15'8'2589,"0"-3"0,5-3 1,0-2-3579,-2 0 2650,-1 6 1,8-4-1813,10 3 0,5-4 0,17-1 0,2-1-165,4-4 1,10 2 0,2-6-1,8 1 467,5 0 1,-4 4-1,1-2 1,1 1-667,2 0 1,1-5 0,1 5 515,-1 2 0,-6 1 0,-4 2 1,-4 0-1,-5 0-337,-6 0 0,-9 0 1,-7 2 134,-6 3 1,-6-2 121,-6 7 1,-6-7 0,-2 4-1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29.838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12 60 12457,'-8'-10'58,"4"1"1,8 3 0,7 1 63,8-2 1,5 6 0,9-4-1,4 3-247,1 2 0,1-5 1,6 0-785,0 2 761,-1 1 1,-1 7-1,-3 0 1,-4 0 88,0 2 0,-6-6 1,2 4-1,-8-3 225,-2-2-236,-9 0 1,7 0-1,-4 0 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30.270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75 60 11042,'-15'-14'0,"0"3"154,1 1 0,4 2-221,0-2 109,6 3 547,-2 7 0,12 0 0,4 0 1,5 0-1,3 0-297,2 0 0,7 0 0,-1 0 0,5 2-505,4 3 0,6-4 1,-3 6-1,2-2-21,0 0 1,-1 1 0,4-2 0,-1 1 236,-3-2 1,-6 0 0,2 1 0,-5 1-40,-6-2 1,5 5 0,-6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26.469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30 208 9022,'-4'15'94,"-1"0"0,0-5 0,5 0 0,-2 3 5,-3 5 0,3 0 0,-3 7 0,4 2-15,1 1 0,0 6 0,0 4 0,0 4-51,0 4 0,0 4 0,1-1 0,3 6-17,1 2 0,1 3 0,-2-1 0,1-1-4,-2-3 0,3-2 1,-1-4-1,-1 4-1,-3 0 0,-1-7 1,0-6-1,0 3 84,0 5 0,0-2 1,2 2-1,1-5 24,2-4 0,0 1 1,-5 5-1,0-3-12,0-2 1,5-2 0,0-5-1,-2 2-19,-1-2 1,3 3 0,0-1 0,-2-2 71,-1-2 1,3-6 0,0 0-1,0 0-757,1-2 1,-4-2 0,3-6 786,-3 0 1,4 7 0,3 1 0</inkml:trace>
  <inkml:trace contextRef="#ctx0" brushRef="#br1" timeOffset="127">135 2186 21385,'0'10'-2574,"0"-1"1051,0 3 1059,0-5 0,0 6 0,0-5 0</inkml:trace>
  <inkml:trace contextRef="#ctx0" brushRef="#br0" timeOffset="719">120 2230 8790,'-10'0'206,"0"0"1,7-1-202,-2-4 1,5 3-1,5-3-5,4 3 0,10 2 0,2 0 0,2 0 10,4 0 0,2 0 1,6 0-1,5 0 70,3 0 0,10 5 0,4 0 0,8 0-76,3 2 1,-4-6 0,5 4-1,-1-3-98,-5-2 0,0 0 1,-14 0-1,-1 0 45,-2 0 0,-3 0 0,-3 0 0,-7 0 27,-7 0 0,-4 0 21,-7 0 1,-9 0 0,-6 0 0,-6 0 0,-16 0 0,-1 0 0</inkml:trace>
  <inkml:trace contextRef="#ctx0" brushRef="#br0" timeOffset="1336">1145 0 9629,'-8'0'0,"2"2"0,6 3 0,0 5 0,0 3 0,0 3 0,0 4 0,0 5 0,0 5 0,0 4 0,0 6 0,0 3 0,0 10 0,0 6 0,0 9 0,0 5 0,0 6 0,0 2 0,1 0 0,4 0 0,-3-3 0,3-6 0,-4-1 0,-1 0 0,0-6 0,0-11 0,2 1 16,3-2 1,-3 4 0,3-4 0,-2 0 857,2-3 1,-3-4-751,3-1 0,3-1 0,0 1 0</inkml:trace>
  <inkml:trace contextRef="#ctx0" brushRef="#br1" timeOffset="1496">1190 1740 14700,'0'43'0,"0"-2"162,0-1 0,5-2 1,0 3-1,-2-3 514,-1-2 1,3-3-1,0-6-1269,-2-3 1,-1-5 0,-2 0-1,0-2 1,1-4-806,4-3 1160,-3 3 0,5-13 0,-7 0 129,0-8 0,0-5 0,0-2 1</inkml:trace>
  <inkml:trace contextRef="#ctx0" brushRef="#br0" timeOffset="2152">120 1621 8939,'-9'0'35,"4"0"0,10 0 0,7 0-33,6 0 1,12 0 0,10 0 0,6-2 53,8-3 0,7 3 0,14-3 0,-1 4-42,0 1 0,1 0 1,-3 0-1,-2 0-44,-6 0 0,-11 1 0,-8 3 0,-7 1-23,-2-2 1,-11-1 0,0-2 0,-7 1 15,-3 4 0,-5-3 30,-1 3 7,-5-3 0,-4-2 0,-9 0 0,-5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31.2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75 8795,'-5'-10'0,"-1"0"14,-2-1 0,4 2 0,-2 1 1,-1 2 1,7 1-16,0 5 1,7 0 0,8 0 0,1 0 0,4 0-1,5 0 0,4 0 0,6 0 0,5 0 23,3 0 1,6 0 0,4 0-1,2 0 31,1 0 1,3 0 0,-9 0 0,-4 0-41,-5 0 1,-4 0 0,-9 0-20,-3 0 1,-4 0-114,-6 0 118,-7 0 0,-1-7 0,-7-1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0:52:31.6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 60 9175,'-15'0'-2,"0"0"2,0 0 0,7-1 0,3-4 0,10 3 0,7-5 0,6 2 0,7 0 0,4-4 0,8 4 0,6 1 3,5 3 1,8-4 0,-2 0 0,4 1 10,2 3 1,-3 1-1,0 0 1,-6 0-15,-5 0 0,-1 1 0,-14 3 0,-5 1 0,-2-2 0,-6 0-30,-8 2 30,-4-3 0,-6 11 0,0-5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833" y="0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49" y="4721983"/>
            <a:ext cx="4991103" cy="4471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287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833" y="9442287"/>
            <a:ext cx="2950367" cy="497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636E852-6017-44B4-93CC-A8A8711BE2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18477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A2C1F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charset="0"/>
            </a:endParaRPr>
          </a:p>
        </p:txBody>
      </p:sp>
      <p:pic>
        <p:nvPicPr>
          <p:cNvPr id="5" name="Picture 10" descr="APU Logo_Final_Vertical_V1_HR1 cop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03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05402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66250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7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97988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6083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298201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72986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25408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83624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62495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3" y="274638"/>
            <a:ext cx="2057400" cy="594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5775" y="274638"/>
            <a:ext cx="6021388" cy="594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78258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/>
          <p:cNvPicPr>
            <a:picLocks noChangeAspect="1" noChangeArrowheads="1"/>
          </p:cNvPicPr>
          <p:nvPr/>
        </p:nvPicPr>
        <p:blipFill>
          <a:blip r:embed="rId13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1450" y="2570163"/>
            <a:ext cx="72072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A2C1F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GB" sz="800">
                <a:latin typeface="Calibri" pitchFamily="34" charset="0"/>
                <a:cs typeface="Calibri" pitchFamily="34" charset="0"/>
              </a:rPr>
              <a:t>Module Code and Module Title</a:t>
            </a:r>
          </a:p>
        </p:txBody>
      </p:sp>
      <p:sp>
        <p:nvSpPr>
          <p:cNvPr id="860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800">
                <a:latin typeface="Calibri" pitchFamily="34" charset="0"/>
                <a:cs typeface="Calibri" pitchFamily="34" charset="0"/>
              </a:rPr>
              <a:t>Title of Slides</a:t>
            </a:r>
          </a:p>
        </p:txBody>
      </p:sp>
      <p:pic>
        <p:nvPicPr>
          <p:cNvPr id="1033" name="Picture 10" descr="APU Logo Final-medium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170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1" Type="http://schemas.openxmlformats.org/officeDocument/2006/relationships/image" Target="../media/image8.png"/><Relationship Id="rId3" Type="http://schemas.openxmlformats.org/officeDocument/2006/relationships/image" Target="../media/image4.png"/><Relationship Id="rId47" Type="http://schemas.openxmlformats.org/officeDocument/2006/relationships/image" Target="../media/image6.png"/><Relationship Id="rId50" Type="http://schemas.openxmlformats.org/officeDocument/2006/relationships/customXml" Target="../ink/ink6.xml"/><Relationship Id="rId55" Type="http://schemas.openxmlformats.org/officeDocument/2006/relationships/image" Target="../media/image10.png"/><Relationship Id="rId63" Type="http://schemas.openxmlformats.org/officeDocument/2006/relationships/image" Target="../media/image14.png"/><Relationship Id="rId46" Type="http://schemas.openxmlformats.org/officeDocument/2006/relationships/customXml" Target="../ink/ink4.xml"/><Relationship Id="rId59" Type="http://schemas.openxmlformats.org/officeDocument/2006/relationships/image" Target="../media/image12.png"/><Relationship Id="rId2" Type="http://schemas.openxmlformats.org/officeDocument/2006/relationships/customXml" Target="../ink/ink1.xml"/><Relationship Id="rId54" Type="http://schemas.openxmlformats.org/officeDocument/2006/relationships/customXml" Target="../ink/ink8.xml"/><Relationship Id="rId6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45" Type="http://schemas.openxmlformats.org/officeDocument/2006/relationships/image" Target="../media/image5.png"/><Relationship Id="rId53" Type="http://schemas.openxmlformats.org/officeDocument/2006/relationships/image" Target="../media/image9.png"/><Relationship Id="rId58" Type="http://schemas.openxmlformats.org/officeDocument/2006/relationships/customXml" Target="../ink/ink10.xml"/><Relationship Id="rId49" Type="http://schemas.openxmlformats.org/officeDocument/2006/relationships/image" Target="../media/image7.png"/><Relationship Id="rId57" Type="http://schemas.openxmlformats.org/officeDocument/2006/relationships/image" Target="../media/image11.png"/><Relationship Id="rId61" Type="http://schemas.openxmlformats.org/officeDocument/2006/relationships/image" Target="../media/image13.png"/><Relationship Id="rId44" Type="http://schemas.openxmlformats.org/officeDocument/2006/relationships/customXml" Target="../ink/ink3.xml"/><Relationship Id="rId52" Type="http://schemas.openxmlformats.org/officeDocument/2006/relationships/customXml" Target="../ink/ink7.xml"/><Relationship Id="rId60" Type="http://schemas.openxmlformats.org/officeDocument/2006/relationships/customXml" Target="../ink/ink11.xml"/><Relationship Id="rId65" Type="http://schemas.openxmlformats.org/officeDocument/2006/relationships/image" Target="../media/image15.png"/><Relationship Id="rId4" Type="http://schemas.openxmlformats.org/officeDocument/2006/relationships/customXml" Target="../ink/ink2.xml"/><Relationship Id="rId43" Type="http://schemas.openxmlformats.org/officeDocument/2006/relationships/image" Target="../media/image24.png"/><Relationship Id="rId48" Type="http://schemas.openxmlformats.org/officeDocument/2006/relationships/customXml" Target="../ink/ink5.xml"/><Relationship Id="rId56" Type="http://schemas.openxmlformats.org/officeDocument/2006/relationships/customXml" Target="../ink/ink9.xml"/><Relationship Id="rId64" Type="http://schemas.openxmlformats.org/officeDocument/2006/relationships/customXml" Target="../ink/ink1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.png"/><Relationship Id="rId21" Type="http://schemas.openxmlformats.org/officeDocument/2006/relationships/image" Target="../media/image26.png"/><Relationship Id="rId42" Type="http://schemas.openxmlformats.org/officeDocument/2006/relationships/customXml" Target="../ink/ink34.xml"/><Relationship Id="rId47" Type="http://schemas.openxmlformats.org/officeDocument/2006/relationships/image" Target="../media/image39.png"/><Relationship Id="rId63" Type="http://schemas.openxmlformats.org/officeDocument/2006/relationships/image" Target="../media/image47.png"/><Relationship Id="rId68" Type="http://schemas.openxmlformats.org/officeDocument/2006/relationships/customXml" Target="../ink/ink47.xml"/><Relationship Id="rId84" Type="http://schemas.openxmlformats.org/officeDocument/2006/relationships/customXml" Target="../ink/ink55.xml"/><Relationship Id="rId89" Type="http://schemas.openxmlformats.org/officeDocument/2006/relationships/image" Target="../media/image60.png"/><Relationship Id="rId112" Type="http://schemas.openxmlformats.org/officeDocument/2006/relationships/customXml" Target="../ink/ink69.xml"/><Relationship Id="rId16" Type="http://schemas.openxmlformats.org/officeDocument/2006/relationships/customXml" Target="../ink/ink21.xml"/><Relationship Id="rId107" Type="http://schemas.openxmlformats.org/officeDocument/2006/relationships/image" Target="../media/image69.png"/><Relationship Id="rId11" Type="http://schemas.openxmlformats.org/officeDocument/2006/relationships/image" Target="../media/image20.png"/><Relationship Id="rId32" Type="http://schemas.openxmlformats.org/officeDocument/2006/relationships/customXml" Target="../ink/ink29.xml"/><Relationship Id="rId37" Type="http://schemas.openxmlformats.org/officeDocument/2006/relationships/image" Target="../media/image34.png"/><Relationship Id="rId53" Type="http://schemas.openxmlformats.org/officeDocument/2006/relationships/image" Target="../media/image42.png"/><Relationship Id="rId58" Type="http://schemas.openxmlformats.org/officeDocument/2006/relationships/customXml" Target="../ink/ink42.xml"/><Relationship Id="rId74" Type="http://schemas.openxmlformats.org/officeDocument/2006/relationships/customXml" Target="../ink/ink50.xml"/><Relationship Id="rId79" Type="http://schemas.openxmlformats.org/officeDocument/2006/relationships/image" Target="../media/image55.png"/><Relationship Id="rId102" Type="http://schemas.openxmlformats.org/officeDocument/2006/relationships/customXml" Target="../ink/ink64.xml"/><Relationship Id="rId123" Type="http://schemas.openxmlformats.org/officeDocument/2006/relationships/image" Target="../media/image77.png"/><Relationship Id="rId128" Type="http://schemas.openxmlformats.org/officeDocument/2006/relationships/customXml" Target="../ink/ink77.xml"/><Relationship Id="rId5" Type="http://schemas.openxmlformats.org/officeDocument/2006/relationships/image" Target="../media/image17.png"/><Relationship Id="rId90" Type="http://schemas.openxmlformats.org/officeDocument/2006/relationships/customXml" Target="../ink/ink58.xml"/><Relationship Id="rId95" Type="http://schemas.openxmlformats.org/officeDocument/2006/relationships/image" Target="../media/image63.png"/><Relationship Id="rId22" Type="http://schemas.openxmlformats.org/officeDocument/2006/relationships/customXml" Target="../ink/ink24.xml"/><Relationship Id="rId27" Type="http://schemas.openxmlformats.org/officeDocument/2006/relationships/image" Target="../media/image29.png"/><Relationship Id="rId43" Type="http://schemas.openxmlformats.org/officeDocument/2006/relationships/image" Target="../media/image37.png"/><Relationship Id="rId48" Type="http://schemas.openxmlformats.org/officeDocument/2006/relationships/customXml" Target="../ink/ink37.xml"/><Relationship Id="rId64" Type="http://schemas.openxmlformats.org/officeDocument/2006/relationships/customXml" Target="../ink/ink45.xml"/><Relationship Id="rId69" Type="http://schemas.openxmlformats.org/officeDocument/2006/relationships/image" Target="../media/image50.png"/><Relationship Id="rId113" Type="http://schemas.openxmlformats.org/officeDocument/2006/relationships/image" Target="../media/image72.png"/><Relationship Id="rId118" Type="http://schemas.openxmlformats.org/officeDocument/2006/relationships/customXml" Target="../ink/ink72.xml"/><Relationship Id="rId80" Type="http://schemas.openxmlformats.org/officeDocument/2006/relationships/customXml" Target="../ink/ink53.xml"/><Relationship Id="rId85" Type="http://schemas.openxmlformats.org/officeDocument/2006/relationships/image" Target="../media/image58.png"/><Relationship Id="rId12" Type="http://schemas.openxmlformats.org/officeDocument/2006/relationships/customXml" Target="../ink/ink19.xml"/><Relationship Id="rId17" Type="http://schemas.openxmlformats.org/officeDocument/2006/relationships/image" Target="../media/image23.png"/><Relationship Id="rId33" Type="http://schemas.openxmlformats.org/officeDocument/2006/relationships/image" Target="../media/image32.png"/><Relationship Id="rId38" Type="http://schemas.openxmlformats.org/officeDocument/2006/relationships/customXml" Target="../ink/ink32.xml"/><Relationship Id="rId59" Type="http://schemas.openxmlformats.org/officeDocument/2006/relationships/image" Target="../media/image45.png"/><Relationship Id="rId103" Type="http://schemas.openxmlformats.org/officeDocument/2006/relationships/image" Target="../media/image67.png"/><Relationship Id="rId108" Type="http://schemas.openxmlformats.org/officeDocument/2006/relationships/customXml" Target="../ink/ink67.xml"/><Relationship Id="rId124" Type="http://schemas.openxmlformats.org/officeDocument/2006/relationships/customXml" Target="../ink/ink75.xml"/><Relationship Id="rId129" Type="http://schemas.openxmlformats.org/officeDocument/2006/relationships/image" Target="../media/image80.png"/><Relationship Id="rId54" Type="http://schemas.openxmlformats.org/officeDocument/2006/relationships/customXml" Target="../ink/ink40.xml"/><Relationship Id="rId70" Type="http://schemas.openxmlformats.org/officeDocument/2006/relationships/customXml" Target="../ink/ink48.xml"/><Relationship Id="rId75" Type="http://schemas.openxmlformats.org/officeDocument/2006/relationships/image" Target="../media/image53.png"/><Relationship Id="rId91" Type="http://schemas.openxmlformats.org/officeDocument/2006/relationships/image" Target="../media/image61.png"/><Relationship Id="rId96" Type="http://schemas.openxmlformats.org/officeDocument/2006/relationships/customXml" Target="../ink/ink6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23" Type="http://schemas.openxmlformats.org/officeDocument/2006/relationships/image" Target="../media/image27.png"/><Relationship Id="rId28" Type="http://schemas.openxmlformats.org/officeDocument/2006/relationships/customXml" Target="../ink/ink27.xml"/><Relationship Id="rId49" Type="http://schemas.openxmlformats.org/officeDocument/2006/relationships/image" Target="../media/image40.png"/><Relationship Id="rId114" Type="http://schemas.openxmlformats.org/officeDocument/2006/relationships/customXml" Target="../ink/ink70.xml"/><Relationship Id="rId119" Type="http://schemas.openxmlformats.org/officeDocument/2006/relationships/image" Target="../media/image75.png"/><Relationship Id="rId44" Type="http://schemas.openxmlformats.org/officeDocument/2006/relationships/customXml" Target="../ink/ink35.xml"/><Relationship Id="rId60" Type="http://schemas.openxmlformats.org/officeDocument/2006/relationships/customXml" Target="../ink/ink43.xml"/><Relationship Id="rId65" Type="http://schemas.openxmlformats.org/officeDocument/2006/relationships/image" Target="../media/image48.png"/><Relationship Id="rId81" Type="http://schemas.openxmlformats.org/officeDocument/2006/relationships/image" Target="../media/image56.png"/><Relationship Id="rId86" Type="http://schemas.openxmlformats.org/officeDocument/2006/relationships/customXml" Target="../ink/ink56.xml"/><Relationship Id="rId13" Type="http://schemas.openxmlformats.org/officeDocument/2006/relationships/image" Target="../media/image21.png"/><Relationship Id="rId18" Type="http://schemas.openxmlformats.org/officeDocument/2006/relationships/customXml" Target="../ink/ink22.xml"/><Relationship Id="rId39" Type="http://schemas.openxmlformats.org/officeDocument/2006/relationships/image" Target="../media/image35.png"/><Relationship Id="rId109" Type="http://schemas.openxmlformats.org/officeDocument/2006/relationships/image" Target="../media/image70.png"/><Relationship Id="rId34" Type="http://schemas.openxmlformats.org/officeDocument/2006/relationships/customXml" Target="../ink/ink30.xml"/><Relationship Id="rId50" Type="http://schemas.openxmlformats.org/officeDocument/2006/relationships/customXml" Target="../ink/ink38.xml"/><Relationship Id="rId55" Type="http://schemas.openxmlformats.org/officeDocument/2006/relationships/image" Target="../media/image43.png"/><Relationship Id="rId76" Type="http://schemas.openxmlformats.org/officeDocument/2006/relationships/customXml" Target="../ink/ink51.xml"/><Relationship Id="rId97" Type="http://schemas.openxmlformats.org/officeDocument/2006/relationships/image" Target="../media/image64.png"/><Relationship Id="rId104" Type="http://schemas.openxmlformats.org/officeDocument/2006/relationships/customXml" Target="../ink/ink65.xml"/><Relationship Id="rId120" Type="http://schemas.openxmlformats.org/officeDocument/2006/relationships/customXml" Target="../ink/ink73.xml"/><Relationship Id="rId125" Type="http://schemas.openxmlformats.org/officeDocument/2006/relationships/image" Target="../media/image78.png"/><Relationship Id="rId7" Type="http://schemas.openxmlformats.org/officeDocument/2006/relationships/image" Target="../media/image18.png"/><Relationship Id="rId71" Type="http://schemas.openxmlformats.org/officeDocument/2006/relationships/image" Target="../media/image51.png"/><Relationship Id="rId92" Type="http://schemas.openxmlformats.org/officeDocument/2006/relationships/customXml" Target="../ink/ink59.xml"/><Relationship Id="rId2" Type="http://schemas.openxmlformats.org/officeDocument/2006/relationships/customXml" Target="../ink/ink14.xml"/><Relationship Id="rId29" Type="http://schemas.openxmlformats.org/officeDocument/2006/relationships/image" Target="../media/image30.png"/><Relationship Id="rId24" Type="http://schemas.openxmlformats.org/officeDocument/2006/relationships/customXml" Target="../ink/ink25.xml"/><Relationship Id="rId40" Type="http://schemas.openxmlformats.org/officeDocument/2006/relationships/customXml" Target="../ink/ink33.xml"/><Relationship Id="rId45" Type="http://schemas.openxmlformats.org/officeDocument/2006/relationships/image" Target="../media/image38.png"/><Relationship Id="rId66" Type="http://schemas.openxmlformats.org/officeDocument/2006/relationships/customXml" Target="../ink/ink46.xml"/><Relationship Id="rId87" Type="http://schemas.openxmlformats.org/officeDocument/2006/relationships/image" Target="../media/image59.png"/><Relationship Id="rId110" Type="http://schemas.openxmlformats.org/officeDocument/2006/relationships/customXml" Target="../ink/ink68.xml"/><Relationship Id="rId115" Type="http://schemas.openxmlformats.org/officeDocument/2006/relationships/image" Target="../media/image73.png"/><Relationship Id="rId61" Type="http://schemas.openxmlformats.org/officeDocument/2006/relationships/image" Target="../media/image46.png"/><Relationship Id="rId82" Type="http://schemas.openxmlformats.org/officeDocument/2006/relationships/customXml" Target="../ink/ink54.xml"/><Relationship Id="rId19" Type="http://schemas.openxmlformats.org/officeDocument/2006/relationships/image" Target="../media/image25.png"/><Relationship Id="rId14" Type="http://schemas.openxmlformats.org/officeDocument/2006/relationships/customXml" Target="../ink/ink20.xml"/><Relationship Id="rId30" Type="http://schemas.openxmlformats.org/officeDocument/2006/relationships/customXml" Target="../ink/ink28.xml"/><Relationship Id="rId35" Type="http://schemas.openxmlformats.org/officeDocument/2006/relationships/image" Target="../media/image33.png"/><Relationship Id="rId56" Type="http://schemas.openxmlformats.org/officeDocument/2006/relationships/customXml" Target="../ink/ink41.xml"/><Relationship Id="rId77" Type="http://schemas.openxmlformats.org/officeDocument/2006/relationships/image" Target="../media/image54.png"/><Relationship Id="rId100" Type="http://schemas.openxmlformats.org/officeDocument/2006/relationships/customXml" Target="../ink/ink63.xml"/><Relationship Id="rId105" Type="http://schemas.openxmlformats.org/officeDocument/2006/relationships/image" Target="../media/image68.png"/><Relationship Id="rId126" Type="http://schemas.openxmlformats.org/officeDocument/2006/relationships/customXml" Target="../ink/ink76.xml"/><Relationship Id="rId8" Type="http://schemas.openxmlformats.org/officeDocument/2006/relationships/customXml" Target="../ink/ink17.xml"/><Relationship Id="rId51" Type="http://schemas.openxmlformats.org/officeDocument/2006/relationships/image" Target="../media/image41.png"/><Relationship Id="rId72" Type="http://schemas.openxmlformats.org/officeDocument/2006/relationships/customXml" Target="../ink/ink49.xml"/><Relationship Id="rId93" Type="http://schemas.openxmlformats.org/officeDocument/2006/relationships/image" Target="../media/image62.png"/><Relationship Id="rId98" Type="http://schemas.openxmlformats.org/officeDocument/2006/relationships/customXml" Target="../ink/ink62.xml"/><Relationship Id="rId121" Type="http://schemas.openxmlformats.org/officeDocument/2006/relationships/image" Target="../media/image76.png"/><Relationship Id="rId3" Type="http://schemas.openxmlformats.org/officeDocument/2006/relationships/image" Target="../media/image16.png"/><Relationship Id="rId25" Type="http://schemas.openxmlformats.org/officeDocument/2006/relationships/image" Target="../media/image28.png"/><Relationship Id="rId46" Type="http://schemas.openxmlformats.org/officeDocument/2006/relationships/customXml" Target="../ink/ink36.xml"/><Relationship Id="rId67" Type="http://schemas.openxmlformats.org/officeDocument/2006/relationships/image" Target="../media/image49.png"/><Relationship Id="rId116" Type="http://schemas.openxmlformats.org/officeDocument/2006/relationships/customXml" Target="../ink/ink71.xml"/><Relationship Id="rId20" Type="http://schemas.openxmlformats.org/officeDocument/2006/relationships/customXml" Target="../ink/ink23.xml"/><Relationship Id="rId41" Type="http://schemas.openxmlformats.org/officeDocument/2006/relationships/image" Target="../media/image36.png"/><Relationship Id="rId62" Type="http://schemas.openxmlformats.org/officeDocument/2006/relationships/customXml" Target="../ink/ink44.xml"/><Relationship Id="rId83" Type="http://schemas.openxmlformats.org/officeDocument/2006/relationships/image" Target="../media/image57.png"/><Relationship Id="rId88" Type="http://schemas.openxmlformats.org/officeDocument/2006/relationships/customXml" Target="../ink/ink57.xml"/><Relationship Id="rId111" Type="http://schemas.openxmlformats.org/officeDocument/2006/relationships/image" Target="../media/image71.png"/><Relationship Id="rId15" Type="http://schemas.openxmlformats.org/officeDocument/2006/relationships/image" Target="../media/image22.png"/><Relationship Id="rId36" Type="http://schemas.openxmlformats.org/officeDocument/2006/relationships/customXml" Target="../ink/ink31.xml"/><Relationship Id="rId57" Type="http://schemas.openxmlformats.org/officeDocument/2006/relationships/image" Target="../media/image44.png"/><Relationship Id="rId106" Type="http://schemas.openxmlformats.org/officeDocument/2006/relationships/customXml" Target="../ink/ink66.xml"/><Relationship Id="rId127" Type="http://schemas.openxmlformats.org/officeDocument/2006/relationships/image" Target="../media/image79.png"/><Relationship Id="rId10" Type="http://schemas.openxmlformats.org/officeDocument/2006/relationships/customXml" Target="../ink/ink18.xml"/><Relationship Id="rId31" Type="http://schemas.openxmlformats.org/officeDocument/2006/relationships/image" Target="../media/image31.png"/><Relationship Id="rId52" Type="http://schemas.openxmlformats.org/officeDocument/2006/relationships/customXml" Target="../ink/ink39.xml"/><Relationship Id="rId73" Type="http://schemas.openxmlformats.org/officeDocument/2006/relationships/image" Target="../media/image52.png"/><Relationship Id="rId78" Type="http://schemas.openxmlformats.org/officeDocument/2006/relationships/customXml" Target="../ink/ink52.xml"/><Relationship Id="rId94" Type="http://schemas.openxmlformats.org/officeDocument/2006/relationships/customXml" Target="../ink/ink60.xml"/><Relationship Id="rId99" Type="http://schemas.openxmlformats.org/officeDocument/2006/relationships/image" Target="../media/image65.png"/><Relationship Id="rId101" Type="http://schemas.openxmlformats.org/officeDocument/2006/relationships/image" Target="../media/image66.png"/><Relationship Id="rId122" Type="http://schemas.openxmlformats.org/officeDocument/2006/relationships/customXml" Target="../ink/ink74.xml"/><Relationship Id="rId4" Type="http://schemas.openxmlformats.org/officeDocument/2006/relationships/customXml" Target="../ink/ink15.xml"/><Relationship Id="rId9" Type="http://schemas.openxmlformats.org/officeDocument/2006/relationships/image" Target="../media/image19.png"/><Relationship Id="rId26" Type="http://schemas.openxmlformats.org/officeDocument/2006/relationships/customXml" Target="../ink/ink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0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5.bin"/><Relationship Id="rId3" Type="http://schemas.openxmlformats.org/officeDocument/2006/relationships/image" Target="../media/image85.wmf"/><Relationship Id="rId21" Type="http://schemas.openxmlformats.org/officeDocument/2006/relationships/oleObject" Target="../embeddings/oleObject11.bin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2.wmf"/><Relationship Id="rId25" Type="http://schemas.openxmlformats.org/officeDocument/2006/relationships/oleObject" Target="../embeddings/oleObject14.bin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9.wmf"/><Relationship Id="rId24" Type="http://schemas.openxmlformats.org/officeDocument/2006/relationships/oleObject" Target="../embeddings/oleObject13.bin"/><Relationship Id="rId5" Type="http://schemas.openxmlformats.org/officeDocument/2006/relationships/image" Target="../media/image86.wmf"/><Relationship Id="rId15" Type="http://schemas.openxmlformats.org/officeDocument/2006/relationships/image" Target="../media/image91.wmf"/><Relationship Id="rId23" Type="http://schemas.openxmlformats.org/officeDocument/2006/relationships/image" Target="../media/image94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2.bin"/><Relationship Id="rId27" Type="http://schemas.openxmlformats.org/officeDocument/2006/relationships/oleObject" Target="../embeddings/oleObject16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en-US" sz="4400"/>
              <a:t>Variations- Turing Machine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0" y="3815443"/>
            <a:ext cx="4267200" cy="762000"/>
          </a:xfrm>
        </p:spPr>
        <p:txBody>
          <a:bodyPr/>
          <a:lstStyle/>
          <a:p>
            <a:r>
              <a:rPr lang="en-US" altLang="en-US" sz="3200"/>
              <a:t> Lecture -12 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F8FCF8B-965F-4088-94AA-6F1F2711F201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TM Examples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Recognize the language {a</a:t>
            </a:r>
            <a:r>
              <a:rPr lang="en-US" altLang="en-US" sz="2400" baseline="30000"/>
              <a:t>i </a:t>
            </a:r>
            <a:r>
              <a:rPr lang="en-US" altLang="en-US" sz="2400"/>
              <a:t>b</a:t>
            </a:r>
            <a:r>
              <a:rPr lang="en-US" altLang="en-US" sz="2400" baseline="30000"/>
              <a:t>i</a:t>
            </a:r>
            <a:r>
              <a:rPr lang="en-US" altLang="en-US" sz="2400"/>
              <a:t> | i </a:t>
            </a:r>
            <a:r>
              <a:rPr lang="en-US" altLang="en-US" sz="2400">
                <a:cs typeface="Arial" panose="020B0604020202020204" pitchFamily="34" charset="0"/>
              </a:rPr>
              <a:t>≥ o}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</a:rPr>
              <a:t>Recognize the language {a</a:t>
            </a:r>
            <a:r>
              <a:rPr lang="en-US" altLang="en-US" sz="2400" baseline="30000">
                <a:solidFill>
                  <a:srgbClr val="000000"/>
                </a:solidFill>
              </a:rPr>
              <a:t>i</a:t>
            </a:r>
            <a:r>
              <a:rPr lang="en-US" altLang="en-US" sz="2400">
                <a:solidFill>
                  <a:srgbClr val="000000"/>
                </a:solidFill>
              </a:rPr>
              <a:t>b</a:t>
            </a:r>
            <a:r>
              <a:rPr lang="en-US" altLang="en-US" sz="2400" baseline="30000">
                <a:solidFill>
                  <a:srgbClr val="000000"/>
                </a:solidFill>
              </a:rPr>
              <a:t>i</a:t>
            </a:r>
            <a:r>
              <a:rPr lang="en-US" altLang="en-US" sz="2400">
                <a:solidFill>
                  <a:srgbClr val="000000"/>
                </a:solidFill>
              </a:rPr>
              <a:t>c</a:t>
            </a:r>
            <a:r>
              <a:rPr lang="en-US" altLang="en-US" sz="2400" baseline="30000">
                <a:solidFill>
                  <a:srgbClr val="000000"/>
                </a:solidFill>
              </a:rPr>
              <a:t>i</a:t>
            </a:r>
            <a:r>
              <a:rPr lang="en-US" altLang="en-US" sz="2400">
                <a:solidFill>
                  <a:srgbClr val="000000"/>
                </a:solidFill>
              </a:rPr>
              <a:t> | i </a:t>
            </a: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≥ o}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</a:rPr>
              <a:t>Recognize the language {a</a:t>
            </a:r>
            <a:r>
              <a:rPr lang="en-US" altLang="en-US" sz="2400" baseline="30000">
                <a:solidFill>
                  <a:srgbClr val="000000"/>
                </a:solidFill>
              </a:rPr>
              <a:t>i</a:t>
            </a:r>
            <a:r>
              <a:rPr lang="en-US" altLang="en-US" sz="2400">
                <a:solidFill>
                  <a:srgbClr val="000000"/>
                </a:solidFill>
              </a:rPr>
              <a:t>b</a:t>
            </a:r>
            <a:r>
              <a:rPr lang="en-US" altLang="en-US" sz="2400" baseline="30000">
                <a:solidFill>
                  <a:srgbClr val="000000"/>
                </a:solidFill>
              </a:rPr>
              <a:t>i</a:t>
            </a:r>
            <a:r>
              <a:rPr lang="en-US" altLang="en-US" sz="2400">
                <a:solidFill>
                  <a:srgbClr val="000000"/>
                </a:solidFill>
              </a:rPr>
              <a:t>c</a:t>
            </a:r>
            <a:r>
              <a:rPr lang="en-US" altLang="en-US" sz="2400" baseline="30000">
                <a:solidFill>
                  <a:srgbClr val="000000"/>
                </a:solidFill>
              </a:rPr>
              <a:t>i</a:t>
            </a:r>
            <a:r>
              <a:rPr lang="en-US" altLang="en-US" sz="2400">
                <a:solidFill>
                  <a:srgbClr val="000000"/>
                </a:solidFill>
              </a:rPr>
              <a:t>d</a:t>
            </a:r>
            <a:r>
              <a:rPr lang="en-US" altLang="en-US" sz="2400" baseline="30000">
                <a:solidFill>
                  <a:srgbClr val="000000"/>
                </a:solidFill>
              </a:rPr>
              <a:t>i </a:t>
            </a:r>
            <a:r>
              <a:rPr lang="en-US" altLang="en-US" sz="2400">
                <a:solidFill>
                  <a:srgbClr val="000000"/>
                </a:solidFill>
              </a:rPr>
              <a:t>| i </a:t>
            </a: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≥ o}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Reverse, copy, concatenate, erase and input string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Solve the Travelling Salesman Problem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Encrypt/decrypt using RSA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Check whether a number is prime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Add, multiply, divide, square etc…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86600" y="6356350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B8D0A79-1670-4745-A905-86D94ACF5833}" type="slidenum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28000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Variations of Turing Machines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Multi-Track TM</a:t>
            </a:r>
          </a:p>
          <a:p>
            <a:pPr eaLnBrk="1" hangingPunct="1"/>
            <a:r>
              <a:rPr lang="en-US" altLang="en-US" sz="2400"/>
              <a:t>Multi-Tape TM</a:t>
            </a:r>
          </a:p>
          <a:p>
            <a:pPr eaLnBrk="1" hangingPunct="1"/>
            <a:r>
              <a:rPr lang="en-US" altLang="en-US" sz="2400"/>
              <a:t>2 Stack Machine</a:t>
            </a:r>
          </a:p>
          <a:p>
            <a:pPr eaLnBrk="1" hangingPunct="1"/>
            <a:r>
              <a:rPr lang="en-US" altLang="en-US" sz="2400"/>
              <a:t>Non-deterministic TM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The variations appear to increase the capability of the machine !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86600" y="6356350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C1CDE69-92A6-44B4-BA28-D131BFD5A0A0}" type="slidenum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487" name="Ink 17486">
                <a:extLst>
                  <a:ext uri="{FF2B5EF4-FFF2-40B4-BE49-F238E27FC236}">
                    <a16:creationId xmlns:a16="http://schemas.microsoft.com/office/drawing/2014/main" id="{75B9B58C-B4CB-D69E-550F-320B57F50106}"/>
                  </a:ext>
                </a:extLst>
              </p14:cNvPr>
              <p14:cNvContentPartPr/>
              <p14:nvPr/>
            </p14:nvContentPartPr>
            <p14:xfrm>
              <a:off x="1509488" y="-136086"/>
              <a:ext cx="5760" cy="360"/>
            </p14:xfrm>
          </p:contentPart>
        </mc:Choice>
        <mc:Fallback xmlns="">
          <p:pic>
            <p:nvPicPr>
              <p:cNvPr id="17487" name="Ink 17486">
                <a:extLst>
                  <a:ext uri="{FF2B5EF4-FFF2-40B4-BE49-F238E27FC236}">
                    <a16:creationId xmlns:a16="http://schemas.microsoft.com/office/drawing/2014/main" id="{75B9B58C-B4CB-D69E-550F-320B57F501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4919" y="-151566"/>
                <a:ext cx="345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529" name="Ink 17528">
                <a:extLst>
                  <a:ext uri="{FF2B5EF4-FFF2-40B4-BE49-F238E27FC236}">
                    <a16:creationId xmlns:a16="http://schemas.microsoft.com/office/drawing/2014/main" id="{E321F182-4EBF-FA15-C7A5-8288B2092370}"/>
                  </a:ext>
                </a:extLst>
              </p14:cNvPr>
              <p14:cNvContentPartPr/>
              <p14:nvPr/>
            </p14:nvContentPartPr>
            <p14:xfrm>
              <a:off x="2311755" y="-165427"/>
              <a:ext cx="5760" cy="62640"/>
            </p14:xfrm>
          </p:contentPart>
        </mc:Choice>
        <mc:Fallback xmlns="">
          <p:pic>
            <p:nvPicPr>
              <p:cNvPr id="17529" name="Ink 17528">
                <a:extLst>
                  <a:ext uri="{FF2B5EF4-FFF2-40B4-BE49-F238E27FC236}">
                    <a16:creationId xmlns:a16="http://schemas.microsoft.com/office/drawing/2014/main" id="{E321F182-4EBF-FA15-C7A5-8288B209237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96635" y="-180547"/>
                <a:ext cx="363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0FDD5F7-5888-83DA-9958-293C0854F4D7}"/>
                  </a:ext>
                </a:extLst>
              </p14:cNvPr>
              <p14:cNvContentPartPr/>
              <p14:nvPr/>
            </p14:nvContentPartPr>
            <p14:xfrm>
              <a:off x="5468397" y="2589077"/>
              <a:ext cx="2797920" cy="824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0FDD5F7-5888-83DA-9958-293C0854F4D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53275" y="2568557"/>
                <a:ext cx="2833565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E5F9831-3273-5883-B386-1346AD868A29}"/>
                  </a:ext>
                </a:extLst>
              </p14:cNvPr>
              <p14:cNvContentPartPr/>
              <p14:nvPr/>
            </p14:nvContentPartPr>
            <p14:xfrm>
              <a:off x="5591517" y="2052677"/>
              <a:ext cx="2732040" cy="5619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E5F9831-3273-5883-B386-1346AD868A2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576037" y="2037187"/>
                <a:ext cx="2762280" cy="592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3EF7141-628B-F3FE-3260-C2D3D2004875}"/>
                  </a:ext>
                </a:extLst>
              </p14:cNvPr>
              <p14:cNvContentPartPr/>
              <p14:nvPr/>
            </p14:nvContentPartPr>
            <p14:xfrm>
              <a:off x="5880237" y="2107397"/>
              <a:ext cx="2675880" cy="470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3EF7141-628B-F3FE-3260-C2D3D200487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865117" y="2092277"/>
                <a:ext cx="270648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C1A7F24-DD03-4BD9-BAC7-4F98DC5B1B1C}"/>
                  </a:ext>
                </a:extLst>
              </p14:cNvPr>
              <p14:cNvContentPartPr/>
              <p14:nvPr/>
            </p14:nvContentPartPr>
            <p14:xfrm>
              <a:off x="8266317" y="2112797"/>
              <a:ext cx="676080" cy="169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C1A7F24-DD03-4BD9-BAC7-4F98DC5B1B1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51197" y="2097677"/>
                <a:ext cx="7066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4C70D10-7C9C-7D1D-E0D8-CEF09501499C}"/>
                  </a:ext>
                </a:extLst>
              </p14:cNvPr>
              <p14:cNvContentPartPr/>
              <p14:nvPr/>
            </p14:nvContentPartPr>
            <p14:xfrm>
              <a:off x="8167317" y="2632997"/>
              <a:ext cx="774720" cy="223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4C70D10-7C9C-7D1D-E0D8-CEF09501499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151837" y="2617517"/>
                <a:ext cx="8053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B7EBDCA-1C04-92D2-4E53-FC2D48F57559}"/>
                  </a:ext>
                </a:extLst>
              </p14:cNvPr>
              <p14:cNvContentPartPr/>
              <p14:nvPr/>
            </p14:nvContentPartPr>
            <p14:xfrm>
              <a:off x="6591237" y="2742797"/>
              <a:ext cx="158040" cy="3204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B7EBDCA-1C04-92D2-4E53-FC2D48F5755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576117" y="2727677"/>
                <a:ext cx="18828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7480" name="Ink 17479">
                <a:extLst>
                  <a:ext uri="{FF2B5EF4-FFF2-40B4-BE49-F238E27FC236}">
                    <a16:creationId xmlns:a16="http://schemas.microsoft.com/office/drawing/2014/main" id="{276E1D21-7D51-B32A-E4DA-B4F596400D87}"/>
                  </a:ext>
                </a:extLst>
              </p14:cNvPr>
              <p14:cNvContentPartPr/>
              <p14:nvPr/>
            </p14:nvContentPartPr>
            <p14:xfrm>
              <a:off x="5923437" y="1598357"/>
              <a:ext cx="1691280" cy="331200"/>
            </p14:xfrm>
          </p:contentPart>
        </mc:Choice>
        <mc:Fallback>
          <p:pic>
            <p:nvPicPr>
              <p:cNvPr id="17480" name="Ink 17479">
                <a:extLst>
                  <a:ext uri="{FF2B5EF4-FFF2-40B4-BE49-F238E27FC236}">
                    <a16:creationId xmlns:a16="http://schemas.microsoft.com/office/drawing/2014/main" id="{276E1D21-7D51-B32A-E4DA-B4F596400D8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908317" y="1582877"/>
                <a:ext cx="17218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7486" name="Ink 17485">
                <a:extLst>
                  <a:ext uri="{FF2B5EF4-FFF2-40B4-BE49-F238E27FC236}">
                    <a16:creationId xmlns:a16="http://schemas.microsoft.com/office/drawing/2014/main" id="{A6399AB1-15DE-8038-3BA4-F700A2A2F71F}"/>
                  </a:ext>
                </a:extLst>
              </p14:cNvPr>
              <p14:cNvContentPartPr/>
              <p14:nvPr/>
            </p14:nvContentPartPr>
            <p14:xfrm>
              <a:off x="5315757" y="1626797"/>
              <a:ext cx="284400" cy="326880"/>
            </p14:xfrm>
          </p:contentPart>
        </mc:Choice>
        <mc:Fallback>
          <p:pic>
            <p:nvPicPr>
              <p:cNvPr id="17486" name="Ink 17485">
                <a:extLst>
                  <a:ext uri="{FF2B5EF4-FFF2-40B4-BE49-F238E27FC236}">
                    <a16:creationId xmlns:a16="http://schemas.microsoft.com/office/drawing/2014/main" id="{A6399AB1-15DE-8038-3BA4-F700A2A2F71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300637" y="1611677"/>
                <a:ext cx="31500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7490" name="Ink 17489">
                <a:extLst>
                  <a:ext uri="{FF2B5EF4-FFF2-40B4-BE49-F238E27FC236}">
                    <a16:creationId xmlns:a16="http://schemas.microsoft.com/office/drawing/2014/main" id="{DF77B75E-A9D1-12F5-1864-671032EC06E0}"/>
                  </a:ext>
                </a:extLst>
              </p14:cNvPr>
              <p14:cNvContentPartPr/>
              <p14:nvPr/>
            </p14:nvContentPartPr>
            <p14:xfrm>
              <a:off x="362157" y="1746677"/>
              <a:ext cx="371520" cy="410400"/>
            </p14:xfrm>
          </p:contentPart>
        </mc:Choice>
        <mc:Fallback>
          <p:pic>
            <p:nvPicPr>
              <p:cNvPr id="17490" name="Ink 17489">
                <a:extLst>
                  <a:ext uri="{FF2B5EF4-FFF2-40B4-BE49-F238E27FC236}">
                    <a16:creationId xmlns:a16="http://schemas.microsoft.com/office/drawing/2014/main" id="{DF77B75E-A9D1-12F5-1864-671032EC06E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47037" y="1731557"/>
                <a:ext cx="40176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7493" name="Ink 17492">
                <a:extLst>
                  <a:ext uri="{FF2B5EF4-FFF2-40B4-BE49-F238E27FC236}">
                    <a16:creationId xmlns:a16="http://schemas.microsoft.com/office/drawing/2014/main" id="{27F460A4-9461-B6C2-4A7A-9334D8F4111C}"/>
                  </a:ext>
                </a:extLst>
              </p14:cNvPr>
              <p14:cNvContentPartPr/>
              <p14:nvPr/>
            </p14:nvContentPartPr>
            <p14:xfrm>
              <a:off x="240837" y="2249597"/>
              <a:ext cx="366480" cy="393840"/>
            </p14:xfrm>
          </p:contentPart>
        </mc:Choice>
        <mc:Fallback>
          <p:pic>
            <p:nvPicPr>
              <p:cNvPr id="17493" name="Ink 17492">
                <a:extLst>
                  <a:ext uri="{FF2B5EF4-FFF2-40B4-BE49-F238E27FC236}">
                    <a16:creationId xmlns:a16="http://schemas.microsoft.com/office/drawing/2014/main" id="{27F460A4-9461-B6C2-4A7A-9334D8F4111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25357" y="2234477"/>
                <a:ext cx="39708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7498" name="Ink 17497">
                <a:extLst>
                  <a:ext uri="{FF2B5EF4-FFF2-40B4-BE49-F238E27FC236}">
                    <a16:creationId xmlns:a16="http://schemas.microsoft.com/office/drawing/2014/main" id="{2989FF37-6E62-1C81-2182-F907485ECF7E}"/>
                  </a:ext>
                </a:extLst>
              </p14:cNvPr>
              <p14:cNvContentPartPr/>
              <p14:nvPr/>
            </p14:nvContentPartPr>
            <p14:xfrm>
              <a:off x="227157" y="2649917"/>
              <a:ext cx="353160" cy="459000"/>
            </p14:xfrm>
          </p:contentPart>
        </mc:Choice>
        <mc:Fallback>
          <p:pic>
            <p:nvPicPr>
              <p:cNvPr id="17498" name="Ink 17497">
                <a:extLst>
                  <a:ext uri="{FF2B5EF4-FFF2-40B4-BE49-F238E27FC236}">
                    <a16:creationId xmlns:a16="http://schemas.microsoft.com/office/drawing/2014/main" id="{2989FF37-6E62-1C81-2182-F907485ECF7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12037" y="2634797"/>
                <a:ext cx="383760" cy="48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0555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01085-0C13-AE38-8AAD-6D4A3F6AE5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DFD5A5B-15E8-91F8-EDF8-7E1647C391D9}"/>
                  </a:ext>
                </a:extLst>
              </p14:cNvPr>
              <p14:cNvContentPartPr/>
              <p14:nvPr/>
            </p14:nvContentPartPr>
            <p14:xfrm>
              <a:off x="555837" y="76277"/>
              <a:ext cx="495360" cy="497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DFD5A5B-15E8-91F8-EDF8-7E1647C391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0357" y="61157"/>
                <a:ext cx="52596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FC5E10E-B00B-711D-9DD2-22E9CED95430}"/>
                  </a:ext>
                </a:extLst>
              </p14:cNvPr>
              <p14:cNvContentPartPr/>
              <p14:nvPr/>
            </p14:nvContentPartPr>
            <p14:xfrm>
              <a:off x="3421077" y="256277"/>
              <a:ext cx="498600" cy="2221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FC5E10E-B00B-711D-9DD2-22E9CED954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05957" y="241132"/>
                <a:ext cx="528840" cy="252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60002FD-C495-EB53-D146-1DFCB3DFEC30}"/>
                  </a:ext>
                </a:extLst>
              </p14:cNvPr>
              <p14:cNvContentPartPr/>
              <p14:nvPr/>
            </p14:nvContentPartPr>
            <p14:xfrm>
              <a:off x="1417677" y="272837"/>
              <a:ext cx="1735560" cy="261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60002FD-C495-EB53-D146-1DFCB3DFEC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02197" y="257717"/>
                <a:ext cx="17661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915C409-FC0D-E128-10AD-509DCA29233B}"/>
                  </a:ext>
                </a:extLst>
              </p14:cNvPr>
              <p14:cNvContentPartPr/>
              <p14:nvPr/>
            </p14:nvContentPartPr>
            <p14:xfrm>
              <a:off x="2457717" y="1915157"/>
              <a:ext cx="3870720" cy="82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915C409-FC0D-E128-10AD-509DCA2923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42597" y="1900037"/>
                <a:ext cx="39009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FE46CFE-BC12-6EF6-1D12-6A9E292E6552}"/>
                  </a:ext>
                </a:extLst>
              </p14:cNvPr>
              <p14:cNvContentPartPr/>
              <p14:nvPr/>
            </p14:nvContentPartPr>
            <p14:xfrm>
              <a:off x="2463117" y="2418797"/>
              <a:ext cx="4122000" cy="496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FE46CFE-BC12-6EF6-1D12-6A9E292E655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47996" y="2403317"/>
                <a:ext cx="4157643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822B488-FDB4-4E41-5C08-6657B2E02ECC}"/>
                  </a:ext>
                </a:extLst>
              </p14:cNvPr>
              <p14:cNvContentPartPr/>
              <p14:nvPr/>
            </p14:nvContentPartPr>
            <p14:xfrm>
              <a:off x="2405877" y="1061237"/>
              <a:ext cx="4124160" cy="13492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822B488-FDB4-4E41-5C08-6657B2E02EC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90757" y="1045757"/>
                <a:ext cx="4154760" cy="13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C5BE7D2-9296-2B9D-E661-9FDEBADAA54B}"/>
                  </a:ext>
                </a:extLst>
              </p14:cNvPr>
              <p14:cNvContentPartPr/>
              <p14:nvPr/>
            </p14:nvContentPartPr>
            <p14:xfrm>
              <a:off x="3453837" y="1121357"/>
              <a:ext cx="153720" cy="12376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C5BE7D2-9296-2B9D-E661-9FDEBADAA5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38717" y="1106237"/>
                <a:ext cx="183960" cy="12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100532B-0D1F-10A8-4E01-91BC3051520C}"/>
                  </a:ext>
                </a:extLst>
              </p14:cNvPr>
              <p14:cNvContentPartPr/>
              <p14:nvPr/>
            </p14:nvContentPartPr>
            <p14:xfrm>
              <a:off x="4313517" y="1148717"/>
              <a:ext cx="99000" cy="12204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100532B-0D1F-10A8-4E01-91BC3051520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98037" y="1133597"/>
                <a:ext cx="129240" cy="12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4FE4C24-13AA-2532-D55D-A051B8D705BC}"/>
                  </a:ext>
                </a:extLst>
              </p14:cNvPr>
              <p14:cNvContentPartPr/>
              <p14:nvPr/>
            </p14:nvContentPartPr>
            <p14:xfrm>
              <a:off x="4942797" y="1159517"/>
              <a:ext cx="87840" cy="1261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4FE4C24-13AA-2532-D55D-A051B8D705B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27677" y="1144397"/>
                <a:ext cx="118440" cy="12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2895E6D-3657-D02B-8DDA-F80F308340EC}"/>
                  </a:ext>
                </a:extLst>
              </p14:cNvPr>
              <p14:cNvContentPartPr/>
              <p14:nvPr/>
            </p14:nvContentPartPr>
            <p14:xfrm>
              <a:off x="5517717" y="1186877"/>
              <a:ext cx="55080" cy="123984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2895E6D-3657-D02B-8DDA-F80F308340E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02597" y="1171757"/>
                <a:ext cx="85680" cy="12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995B0D4-772F-E198-A6B4-BDB6AFB2D2E7}"/>
                  </a:ext>
                </a:extLst>
              </p14:cNvPr>
              <p14:cNvContentPartPr/>
              <p14:nvPr/>
            </p14:nvContentPartPr>
            <p14:xfrm>
              <a:off x="6119997" y="1143317"/>
              <a:ext cx="77040" cy="12952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995B0D4-772F-E198-A6B4-BDB6AFB2D2E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04517" y="1127837"/>
                <a:ext cx="107640" cy="13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DBF5B92-DAC8-34AE-B31B-DD3DA68426F4}"/>
                  </a:ext>
                </a:extLst>
              </p14:cNvPr>
              <p14:cNvContentPartPr/>
              <p14:nvPr/>
            </p14:nvContentPartPr>
            <p14:xfrm>
              <a:off x="3082317" y="1192637"/>
              <a:ext cx="163440" cy="2185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DBF5B92-DAC8-34AE-B31B-DD3DA68426F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067197" y="1177182"/>
                <a:ext cx="194040" cy="2487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544C1C1-0F90-E40E-DEC6-E64D999051F4}"/>
                  </a:ext>
                </a:extLst>
              </p14:cNvPr>
              <p14:cNvContentPartPr/>
              <p14:nvPr/>
            </p14:nvContentPartPr>
            <p14:xfrm>
              <a:off x="3108957" y="1609157"/>
              <a:ext cx="186840" cy="6998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544C1C1-0F90-E40E-DEC6-E64D999051F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93808" y="1594037"/>
                <a:ext cx="217499" cy="7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0D7912E-C20F-746A-40EF-18D21F985044}"/>
                  </a:ext>
                </a:extLst>
              </p14:cNvPr>
              <p14:cNvContentPartPr/>
              <p14:nvPr/>
            </p14:nvContentPartPr>
            <p14:xfrm>
              <a:off x="3881157" y="1214597"/>
              <a:ext cx="137160" cy="164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0D7912E-C20F-746A-40EF-18D21F98504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65677" y="1199117"/>
                <a:ext cx="16776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9C02CC0-7B8C-5B27-5FA3-42B6C6ABB020}"/>
                  </a:ext>
                </a:extLst>
              </p14:cNvPr>
              <p14:cNvContentPartPr/>
              <p14:nvPr/>
            </p14:nvContentPartPr>
            <p14:xfrm>
              <a:off x="4576317" y="1182197"/>
              <a:ext cx="148320" cy="2242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9C02CC0-7B8C-5B27-5FA3-42B6C6ABB02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60837" y="1167077"/>
                <a:ext cx="1785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6E9EC2C-C303-8B92-21B2-87EB0607853E}"/>
                  </a:ext>
                </a:extLst>
              </p14:cNvPr>
              <p14:cNvContentPartPr/>
              <p14:nvPr/>
            </p14:nvContentPartPr>
            <p14:xfrm>
              <a:off x="5192997" y="1230797"/>
              <a:ext cx="133560" cy="2250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6E9EC2C-C303-8B92-21B2-87EB0607853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77877" y="1215653"/>
                <a:ext cx="164160" cy="255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B928445-B3B3-22E4-C4F5-1C2CD0CF41F8}"/>
                  </a:ext>
                </a:extLst>
              </p14:cNvPr>
              <p14:cNvContentPartPr/>
              <p14:nvPr/>
            </p14:nvContentPartPr>
            <p14:xfrm>
              <a:off x="6308997" y="1236197"/>
              <a:ext cx="150120" cy="2300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B928445-B3B3-22E4-C4F5-1C2CD0CF41F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93877" y="1221053"/>
                <a:ext cx="180360" cy="260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4A35104-E652-89BC-CEB1-28225F29AF30}"/>
                  </a:ext>
                </a:extLst>
              </p14:cNvPr>
              <p14:cNvContentPartPr/>
              <p14:nvPr/>
            </p14:nvContentPartPr>
            <p14:xfrm>
              <a:off x="5764677" y="1252757"/>
              <a:ext cx="174960" cy="2084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4A35104-E652-89BC-CEB1-28225F29AF3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49557" y="1237637"/>
                <a:ext cx="2055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681C28B-6FEA-0663-7933-A2D11C6F5060}"/>
                  </a:ext>
                </a:extLst>
              </p14:cNvPr>
              <p14:cNvContentPartPr/>
              <p14:nvPr/>
            </p14:nvContentPartPr>
            <p14:xfrm>
              <a:off x="3881157" y="1578917"/>
              <a:ext cx="164520" cy="2217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681C28B-6FEA-0663-7933-A2D11C6F506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865677" y="1563437"/>
                <a:ext cx="1951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A2495D7-327B-F5C8-EAB6-790957D04A2E}"/>
                  </a:ext>
                </a:extLst>
              </p14:cNvPr>
              <p14:cNvContentPartPr/>
              <p14:nvPr/>
            </p14:nvContentPartPr>
            <p14:xfrm>
              <a:off x="4609077" y="1589717"/>
              <a:ext cx="169920" cy="2466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A2495D7-327B-F5C8-EAB6-790957D04A2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593957" y="1574597"/>
                <a:ext cx="2005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CDC9269-3C34-5C28-0D96-E77FB5F0A362}"/>
                  </a:ext>
                </a:extLst>
              </p14:cNvPr>
              <p14:cNvContentPartPr/>
              <p14:nvPr/>
            </p14:nvContentPartPr>
            <p14:xfrm>
              <a:off x="5189757" y="1658477"/>
              <a:ext cx="158400" cy="2070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CDC9269-3C34-5C28-0D96-E77FB5F0A36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174637" y="1643357"/>
                <a:ext cx="1890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1B61CF7-DEC2-624E-0036-18158243798A}"/>
                  </a:ext>
                </a:extLst>
              </p14:cNvPr>
              <p14:cNvContentPartPr/>
              <p14:nvPr/>
            </p14:nvContentPartPr>
            <p14:xfrm>
              <a:off x="5769717" y="1652357"/>
              <a:ext cx="172440" cy="1756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1B61CF7-DEC2-624E-0036-18158243798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54237" y="1637237"/>
                <a:ext cx="20304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0F83370-B223-56E1-879F-4DDF27B1540F}"/>
                  </a:ext>
                </a:extLst>
              </p14:cNvPr>
              <p14:cNvContentPartPr/>
              <p14:nvPr/>
            </p14:nvContentPartPr>
            <p14:xfrm>
              <a:off x="6320157" y="1620677"/>
              <a:ext cx="167040" cy="2239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0F83370-B223-56E1-879F-4DDF27B1540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04677" y="1605533"/>
                <a:ext cx="197640" cy="254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AF7F455-767C-3D3D-77B0-3F06AD474D64}"/>
                  </a:ext>
                </a:extLst>
              </p14:cNvPr>
              <p14:cNvContentPartPr/>
              <p14:nvPr/>
            </p14:nvContentPartPr>
            <p14:xfrm>
              <a:off x="3913917" y="2037917"/>
              <a:ext cx="175680" cy="2167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AF7F455-767C-3D3D-77B0-3F06AD474D6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898437" y="2022797"/>
                <a:ext cx="2059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750BDC4-4645-02BC-FEE7-DA00861DEB1A}"/>
                  </a:ext>
                </a:extLst>
              </p14:cNvPr>
              <p14:cNvContentPartPr/>
              <p14:nvPr/>
            </p14:nvContentPartPr>
            <p14:xfrm>
              <a:off x="4652997" y="2101277"/>
              <a:ext cx="164520" cy="1425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750BDC4-4645-02BC-FEE7-DA00861DEB1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37517" y="2086157"/>
                <a:ext cx="1951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AAA2DA8-14BB-A6ED-DA76-C6C5B6322590}"/>
                  </a:ext>
                </a:extLst>
              </p14:cNvPr>
              <p14:cNvContentPartPr/>
              <p14:nvPr/>
            </p14:nvContentPartPr>
            <p14:xfrm>
              <a:off x="5222157" y="2134037"/>
              <a:ext cx="120960" cy="1749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AAA2DA8-14BB-A6ED-DA76-C6C5B632259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207037" y="2118917"/>
                <a:ext cx="1512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6B7ABBC-A0C7-33EB-2FC9-52CF4D3802E3}"/>
                  </a:ext>
                </a:extLst>
              </p14:cNvPr>
              <p14:cNvContentPartPr/>
              <p14:nvPr/>
            </p14:nvContentPartPr>
            <p14:xfrm>
              <a:off x="6358317" y="2087957"/>
              <a:ext cx="136440" cy="2322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6B7ABBC-A0C7-33EB-2FC9-52CF4D3802E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343197" y="2072477"/>
                <a:ext cx="16704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91ED51F-38A4-22C6-9630-D0B00508371D}"/>
                  </a:ext>
                </a:extLst>
              </p14:cNvPr>
              <p14:cNvContentPartPr/>
              <p14:nvPr/>
            </p14:nvContentPartPr>
            <p14:xfrm>
              <a:off x="5775477" y="2095877"/>
              <a:ext cx="186120" cy="2138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91ED51F-38A4-22C6-9630-D0B00508371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60328" y="2080397"/>
                <a:ext cx="216779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5D1C618-E71F-113F-BBF4-85E0B5ECF129}"/>
                  </a:ext>
                </a:extLst>
              </p14:cNvPr>
              <p14:cNvContentPartPr/>
              <p14:nvPr/>
            </p14:nvContentPartPr>
            <p14:xfrm>
              <a:off x="2027517" y="2227277"/>
              <a:ext cx="299160" cy="1861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5D1C618-E71F-113F-BBF4-85E0B5ECF12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012397" y="2211827"/>
                <a:ext cx="329400" cy="2166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AD03BBA-32DB-7292-E32E-44A23955732B}"/>
                  </a:ext>
                </a:extLst>
              </p14:cNvPr>
              <p14:cNvContentPartPr/>
              <p14:nvPr/>
            </p14:nvContentPartPr>
            <p14:xfrm>
              <a:off x="1962717" y="1786277"/>
              <a:ext cx="298440" cy="1346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AD03BBA-32DB-7292-E32E-44A23955732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947237" y="1770797"/>
                <a:ext cx="3290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B3F812B-7F90-EA26-3046-4866EAD9B243}"/>
                  </a:ext>
                </a:extLst>
              </p14:cNvPr>
              <p14:cNvContentPartPr/>
              <p14:nvPr/>
            </p14:nvContentPartPr>
            <p14:xfrm>
              <a:off x="1981437" y="1208837"/>
              <a:ext cx="230400" cy="1778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B3F812B-7F90-EA26-3046-4866EAD9B24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66317" y="1193717"/>
                <a:ext cx="2606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979C6B76-9771-3B37-46B0-8070019D65EC}"/>
                  </a:ext>
                </a:extLst>
              </p14:cNvPr>
              <p14:cNvContentPartPr/>
              <p14:nvPr/>
            </p14:nvContentPartPr>
            <p14:xfrm>
              <a:off x="3919317" y="2485037"/>
              <a:ext cx="186480" cy="4532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979C6B76-9771-3B37-46B0-8070019D65E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904197" y="2469929"/>
                <a:ext cx="217080" cy="483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623429A-54A8-B70A-7DD0-CED78DF0AA20}"/>
                  </a:ext>
                </a:extLst>
              </p14:cNvPr>
              <p14:cNvContentPartPr/>
              <p14:nvPr/>
            </p14:nvContentPartPr>
            <p14:xfrm>
              <a:off x="4604037" y="2511677"/>
              <a:ext cx="160920" cy="3758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623429A-54A8-B70A-7DD0-CED78DF0AA2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588917" y="2496543"/>
                <a:ext cx="191520" cy="4064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AB2FB54-B348-B1AB-DC9C-24EF12AC52F4}"/>
                  </a:ext>
                </a:extLst>
              </p14:cNvPr>
              <p14:cNvContentPartPr/>
              <p14:nvPr/>
            </p14:nvContentPartPr>
            <p14:xfrm>
              <a:off x="4204077" y="2670437"/>
              <a:ext cx="235440" cy="1573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AB2FB54-B348-B1AB-DC9C-24EF12AC52F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188621" y="2655317"/>
                <a:ext cx="265993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5DF7056-0D4F-0CCA-F67C-C457665F7181}"/>
                  </a:ext>
                </a:extLst>
              </p14:cNvPr>
              <p14:cNvContentPartPr/>
              <p14:nvPr/>
            </p14:nvContentPartPr>
            <p14:xfrm>
              <a:off x="2457717" y="3264437"/>
              <a:ext cx="478800" cy="2404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5DF7056-0D4F-0CCA-F67C-C457665F718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442608" y="3249317"/>
                <a:ext cx="509017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A2CDAC2-6840-F822-5EA5-FA805D0D8D20}"/>
                  </a:ext>
                </a:extLst>
              </p14:cNvPr>
              <p14:cNvContentPartPr/>
              <p14:nvPr/>
            </p14:nvContentPartPr>
            <p14:xfrm>
              <a:off x="637197" y="3336077"/>
              <a:ext cx="1522440" cy="3535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A2CDAC2-6840-F822-5EA5-FA805D0D8D2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22073" y="3320942"/>
                <a:ext cx="1553047" cy="384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B0B859DB-3196-B16C-1EB9-034AE1F70D96}"/>
                  </a:ext>
                </a:extLst>
              </p14:cNvPr>
              <p14:cNvContentPartPr/>
              <p14:nvPr/>
            </p14:nvContentPartPr>
            <p14:xfrm>
              <a:off x="-41403" y="3291797"/>
              <a:ext cx="415800" cy="4424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B0B859DB-3196-B16C-1EB9-034AE1F70D9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-56523" y="3276677"/>
                <a:ext cx="44640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36C4EFB-1F1D-3805-EF14-D0E668FB60F7}"/>
                  </a:ext>
                </a:extLst>
              </p14:cNvPr>
              <p14:cNvContentPartPr/>
              <p14:nvPr/>
            </p14:nvContentPartPr>
            <p14:xfrm>
              <a:off x="2493251" y="3882917"/>
              <a:ext cx="2447280" cy="4024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36C4EFB-1F1D-3805-EF14-D0E668FB60F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477771" y="3867797"/>
                <a:ext cx="24778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C00D4AA-F038-1F77-ABFB-180B64259C9D}"/>
                  </a:ext>
                </a:extLst>
              </p14:cNvPr>
              <p14:cNvContentPartPr/>
              <p14:nvPr/>
            </p14:nvContentPartPr>
            <p14:xfrm>
              <a:off x="2589011" y="5059757"/>
              <a:ext cx="2318400" cy="4057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C00D4AA-F038-1F77-ABFB-180B64259C9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573891" y="5044624"/>
                <a:ext cx="2349000" cy="436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AE5EBFC-F629-612D-0CE7-4A94C56E7FC6}"/>
                  </a:ext>
                </a:extLst>
              </p14:cNvPr>
              <p14:cNvContentPartPr/>
              <p14:nvPr/>
            </p14:nvContentPartPr>
            <p14:xfrm>
              <a:off x="2698811" y="5990357"/>
              <a:ext cx="2088000" cy="3510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AE5EBFC-F629-612D-0CE7-4A94C56E7FC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683334" y="5975221"/>
                <a:ext cx="2118595" cy="381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1E797CA2-2990-C371-853E-F871988B95CF}"/>
                  </a:ext>
                </a:extLst>
              </p14:cNvPr>
              <p14:cNvContentPartPr/>
              <p14:nvPr/>
            </p14:nvContentPartPr>
            <p14:xfrm>
              <a:off x="3434651" y="4287917"/>
              <a:ext cx="131760" cy="2959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1E797CA2-2990-C371-853E-F871988B95C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419531" y="4272797"/>
                <a:ext cx="16236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0469371-5713-7525-7022-C5730F2CD7CE}"/>
                  </a:ext>
                </a:extLst>
              </p14:cNvPr>
              <p14:cNvContentPartPr/>
              <p14:nvPr/>
            </p14:nvContentPartPr>
            <p14:xfrm>
              <a:off x="1480211" y="3984077"/>
              <a:ext cx="246240" cy="2440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0469371-5713-7525-7022-C5730F2CD7C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65091" y="3963587"/>
                <a:ext cx="281880" cy="2796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65B4246-D9D2-25D8-EA23-CF41354A6BE4}"/>
                  </a:ext>
                </a:extLst>
              </p14:cNvPr>
              <p14:cNvContentPartPr/>
              <p14:nvPr/>
            </p14:nvContentPartPr>
            <p14:xfrm>
              <a:off x="1688291" y="5131037"/>
              <a:ext cx="217080" cy="3016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65B4246-D9D2-25D8-EA23-CF41354A6BE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668098" y="5110853"/>
                <a:ext cx="258188" cy="3427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5FBCF98-ABEE-809F-8781-5C2E47F0EE2E}"/>
                  </a:ext>
                </a:extLst>
              </p14:cNvPr>
              <p14:cNvContentPartPr/>
              <p14:nvPr/>
            </p14:nvContentPartPr>
            <p14:xfrm>
              <a:off x="1836251" y="6072797"/>
              <a:ext cx="211320" cy="3013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5FBCF98-ABEE-809F-8781-5C2E47F0EE2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820771" y="6057317"/>
                <a:ext cx="24192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8685E6BF-F432-EC5B-816D-828F56A5B906}"/>
                  </a:ext>
                </a:extLst>
              </p14:cNvPr>
              <p14:cNvContentPartPr/>
              <p14:nvPr/>
            </p14:nvContentPartPr>
            <p14:xfrm>
              <a:off x="3401891" y="6368357"/>
              <a:ext cx="120960" cy="25128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8685E6BF-F432-EC5B-816D-828F56A5B90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386411" y="6352899"/>
                <a:ext cx="151200" cy="2814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B29C7822-1C44-0BBE-9D46-D5B46519624C}"/>
                  </a:ext>
                </a:extLst>
              </p14:cNvPr>
              <p14:cNvContentPartPr/>
              <p14:nvPr/>
            </p14:nvContentPartPr>
            <p14:xfrm>
              <a:off x="3617891" y="5487077"/>
              <a:ext cx="117720" cy="1692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B29C7822-1C44-0BBE-9D46-D5B46519624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02411" y="5471630"/>
                <a:ext cx="148320" cy="199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B39DF12C-7B6D-6FA5-64D9-2BEC22E5A537}"/>
                  </a:ext>
                </a:extLst>
              </p14:cNvPr>
              <p14:cNvContentPartPr/>
              <p14:nvPr/>
            </p14:nvContentPartPr>
            <p14:xfrm>
              <a:off x="3617891" y="4408517"/>
              <a:ext cx="145440" cy="1152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B39DF12C-7B6D-6FA5-64D9-2BEC22E5A53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602449" y="4387997"/>
                <a:ext cx="180992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7523769-0344-C22A-43E4-97D06E800027}"/>
                  </a:ext>
                </a:extLst>
              </p14:cNvPr>
              <p14:cNvContentPartPr/>
              <p14:nvPr/>
            </p14:nvContentPartPr>
            <p14:xfrm>
              <a:off x="3862331" y="4309877"/>
              <a:ext cx="87480" cy="24984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7523769-0344-C22A-43E4-97D06E80002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846851" y="4294757"/>
                <a:ext cx="1177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1D2E1433-B7DC-D945-235D-C86895DB4D15}"/>
                  </a:ext>
                </a:extLst>
              </p14:cNvPr>
              <p14:cNvContentPartPr/>
              <p14:nvPr/>
            </p14:nvContentPartPr>
            <p14:xfrm>
              <a:off x="6027477" y="3076157"/>
              <a:ext cx="443160" cy="4579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1D2E1433-B7DC-D945-235D-C86895DB4D1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012357" y="3061037"/>
                <a:ext cx="47376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615E1E2-A89B-820E-832F-B278EBE319A8}"/>
                  </a:ext>
                </a:extLst>
              </p14:cNvPr>
              <p14:cNvContentPartPr/>
              <p14:nvPr/>
            </p14:nvContentPartPr>
            <p14:xfrm>
              <a:off x="8285397" y="3168677"/>
              <a:ext cx="413280" cy="1972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615E1E2-A89B-820E-832F-B278EBE319A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269917" y="3153557"/>
                <a:ext cx="4438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180A9BCE-A86F-E72C-3CCF-2F28E330D171}"/>
                  </a:ext>
                </a:extLst>
              </p14:cNvPr>
              <p14:cNvContentPartPr/>
              <p14:nvPr/>
            </p14:nvContentPartPr>
            <p14:xfrm>
              <a:off x="7353357" y="3188117"/>
              <a:ext cx="704880" cy="21384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180A9BCE-A86F-E72C-3CCF-2F28E330D17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338229" y="3172997"/>
                <a:ext cx="735496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9D75B5D-AF16-21BB-9E6E-7500FA63FDA4}"/>
                  </a:ext>
                </a:extLst>
              </p14:cNvPr>
              <p14:cNvContentPartPr/>
              <p14:nvPr/>
            </p14:nvContentPartPr>
            <p14:xfrm>
              <a:off x="6801117" y="3250757"/>
              <a:ext cx="386640" cy="20304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9D75B5D-AF16-21BB-9E6E-7500FA63FDA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785997" y="3235637"/>
                <a:ext cx="417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378DA1D0-4A5F-2E62-ADBE-F32D1A508A1F}"/>
                  </a:ext>
                </a:extLst>
              </p14:cNvPr>
              <p14:cNvContentPartPr/>
              <p14:nvPr/>
            </p14:nvContentPartPr>
            <p14:xfrm>
              <a:off x="6793917" y="4039157"/>
              <a:ext cx="1937520" cy="38376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378DA1D0-4A5F-2E62-ADBE-F32D1A508A1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778437" y="4023662"/>
                <a:ext cx="1968120" cy="414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E8857D1E-220D-88FD-E8AF-D89B2AF48B24}"/>
                  </a:ext>
                </a:extLst>
              </p14:cNvPr>
              <p14:cNvContentPartPr/>
              <p14:nvPr/>
            </p14:nvContentPartPr>
            <p14:xfrm>
              <a:off x="7439037" y="4093877"/>
              <a:ext cx="38520" cy="2358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E8857D1E-220D-88FD-E8AF-D89B2AF48B2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423917" y="4078397"/>
                <a:ext cx="6912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EF6FF61-B661-0BFB-4E0F-7F098B8B8F27}"/>
                  </a:ext>
                </a:extLst>
              </p14:cNvPr>
              <p14:cNvContentPartPr/>
              <p14:nvPr/>
            </p14:nvContentPartPr>
            <p14:xfrm>
              <a:off x="7838637" y="4121237"/>
              <a:ext cx="33120" cy="18108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EF6FF61-B661-0BFB-4E0F-7F098B8B8F2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818477" y="4100717"/>
                <a:ext cx="741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E351959-9D75-FF5A-581B-4BEA124D5212}"/>
                  </a:ext>
                </a:extLst>
              </p14:cNvPr>
              <p14:cNvContentPartPr/>
              <p14:nvPr/>
            </p14:nvContentPartPr>
            <p14:xfrm>
              <a:off x="8123397" y="4112597"/>
              <a:ext cx="27720" cy="15120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E351959-9D75-FF5A-581B-4BEA124D521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102877" y="4092437"/>
                <a:ext cx="6840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057C692C-B001-33AE-ED28-86519EB58C4B}"/>
                  </a:ext>
                </a:extLst>
              </p14:cNvPr>
              <p14:cNvContentPartPr/>
              <p14:nvPr/>
            </p14:nvContentPartPr>
            <p14:xfrm>
              <a:off x="8378277" y="4093877"/>
              <a:ext cx="183600" cy="1918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057C692C-B001-33AE-ED28-86519EB58C4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357757" y="4073357"/>
                <a:ext cx="22428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5B6CA43B-1487-D51E-56C0-EB3105FF210C}"/>
                  </a:ext>
                </a:extLst>
              </p14:cNvPr>
              <p14:cNvContentPartPr/>
              <p14:nvPr/>
            </p14:nvContentPartPr>
            <p14:xfrm>
              <a:off x="6603683" y="4864235"/>
              <a:ext cx="466200" cy="93384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5B6CA43B-1487-D51E-56C0-EB3105FF210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588551" y="4849109"/>
                <a:ext cx="501868" cy="964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1EEC6A4D-9CD0-B6C6-DDCE-8245BE199EBB}"/>
                  </a:ext>
                </a:extLst>
              </p14:cNvPr>
              <p14:cNvContentPartPr/>
              <p14:nvPr/>
            </p14:nvContentPartPr>
            <p14:xfrm>
              <a:off x="6623483" y="5484155"/>
              <a:ext cx="355320" cy="2700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1EEC6A4D-9CD0-B6C6-DDCE-8245BE199EB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608003" y="5468675"/>
                <a:ext cx="3859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14007172-A066-A9D7-870D-74038A3457DB}"/>
                  </a:ext>
                </a:extLst>
              </p14:cNvPr>
              <p14:cNvContentPartPr/>
              <p14:nvPr/>
            </p14:nvContentPartPr>
            <p14:xfrm>
              <a:off x="6669203" y="5243315"/>
              <a:ext cx="234720" cy="216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14007172-A066-A9D7-870D-74038A3457D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648683" y="5222795"/>
                <a:ext cx="2754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0B8665D1-E524-61CD-0AA0-957B2ED90895}"/>
                  </a:ext>
                </a:extLst>
              </p14:cNvPr>
              <p14:cNvContentPartPr/>
              <p14:nvPr/>
            </p14:nvContentPartPr>
            <p14:xfrm>
              <a:off x="6683963" y="5045315"/>
              <a:ext cx="246600" cy="2700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0B8665D1-E524-61CD-0AA0-957B2ED9089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663803" y="5024795"/>
                <a:ext cx="2872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10A78BF-F838-A3A7-D12B-9BF09F6B5E97}"/>
                  </a:ext>
                </a:extLst>
              </p14:cNvPr>
              <p14:cNvContentPartPr/>
              <p14:nvPr/>
            </p14:nvContentPartPr>
            <p14:xfrm>
              <a:off x="8375243" y="4799075"/>
              <a:ext cx="447120" cy="80856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10A78BF-F838-A3A7-D12B-9BF09F6B5E9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360123" y="4783595"/>
                <a:ext cx="480240" cy="84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FD11318-38E4-8557-C206-98DA29048CBC}"/>
                  </a:ext>
                </a:extLst>
              </p14:cNvPr>
              <p14:cNvContentPartPr/>
              <p14:nvPr/>
            </p14:nvContentPartPr>
            <p14:xfrm>
              <a:off x="8415923" y="5136035"/>
              <a:ext cx="281160" cy="270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FD11318-38E4-8557-C206-98DA29048CB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400443" y="5120915"/>
                <a:ext cx="3114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3DC98AA-03AF-B651-5364-4781B363C5CF}"/>
                  </a:ext>
                </a:extLst>
              </p14:cNvPr>
              <p14:cNvContentPartPr/>
              <p14:nvPr/>
            </p14:nvContentPartPr>
            <p14:xfrm>
              <a:off x="8424203" y="4975475"/>
              <a:ext cx="294120" cy="2160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3DC98AA-03AF-B651-5364-4781B363C5C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408723" y="4960355"/>
                <a:ext cx="324720" cy="5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105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 –Track 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913" y="1697038"/>
            <a:ext cx="8861425" cy="4525962"/>
          </a:xfrm>
        </p:spPr>
        <p:txBody>
          <a:bodyPr/>
          <a:lstStyle/>
          <a:p>
            <a:pPr>
              <a:defRPr/>
            </a:pPr>
            <a:r>
              <a:rPr lang="en-US" sz="2400"/>
              <a:t>Multiple tracks but just one tape head reads and writes on all tracks. </a:t>
            </a:r>
          </a:p>
          <a:p>
            <a:pPr>
              <a:defRPr/>
            </a:pPr>
            <a:r>
              <a:rPr lang="en-US" sz="2400"/>
              <a:t>Single tape head reads </a:t>
            </a:r>
            <a:r>
              <a:rPr lang="en-US" sz="2400" b="1"/>
              <a:t>n</a:t>
            </a:r>
            <a:r>
              <a:rPr lang="en-US" sz="2400"/>
              <a:t> symbols from </a:t>
            </a:r>
            <a:r>
              <a:rPr lang="en-US" sz="2400" b="1"/>
              <a:t>n</a:t>
            </a:r>
            <a:r>
              <a:rPr lang="en-US" sz="2400"/>
              <a:t> tracks at one step</a:t>
            </a:r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 marL="0" indent="0">
              <a:buFontTx/>
              <a:buNone/>
              <a:defRPr/>
            </a:pPr>
            <a:r>
              <a:rPr lang="en-US" sz="2000"/>
              <a:t>           </a:t>
            </a:r>
            <a:r>
              <a:rPr lang="en-US" sz="2000" b="1">
                <a:solidFill>
                  <a:srgbClr val="0000FF"/>
                </a:solidFill>
              </a:rPr>
              <a:t>δ(Q</a:t>
            </a:r>
            <a:r>
              <a:rPr lang="en-US" sz="2000" b="1" baseline="-25000">
                <a:solidFill>
                  <a:srgbClr val="0000FF"/>
                </a:solidFill>
              </a:rPr>
              <a:t>i</a:t>
            </a:r>
            <a:r>
              <a:rPr lang="en-US" sz="2000" b="1">
                <a:solidFill>
                  <a:srgbClr val="0000FF"/>
                </a:solidFill>
              </a:rPr>
              <a:t>, [a</a:t>
            </a:r>
            <a:r>
              <a:rPr lang="en-US" sz="2000" b="1" baseline="-25000">
                <a:solidFill>
                  <a:srgbClr val="0000FF"/>
                </a:solidFill>
              </a:rPr>
              <a:t>1</a:t>
            </a:r>
            <a:r>
              <a:rPr lang="en-US" sz="2000" b="1">
                <a:solidFill>
                  <a:srgbClr val="0000FF"/>
                </a:solidFill>
              </a:rPr>
              <a:t>, a</a:t>
            </a:r>
            <a:r>
              <a:rPr lang="en-US" sz="2000" b="1" baseline="-25000">
                <a:solidFill>
                  <a:srgbClr val="0000FF"/>
                </a:solidFill>
              </a:rPr>
              <a:t>2</a:t>
            </a:r>
            <a:r>
              <a:rPr lang="en-US" sz="2000" b="1">
                <a:solidFill>
                  <a:srgbClr val="0000FF"/>
                </a:solidFill>
              </a:rPr>
              <a:t>, a</a:t>
            </a:r>
            <a:r>
              <a:rPr lang="en-US" sz="2000" b="1" baseline="-25000">
                <a:solidFill>
                  <a:srgbClr val="0000FF"/>
                </a:solidFill>
              </a:rPr>
              <a:t>3</a:t>
            </a:r>
            <a:r>
              <a:rPr lang="en-US" sz="2000" b="1">
                <a:solidFill>
                  <a:srgbClr val="0000FF"/>
                </a:solidFill>
              </a:rPr>
              <a:t>,....]) = (</a:t>
            </a:r>
            <a:r>
              <a:rPr lang="en-US" sz="2000" b="1" err="1">
                <a:solidFill>
                  <a:srgbClr val="0000FF"/>
                </a:solidFill>
              </a:rPr>
              <a:t>Q</a:t>
            </a:r>
            <a:r>
              <a:rPr lang="en-US" sz="2000" b="1" baseline="-25000" err="1">
                <a:solidFill>
                  <a:srgbClr val="0000FF"/>
                </a:solidFill>
              </a:rPr>
              <a:t>j</a:t>
            </a:r>
            <a:r>
              <a:rPr lang="en-US" sz="2000" b="1">
                <a:solidFill>
                  <a:srgbClr val="0000FF"/>
                </a:solidFill>
              </a:rPr>
              <a:t>, [a</a:t>
            </a:r>
            <a:r>
              <a:rPr lang="en-US" sz="2000" b="1" baseline="-25000">
                <a:solidFill>
                  <a:srgbClr val="0000FF"/>
                </a:solidFill>
              </a:rPr>
              <a:t>1</a:t>
            </a:r>
            <a:r>
              <a:rPr lang="en-US" sz="2000" b="1">
                <a:solidFill>
                  <a:srgbClr val="0000FF"/>
                </a:solidFill>
              </a:rPr>
              <a:t>, a</a:t>
            </a:r>
            <a:r>
              <a:rPr lang="en-US" sz="2000" b="1" baseline="-25000">
                <a:solidFill>
                  <a:srgbClr val="0000FF"/>
                </a:solidFill>
              </a:rPr>
              <a:t>2</a:t>
            </a:r>
            <a:r>
              <a:rPr lang="en-US" sz="2000" b="1">
                <a:solidFill>
                  <a:srgbClr val="0000FF"/>
                </a:solidFill>
              </a:rPr>
              <a:t>, a</a:t>
            </a:r>
            <a:r>
              <a:rPr lang="en-US" sz="2000" b="1" baseline="-25000">
                <a:solidFill>
                  <a:srgbClr val="0000FF"/>
                </a:solidFill>
              </a:rPr>
              <a:t>3</a:t>
            </a:r>
            <a:r>
              <a:rPr lang="en-US" sz="2000" b="1">
                <a:solidFill>
                  <a:srgbClr val="0000FF"/>
                </a:solidFill>
              </a:rPr>
              <a:t>,....], </a:t>
            </a:r>
            <a:r>
              <a:rPr lang="en-US" sz="2000" b="1" err="1">
                <a:solidFill>
                  <a:srgbClr val="0000FF"/>
                </a:solidFill>
              </a:rPr>
              <a:t>Left_shift</a:t>
            </a:r>
            <a:r>
              <a:rPr lang="en-US" sz="2000" b="1">
                <a:solidFill>
                  <a:srgbClr val="0000FF"/>
                </a:solidFill>
              </a:rPr>
              <a:t> or  </a:t>
            </a:r>
            <a:r>
              <a:rPr lang="en-US" sz="2000" b="1" err="1">
                <a:solidFill>
                  <a:srgbClr val="0000FF"/>
                </a:solidFill>
              </a:rPr>
              <a:t>Right_shift</a:t>
            </a:r>
            <a:r>
              <a:rPr lang="en-US" sz="2000" b="1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8436" name="AutoShape 2" descr="Image result for multiple track turing machine"/>
          <p:cNvSpPr>
            <a:spLocks noChangeAspect="1" noChangeArrowheads="1"/>
          </p:cNvSpPr>
          <p:nvPr/>
        </p:nvSpPr>
        <p:spPr bwMode="auto">
          <a:xfrm>
            <a:off x="161925" y="-152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97574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 –Track TM</a:t>
            </a:r>
          </a:p>
        </p:txBody>
      </p:sp>
      <p:sp>
        <p:nvSpPr>
          <p:cNvPr id="1945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9460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2389188"/>
            <a:ext cx="6007100" cy="314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Down Arrow 8"/>
          <p:cNvSpPr>
            <a:spLocks noChangeArrowheads="1"/>
          </p:cNvSpPr>
          <p:nvPr/>
        </p:nvSpPr>
        <p:spPr bwMode="auto">
          <a:xfrm>
            <a:off x="3402013" y="2389188"/>
            <a:ext cx="336550" cy="727075"/>
          </a:xfrm>
          <a:prstGeom prst="downArrow">
            <a:avLst>
              <a:gd name="adj1" fmla="val 50000"/>
              <a:gd name="adj2" fmla="val 50009"/>
            </a:avLst>
          </a:prstGeom>
          <a:solidFill>
            <a:srgbClr val="0000FF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2" name="TextBox 9"/>
          <p:cNvSpPr txBox="1">
            <a:spLocks noChangeArrowheads="1"/>
          </p:cNvSpPr>
          <p:nvPr/>
        </p:nvSpPr>
        <p:spPr bwMode="auto">
          <a:xfrm>
            <a:off x="3738563" y="2552700"/>
            <a:ext cx="2608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/>
              <a:t>Tape Header</a:t>
            </a:r>
          </a:p>
        </p:txBody>
      </p:sp>
    </p:spTree>
    <p:extLst>
      <p:ext uri="{BB962C8B-B14F-4D97-AF65-F5344CB8AC3E}">
        <p14:creationId xmlns:p14="http://schemas.microsoft.com/office/powerpoint/2010/main" val="290296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Multi-Tape </a:t>
            </a:r>
            <a:r>
              <a:rPr lang="en-US" altLang="en-US">
                <a:solidFill>
                  <a:schemeClr val="tx1"/>
                </a:solidFill>
              </a:rPr>
              <a:t>Turing</a:t>
            </a:r>
            <a:r>
              <a:rPr lang="en-US" altLang="en-US">
                <a:solidFill>
                  <a:srgbClr val="333399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5" y="1557338"/>
            <a:ext cx="8229600" cy="4525962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/>
              <a:t>A </a:t>
            </a:r>
            <a:r>
              <a:rPr lang="en-US" sz="2000" i="1"/>
              <a:t>k</a:t>
            </a:r>
            <a:r>
              <a:rPr lang="en-US" sz="2000"/>
              <a:t>-tape machine has</a:t>
            </a:r>
          </a:p>
          <a:p>
            <a:pPr lvl="1" eaLnBrk="1" hangingPunct="1">
              <a:defRPr/>
            </a:pPr>
            <a:r>
              <a:rPr lang="en-US" sz="2000" i="1">
                <a:solidFill>
                  <a:srgbClr val="000000"/>
                </a:solidFill>
                <a:ea typeface="+mn-ea"/>
                <a:cs typeface="+mn-cs"/>
              </a:rPr>
              <a:t>k</a:t>
            </a:r>
            <a:r>
              <a:rPr lang="en-US" sz="2000">
                <a:solidFill>
                  <a:srgbClr val="000000"/>
                </a:solidFill>
                <a:ea typeface="+mn-ea"/>
                <a:cs typeface="+mn-cs"/>
              </a:rPr>
              <a:t>-tapes and </a:t>
            </a:r>
            <a:r>
              <a:rPr lang="en-US" sz="2000" i="1">
                <a:solidFill>
                  <a:srgbClr val="000000"/>
                </a:solidFill>
                <a:ea typeface="+mn-ea"/>
                <a:cs typeface="+mn-cs"/>
              </a:rPr>
              <a:t>k</a:t>
            </a:r>
            <a:r>
              <a:rPr lang="en-US" sz="2000">
                <a:solidFill>
                  <a:srgbClr val="000000"/>
                </a:solidFill>
                <a:ea typeface="+mn-ea"/>
                <a:cs typeface="+mn-cs"/>
              </a:rPr>
              <a:t> independent tape heads</a:t>
            </a:r>
          </a:p>
          <a:p>
            <a:pPr lvl="1" eaLnBrk="1" hangingPunct="1">
              <a:defRPr/>
            </a:pPr>
            <a:r>
              <a:rPr lang="en-US" sz="2000">
                <a:solidFill>
                  <a:srgbClr val="000000"/>
                </a:solidFill>
                <a:ea typeface="+mn-ea"/>
                <a:cs typeface="+mn-cs"/>
              </a:rPr>
              <a:t>M reads the tape simultaneously but has only one state</a:t>
            </a:r>
          </a:p>
          <a:p>
            <a:pPr marL="514350" indent="-457200"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/>
              <a:t>Transitions</a:t>
            </a:r>
          </a:p>
          <a:p>
            <a:pPr marL="914400" lvl="1" indent="-457200"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/>
              <a:t>Change the state</a:t>
            </a:r>
          </a:p>
          <a:p>
            <a:pPr marL="914400" lvl="1" indent="-457200"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/>
              <a:t>Write a symbol on each tape</a:t>
            </a:r>
          </a:p>
          <a:p>
            <a:pPr marL="914400" lvl="1" indent="-457200"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/>
              <a:t>Independently reposition tape heads: left, right, stationary</a:t>
            </a:r>
          </a:p>
          <a:p>
            <a:pPr marL="514350" indent="-457200"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/>
              <a:t>Advantages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/>
              <a:t>Ability to copy </a:t>
            </a:r>
          </a:p>
          <a:p>
            <a:pPr marL="457200" lvl="1" indent="0" eaLnBrk="1" hangingPunct="1">
              <a:buSzPct val="100000"/>
              <a:buFont typeface="Wingdings" panose="05000000000000000000" pitchFamily="2" charset="2"/>
              <a:buNone/>
              <a:defRPr/>
            </a:pPr>
            <a:r>
              <a:rPr lang="en-US" sz="2000"/>
              <a:t>     data between </a:t>
            </a:r>
          </a:p>
          <a:p>
            <a:pPr marL="457200" lvl="1" indent="0" eaLnBrk="1" hangingPunct="1">
              <a:buSzPct val="100000"/>
              <a:buFont typeface="Wingdings" panose="05000000000000000000" pitchFamily="2" charset="2"/>
              <a:buNone/>
              <a:defRPr/>
            </a:pPr>
            <a:r>
              <a:rPr lang="en-US" sz="2000"/>
              <a:t>     tapes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/>
              <a:t>To compare strings</a:t>
            </a:r>
          </a:p>
          <a:p>
            <a:pPr marL="457200" lvl="1" indent="0" eaLnBrk="1" hangingPunct="1">
              <a:buSzPct val="100000"/>
              <a:buFont typeface="Wingdings" panose="05000000000000000000" pitchFamily="2" charset="2"/>
              <a:buNone/>
              <a:defRPr/>
            </a:pPr>
            <a:r>
              <a:rPr lang="en-US" sz="2000"/>
              <a:t>     on different tapes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86600" y="6356350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EA1CD0A-0366-4146-8D00-C825F2013CC6}" type="slidenum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2120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Multi-Tape </a:t>
            </a:r>
            <a:r>
              <a:rPr lang="en-US" altLang="en-US">
                <a:solidFill>
                  <a:schemeClr val="tx1"/>
                </a:solidFill>
              </a:rPr>
              <a:t>TM</a:t>
            </a:r>
            <a:endParaRPr lang="en-US" altLang="en-US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en-US"/>
              <a:t>           </a:t>
            </a:r>
          </a:p>
          <a:p>
            <a:pPr marL="0" indent="0">
              <a:buFontTx/>
              <a:buNone/>
            </a:pPr>
            <a:endParaRPr lang="en-US" altLang="en-US"/>
          </a:p>
          <a:p>
            <a:pPr marL="0" indent="0">
              <a:buFontTx/>
              <a:buNone/>
            </a:pPr>
            <a:endParaRPr lang="en-US" altLang="en-US"/>
          </a:p>
          <a:p>
            <a:pPr marL="0" indent="0">
              <a:buFontTx/>
              <a:buNone/>
            </a:pPr>
            <a:endParaRPr lang="en-US" altLang="en-US"/>
          </a:p>
          <a:p>
            <a:pPr marL="0" indent="0">
              <a:buFontTx/>
              <a:buNone/>
            </a:pPr>
            <a:endParaRPr lang="en-US" altLang="en-US"/>
          </a:p>
          <a:p>
            <a:pPr marL="0" indent="0">
              <a:buFontTx/>
              <a:buNone/>
            </a:pPr>
            <a:r>
              <a:rPr lang="en-US" altLang="en-US" sz="2000">
                <a:solidFill>
                  <a:srgbClr val="0000FF"/>
                </a:solidFill>
              </a:rPr>
              <a:t>δ(Qi, [a1, a2, a3,....]) = (Qj, [a1, a2, a3,....], Move1,Move2,Move3)</a:t>
            </a:r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1417638"/>
            <a:ext cx="5845175" cy="290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956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 Stack TM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/>
              <a:t>First stack can hold what is to the left of the head, while the second stack holds what is to the right of the head, </a:t>
            </a:r>
          </a:p>
          <a:p>
            <a:pPr algn="just"/>
            <a:r>
              <a:rPr lang="en-US" altLang="en-US" sz="2800"/>
              <a:t>Neglecting all the infinite blank symbols beyond the leftmost and rightmost of the head.</a:t>
            </a:r>
          </a:p>
          <a:p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366919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 Stack TM</a:t>
            </a:r>
          </a:p>
        </p:txBody>
      </p:sp>
      <p:sp>
        <p:nvSpPr>
          <p:cNvPr id="2355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355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8" y="1419225"/>
            <a:ext cx="7261225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0152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254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4000">
                <a:cs typeface="Arial" panose="020B0604020202020204" pitchFamily="34" charset="0"/>
              </a:rPr>
              <a:t>Non-deterministic TM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587375" y="927100"/>
            <a:ext cx="7886700" cy="5008563"/>
          </a:xfrm>
        </p:spPr>
        <p:txBody>
          <a:bodyPr/>
          <a:lstStyle/>
          <a:p>
            <a:pPr algn="just" eaLnBrk="1" hangingPunct="1"/>
            <a:r>
              <a:rPr lang="en-US" altLang="en-US" sz="2800">
                <a:cs typeface="Arial" panose="020B0604020202020204" pitchFamily="34" charset="0"/>
              </a:rPr>
              <a:t>NTM allows a finite number of transitions to be specified for a given configuration (current state and tape symbol)</a:t>
            </a:r>
          </a:p>
          <a:p>
            <a:pPr algn="just" eaLnBrk="1" hangingPunct="1"/>
            <a:r>
              <a:rPr lang="en-US" altLang="en-US" sz="2800">
                <a:cs typeface="Arial" panose="020B0604020202020204" pitchFamily="34" charset="0"/>
              </a:rPr>
              <a:t>meaning more than one action for a given configuration</a:t>
            </a:r>
          </a:p>
          <a:p>
            <a:pPr algn="just" eaLnBrk="1" hangingPunct="1"/>
            <a:r>
              <a:rPr lang="el-GR" altLang="en-US" sz="2800">
                <a:cs typeface="Arial" panose="020B0604020202020204" pitchFamily="34" charset="0"/>
              </a:rPr>
              <a:t>δ</a:t>
            </a:r>
            <a:r>
              <a:rPr lang="en-US" altLang="en-US" sz="2800">
                <a:cs typeface="Arial" panose="020B0604020202020204" pitchFamily="34" charset="0"/>
              </a:rPr>
              <a:t>(q</a:t>
            </a:r>
            <a:r>
              <a:rPr lang="en-US" altLang="en-US" sz="2800" baseline="-25000">
                <a:cs typeface="Arial" panose="020B0604020202020204" pitchFamily="34" charset="0"/>
              </a:rPr>
              <a:t>i</a:t>
            </a:r>
            <a:r>
              <a:rPr lang="en-US" altLang="en-US" sz="2800">
                <a:cs typeface="Arial" panose="020B0604020202020204" pitchFamily="34" charset="0"/>
              </a:rPr>
              <a:t>, x) = {(q</a:t>
            </a:r>
            <a:r>
              <a:rPr lang="en-US" altLang="en-US" sz="2800" baseline="-25000">
                <a:cs typeface="Arial" panose="020B0604020202020204" pitchFamily="34" charset="0"/>
              </a:rPr>
              <a:t>j</a:t>
            </a:r>
            <a:r>
              <a:rPr lang="en-US" altLang="en-US" sz="2800">
                <a:cs typeface="Arial" panose="020B0604020202020204" pitchFamily="34" charset="0"/>
              </a:rPr>
              <a:t>, y, d), (q</a:t>
            </a:r>
            <a:r>
              <a:rPr lang="en-US" altLang="en-US" sz="2800" baseline="-25000">
                <a:cs typeface="Arial" panose="020B0604020202020204" pitchFamily="34" charset="0"/>
              </a:rPr>
              <a:t>k</a:t>
            </a:r>
            <a:r>
              <a:rPr lang="en-US" altLang="en-US" sz="2800">
                <a:cs typeface="Arial" panose="020B0604020202020204" pitchFamily="34" charset="0"/>
              </a:rPr>
              <a:t>, z, e), …}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86600" y="6356350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392CCBE-4692-4B71-BE91-446A3830E7EE}" type="slidenum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3687763"/>
            <a:ext cx="4598987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305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Oval 2"/>
          <p:cNvSpPr>
            <a:spLocks noChangeArrowheads="1"/>
          </p:cNvSpPr>
          <p:nvPr/>
        </p:nvSpPr>
        <p:spPr bwMode="auto">
          <a:xfrm>
            <a:off x="228600" y="2057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  <p:sp>
        <p:nvSpPr>
          <p:cNvPr id="25603" name="Line 3"/>
          <p:cNvSpPr>
            <a:spLocks noChangeShapeType="1"/>
          </p:cNvSpPr>
          <p:nvPr/>
        </p:nvSpPr>
        <p:spPr bwMode="auto">
          <a:xfrm flipV="1">
            <a:off x="914400" y="1600200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838200" y="2667000"/>
            <a:ext cx="1600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2438400" y="11430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2438400" y="2971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1081088" y="1928813"/>
          <a:ext cx="190976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252" imgH="203112" progId="Equation.3">
                  <p:embed/>
                </p:oleObj>
              </mc:Choice>
              <mc:Fallback>
                <p:oleObj name="Equation" r:id="rId2" imgW="571252" imgH="203112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1928813"/>
                        <a:ext cx="1909762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100013" y="3140075"/>
          <a:ext cx="21431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3947" imgH="203112" progId="Equation.3">
                  <p:embed/>
                </p:oleObj>
              </mc:Choice>
              <mc:Fallback>
                <p:oleObj name="Equation" r:id="rId4" imgW="583947" imgH="203112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3" y="3140075"/>
                        <a:ext cx="214312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411163" y="2138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35" imgH="520474" progId="Equation.3">
                  <p:embed/>
                </p:oleObj>
              </mc:Choice>
              <mc:Fallback>
                <p:oleObj name="Equation" r:id="rId6" imgW="380835" imgH="520474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3" y="2138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2590800" y="12239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2239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2597150" y="30480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613" imgH="533169" progId="Equation.3">
                  <p:embed/>
                </p:oleObj>
              </mc:Choice>
              <mc:Fallback>
                <p:oleObj name="Equation" r:id="rId10" imgW="431613" imgH="533169" progId="Equation.3">
                  <p:embed/>
                  <p:pic>
                    <p:nvPicPr>
                      <p:cNvPr id="256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3048000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" name="Line 45"/>
          <p:cNvSpPr>
            <a:spLocks noChangeShapeType="1"/>
          </p:cNvSpPr>
          <p:nvPr/>
        </p:nvSpPr>
        <p:spPr bwMode="auto">
          <a:xfrm>
            <a:off x="3962400" y="9906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13" name="Line 46"/>
          <p:cNvSpPr>
            <a:spLocks noChangeShapeType="1"/>
          </p:cNvSpPr>
          <p:nvPr/>
        </p:nvSpPr>
        <p:spPr bwMode="auto">
          <a:xfrm>
            <a:off x="3962400" y="15240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14" name="Line 47"/>
          <p:cNvSpPr>
            <a:spLocks noChangeShapeType="1"/>
          </p:cNvSpPr>
          <p:nvPr/>
        </p:nvSpPr>
        <p:spPr bwMode="auto">
          <a:xfrm>
            <a:off x="48006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15" name="Line 48"/>
          <p:cNvSpPr>
            <a:spLocks noChangeShapeType="1"/>
          </p:cNvSpPr>
          <p:nvPr/>
        </p:nvSpPr>
        <p:spPr bwMode="auto">
          <a:xfrm>
            <a:off x="53340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16" name="Line 49"/>
          <p:cNvSpPr>
            <a:spLocks noChangeShapeType="1"/>
          </p:cNvSpPr>
          <p:nvPr/>
        </p:nvSpPr>
        <p:spPr bwMode="auto">
          <a:xfrm>
            <a:off x="58674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17" name="Line 50"/>
          <p:cNvSpPr>
            <a:spLocks noChangeShapeType="1"/>
          </p:cNvSpPr>
          <p:nvPr/>
        </p:nvSpPr>
        <p:spPr bwMode="auto">
          <a:xfrm>
            <a:off x="64008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18" name="Line 51"/>
          <p:cNvSpPr>
            <a:spLocks noChangeShapeType="1"/>
          </p:cNvSpPr>
          <p:nvPr/>
        </p:nvSpPr>
        <p:spPr bwMode="auto">
          <a:xfrm>
            <a:off x="69342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619" name="Object 52"/>
          <p:cNvGraphicFramePr>
            <a:graphicFrameLocks noChangeAspect="1"/>
          </p:cNvGraphicFramePr>
          <p:nvPr/>
        </p:nvGraphicFramePr>
        <p:xfrm>
          <a:off x="4927600" y="1074738"/>
          <a:ext cx="3762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835" imgH="139518" progId="Equation.3">
                  <p:embed/>
                </p:oleObj>
              </mc:Choice>
              <mc:Fallback>
                <p:oleObj name="Equation" r:id="rId12" imgW="126835" imgH="139518" progId="Equation.3">
                  <p:embed/>
                  <p:pic>
                    <p:nvPicPr>
                      <p:cNvPr id="25619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1074738"/>
                        <a:ext cx="376238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0" name="Object 53"/>
          <p:cNvGraphicFramePr>
            <a:graphicFrameLocks noChangeAspect="1"/>
          </p:cNvGraphicFramePr>
          <p:nvPr/>
        </p:nvGraphicFramePr>
        <p:xfrm>
          <a:off x="5486400" y="1066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90" imgH="393529" progId="Equation.3">
                  <p:embed/>
                </p:oleObj>
              </mc:Choice>
              <mc:Fallback>
                <p:oleObj name="Equation" r:id="rId14" imgW="253890" imgH="393529" progId="Equation.3">
                  <p:embed/>
                  <p:pic>
                    <p:nvPicPr>
                      <p:cNvPr id="2562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0668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54"/>
          <p:cNvGraphicFramePr>
            <a:graphicFrameLocks noChangeAspect="1"/>
          </p:cNvGraphicFramePr>
          <p:nvPr/>
        </p:nvGraphicFramePr>
        <p:xfrm>
          <a:off x="6026150" y="1122363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1195" imgH="279279" progId="Equation.3">
                  <p:embed/>
                </p:oleObj>
              </mc:Choice>
              <mc:Fallback>
                <p:oleObj name="Equation" r:id="rId16" imgW="241195" imgH="279279" progId="Equation.3">
                  <p:embed/>
                  <p:pic>
                    <p:nvPicPr>
                      <p:cNvPr id="25621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0" y="1122363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2" name="Line 55"/>
          <p:cNvSpPr>
            <a:spLocks noChangeShapeType="1"/>
          </p:cNvSpPr>
          <p:nvPr/>
        </p:nvSpPr>
        <p:spPr bwMode="auto">
          <a:xfrm flipV="1">
            <a:off x="4495800" y="1524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23" name="Line 56"/>
          <p:cNvSpPr>
            <a:spLocks noChangeShapeType="1"/>
          </p:cNvSpPr>
          <p:nvPr/>
        </p:nvSpPr>
        <p:spPr bwMode="auto">
          <a:xfrm>
            <a:off x="42672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624" name="Object 57"/>
          <p:cNvGraphicFramePr>
            <a:graphicFrameLocks noChangeAspect="1"/>
          </p:cNvGraphicFramePr>
          <p:nvPr/>
        </p:nvGraphicFramePr>
        <p:xfrm>
          <a:off x="4419600" y="1066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90" imgH="368140" progId="Equation.3">
                  <p:embed/>
                </p:oleObj>
              </mc:Choice>
              <mc:Fallback>
                <p:oleObj name="Equation" r:id="rId18" imgW="253890" imgH="368140" progId="Equation.3">
                  <p:embed/>
                  <p:pic>
                    <p:nvPicPr>
                      <p:cNvPr id="25624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0668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5" name="Object 58"/>
          <p:cNvGraphicFramePr>
            <a:graphicFrameLocks noChangeAspect="1"/>
          </p:cNvGraphicFramePr>
          <p:nvPr/>
        </p:nvGraphicFramePr>
        <p:xfrm>
          <a:off x="6553200" y="1066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90" imgH="368140" progId="Equation.3">
                  <p:embed/>
                </p:oleObj>
              </mc:Choice>
              <mc:Fallback>
                <p:oleObj name="Equation" r:id="rId20" imgW="253890" imgH="368140" progId="Equation.3">
                  <p:embed/>
                  <p:pic>
                    <p:nvPicPr>
                      <p:cNvPr id="2562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0668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Object 59"/>
          <p:cNvGraphicFramePr>
            <a:graphicFrameLocks noChangeAspect="1"/>
          </p:cNvGraphicFramePr>
          <p:nvPr/>
        </p:nvGraphicFramePr>
        <p:xfrm>
          <a:off x="4267200" y="1752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44307" imgH="520474" progId="Equation.3">
                  <p:embed/>
                </p:oleObj>
              </mc:Choice>
              <mc:Fallback>
                <p:oleObj name="Equation" r:id="rId21" imgW="444307" imgH="520474" progId="Equation.3">
                  <p:embed/>
                  <p:pic>
                    <p:nvPicPr>
                      <p:cNvPr id="25626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7526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7" name="Text Box 60"/>
          <p:cNvSpPr txBox="1">
            <a:spLocks noChangeArrowheads="1"/>
          </p:cNvSpPr>
          <p:nvPr/>
        </p:nvSpPr>
        <p:spPr bwMode="auto">
          <a:xfrm>
            <a:off x="7415213" y="990600"/>
            <a:ext cx="17287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Choice 1</a:t>
            </a:r>
          </a:p>
        </p:txBody>
      </p:sp>
      <p:sp>
        <p:nvSpPr>
          <p:cNvPr id="25628" name="Line 61"/>
          <p:cNvSpPr>
            <a:spLocks noChangeShapeType="1"/>
          </p:cNvSpPr>
          <p:nvPr/>
        </p:nvSpPr>
        <p:spPr bwMode="auto">
          <a:xfrm>
            <a:off x="3886200" y="24384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29" name="Line 62"/>
          <p:cNvSpPr>
            <a:spLocks noChangeShapeType="1"/>
          </p:cNvSpPr>
          <p:nvPr/>
        </p:nvSpPr>
        <p:spPr bwMode="auto">
          <a:xfrm>
            <a:off x="3886200" y="2971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30" name="Line 63"/>
          <p:cNvSpPr>
            <a:spLocks noChangeShapeType="1"/>
          </p:cNvSpPr>
          <p:nvPr/>
        </p:nvSpPr>
        <p:spPr bwMode="auto">
          <a:xfrm>
            <a:off x="47244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31" name="Line 64"/>
          <p:cNvSpPr>
            <a:spLocks noChangeShapeType="1"/>
          </p:cNvSpPr>
          <p:nvPr/>
        </p:nvSpPr>
        <p:spPr bwMode="auto">
          <a:xfrm>
            <a:off x="52578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32" name="Line 65"/>
          <p:cNvSpPr>
            <a:spLocks noChangeShapeType="1"/>
          </p:cNvSpPr>
          <p:nvPr/>
        </p:nvSpPr>
        <p:spPr bwMode="auto">
          <a:xfrm>
            <a:off x="57912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33" name="Line 66"/>
          <p:cNvSpPr>
            <a:spLocks noChangeShapeType="1"/>
          </p:cNvSpPr>
          <p:nvPr/>
        </p:nvSpPr>
        <p:spPr bwMode="auto">
          <a:xfrm>
            <a:off x="63246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34" name="Line 67"/>
          <p:cNvSpPr>
            <a:spLocks noChangeShapeType="1"/>
          </p:cNvSpPr>
          <p:nvPr/>
        </p:nvSpPr>
        <p:spPr bwMode="auto">
          <a:xfrm>
            <a:off x="68580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635" name="Object 68"/>
          <p:cNvGraphicFramePr>
            <a:graphicFrameLocks noChangeAspect="1"/>
          </p:cNvGraphicFramePr>
          <p:nvPr/>
        </p:nvGraphicFramePr>
        <p:xfrm>
          <a:off x="4797425" y="2484438"/>
          <a:ext cx="46513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835" imgH="139518" progId="Equation.3">
                  <p:embed/>
                </p:oleObj>
              </mc:Choice>
              <mc:Fallback>
                <p:oleObj name="Equation" r:id="rId22" imgW="126835" imgH="139518" progId="Equation.3">
                  <p:embed/>
                  <p:pic>
                    <p:nvPicPr>
                      <p:cNvPr id="25635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425" y="2484438"/>
                        <a:ext cx="46513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6" name="Object 69"/>
          <p:cNvGraphicFramePr>
            <a:graphicFrameLocks noChangeAspect="1"/>
          </p:cNvGraphicFramePr>
          <p:nvPr/>
        </p:nvGraphicFramePr>
        <p:xfrm>
          <a:off x="5410200" y="25146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3890" imgH="393529" progId="Equation.3">
                  <p:embed/>
                </p:oleObj>
              </mc:Choice>
              <mc:Fallback>
                <p:oleObj name="Equation" r:id="rId24" imgW="253890" imgH="393529" progId="Equation.3">
                  <p:embed/>
                  <p:pic>
                    <p:nvPicPr>
                      <p:cNvPr id="25636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5146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7" name="Object 70"/>
          <p:cNvGraphicFramePr>
            <a:graphicFrameLocks noChangeAspect="1"/>
          </p:cNvGraphicFramePr>
          <p:nvPr/>
        </p:nvGraphicFramePr>
        <p:xfrm>
          <a:off x="5949950" y="2570163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41195" imgH="279279" progId="Equation.3">
                  <p:embed/>
                </p:oleObj>
              </mc:Choice>
              <mc:Fallback>
                <p:oleObj name="Equation" r:id="rId25" imgW="241195" imgH="279279" progId="Equation.3">
                  <p:embed/>
                  <p:pic>
                    <p:nvPicPr>
                      <p:cNvPr id="25637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9950" y="2570163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8" name="Line 71"/>
          <p:cNvSpPr>
            <a:spLocks noChangeShapeType="1"/>
          </p:cNvSpPr>
          <p:nvPr/>
        </p:nvSpPr>
        <p:spPr bwMode="auto">
          <a:xfrm flipV="1">
            <a:off x="5486400" y="2971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39" name="Line 72"/>
          <p:cNvSpPr>
            <a:spLocks noChangeShapeType="1"/>
          </p:cNvSpPr>
          <p:nvPr/>
        </p:nvSpPr>
        <p:spPr bwMode="auto">
          <a:xfrm>
            <a:off x="41910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640" name="Object 73"/>
          <p:cNvGraphicFramePr>
            <a:graphicFrameLocks noChangeAspect="1"/>
          </p:cNvGraphicFramePr>
          <p:nvPr/>
        </p:nvGraphicFramePr>
        <p:xfrm>
          <a:off x="4343400" y="2514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3890" imgH="368140" progId="Equation.3">
                  <p:embed/>
                </p:oleObj>
              </mc:Choice>
              <mc:Fallback>
                <p:oleObj name="Equation" r:id="rId26" imgW="253890" imgH="368140" progId="Equation.3">
                  <p:embed/>
                  <p:pic>
                    <p:nvPicPr>
                      <p:cNvPr id="2564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514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1" name="Object 74"/>
          <p:cNvGraphicFramePr>
            <a:graphicFrameLocks noChangeAspect="1"/>
          </p:cNvGraphicFramePr>
          <p:nvPr/>
        </p:nvGraphicFramePr>
        <p:xfrm>
          <a:off x="6477000" y="2514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3890" imgH="368140" progId="Equation.3">
                  <p:embed/>
                </p:oleObj>
              </mc:Choice>
              <mc:Fallback>
                <p:oleObj name="Equation" r:id="rId26" imgW="253890" imgH="368140" progId="Equation.3">
                  <p:embed/>
                  <p:pic>
                    <p:nvPicPr>
                      <p:cNvPr id="25641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514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2" name="Object 75"/>
          <p:cNvGraphicFramePr>
            <a:graphicFrameLocks noChangeAspect="1"/>
          </p:cNvGraphicFramePr>
          <p:nvPr/>
        </p:nvGraphicFramePr>
        <p:xfrm>
          <a:off x="5334000" y="3200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31613" imgH="533169" progId="Equation.3">
                  <p:embed/>
                </p:oleObj>
              </mc:Choice>
              <mc:Fallback>
                <p:oleObj name="Equation" r:id="rId27" imgW="431613" imgH="533169" progId="Equation.3">
                  <p:embed/>
                  <p:pic>
                    <p:nvPicPr>
                      <p:cNvPr id="25642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200400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3" name="Text Box 76"/>
          <p:cNvSpPr txBox="1">
            <a:spLocks noChangeArrowheads="1"/>
          </p:cNvSpPr>
          <p:nvPr/>
        </p:nvSpPr>
        <p:spPr bwMode="auto">
          <a:xfrm>
            <a:off x="7350125" y="2362200"/>
            <a:ext cx="1793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Choice 2</a:t>
            </a:r>
          </a:p>
        </p:txBody>
      </p:sp>
      <p:sp>
        <p:nvSpPr>
          <p:cNvPr id="25644" name="Text Box 84"/>
          <p:cNvSpPr txBox="1">
            <a:spLocks noChangeArrowheads="1"/>
          </p:cNvSpPr>
          <p:nvPr/>
        </p:nvSpPr>
        <p:spPr bwMode="auto">
          <a:xfrm>
            <a:off x="2286000" y="0"/>
            <a:ext cx="63341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Non Deterministic Turing machine</a:t>
            </a:r>
          </a:p>
        </p:txBody>
      </p:sp>
      <p:sp>
        <p:nvSpPr>
          <p:cNvPr id="25645" name="Text Box 86"/>
          <p:cNvSpPr txBox="1">
            <a:spLocks noChangeArrowheads="1"/>
          </p:cNvSpPr>
          <p:nvPr/>
        </p:nvSpPr>
        <p:spPr bwMode="auto">
          <a:xfrm>
            <a:off x="4953000" y="457200"/>
            <a:ext cx="1417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33CC33"/>
                </a:solidFill>
              </a:rPr>
              <a:t>Time 1</a:t>
            </a:r>
          </a:p>
        </p:txBody>
      </p:sp>
    </p:spTree>
    <p:extLst>
      <p:ext uri="{BB962C8B-B14F-4D97-AF65-F5344CB8AC3E}">
        <p14:creationId xmlns:p14="http://schemas.microsoft.com/office/powerpoint/2010/main" val="1046298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628650" y="-19050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sz="4000">
                <a:cs typeface="Arial" panose="020B0604020202020204" pitchFamily="34" charset="0"/>
              </a:rPr>
              <a:t>NTM contd…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69900" y="1317625"/>
            <a:ext cx="8385175" cy="5221288"/>
          </a:xfrm>
        </p:spPr>
        <p:txBody>
          <a:bodyPr/>
          <a:lstStyle/>
          <a:p>
            <a:pPr algn="just" eaLnBrk="1" hangingPunct="1"/>
            <a:r>
              <a:rPr lang="en-US" altLang="en-US" sz="2800">
                <a:cs typeface="Arial" panose="020B0604020202020204" pitchFamily="34" charset="0"/>
              </a:rPr>
              <a:t>Acceptance in NTM can be final state or halting</a:t>
            </a:r>
          </a:p>
          <a:p>
            <a:pPr algn="just" eaLnBrk="1" hangingPunct="1"/>
            <a:r>
              <a:rPr lang="en-US" altLang="en-US" sz="2800">
                <a:cs typeface="Arial" panose="020B0604020202020204" pitchFamily="34" charset="0"/>
              </a:rPr>
              <a:t>NTM may produce multiple computations for a single input string</a:t>
            </a:r>
          </a:p>
          <a:p>
            <a:pPr algn="just" eaLnBrk="1" hangingPunct="1"/>
            <a:r>
              <a:rPr lang="en-US" altLang="en-US" sz="2800">
                <a:cs typeface="Arial" panose="020B0604020202020204" pitchFamily="34" charset="0"/>
              </a:rPr>
              <a:t>Whereas a DTM has a single "computation path" that it follows, an NTM has a "computation tree". If at least one branch of the tree halts with an "accept" condition, we say that the NTM accepts the input.</a:t>
            </a:r>
          </a:p>
          <a:p>
            <a:pPr algn="just" eaLnBrk="1" hangingPunct="1"/>
            <a:r>
              <a:rPr lang="en-US" altLang="en-US" sz="2800">
                <a:cs typeface="Arial" panose="020B0604020202020204" pitchFamily="34" charset="0"/>
              </a:rPr>
              <a:t>Nondeterministic Turing machines are equivalent with deterministic Turing machines. 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86600" y="6356350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AB81A16-C4D1-45E5-8C62-A551BCA47271}" type="slidenum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94595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Conclusion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TM has variations</a:t>
            </a:r>
          </a:p>
          <a:p>
            <a:pPr algn="just" eaLnBrk="1" hangingPunct="1"/>
            <a:r>
              <a:rPr lang="en-US" altLang="en-US" sz="2400"/>
              <a:t>Each new machine has the same power as standard Turing Machine (accept the same set of languages)</a:t>
            </a:r>
          </a:p>
          <a:p>
            <a:pPr algn="just" eaLnBrk="1" hangingPunct="1"/>
            <a:r>
              <a:rPr lang="en-US" altLang="en-US" sz="2400"/>
              <a:t>Non-determinism does not increase the capabilities of TM</a:t>
            </a:r>
          </a:p>
          <a:p>
            <a:pPr algn="just" eaLnBrk="1" hangingPunct="1"/>
            <a:r>
              <a:rPr lang="en-US" altLang="en-US" sz="2400"/>
              <a:t>Languages accepted by NTM are precisely those accepted by deterministic machines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86600" y="6356350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B2905EE-7F86-4175-8DA4-74ECD445717F}" type="slidenum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026921661"/>
      </p:ext>
    </p:extLst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APUtemplate-Level_2</Template>
  <Application>Microsoft Office PowerPoint</Application>
  <PresentationFormat>On-screen Show (4:3)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UCTI-Template-foundation-level</vt:lpstr>
      <vt:lpstr>Variations- Turing Machine</vt:lpstr>
      <vt:lpstr>TM Examples</vt:lpstr>
      <vt:lpstr>Variations of Turing Machines</vt:lpstr>
      <vt:lpstr>PowerPoint Presentation</vt:lpstr>
      <vt:lpstr>Multi –Track TM</vt:lpstr>
      <vt:lpstr>Multi –Track TM</vt:lpstr>
      <vt:lpstr>Multi-Tape Turing Machines</vt:lpstr>
      <vt:lpstr>Multi-Tape TM</vt:lpstr>
      <vt:lpstr>2 Stack TM</vt:lpstr>
      <vt:lpstr>2 Stack TM</vt:lpstr>
      <vt:lpstr>Non-deterministic TM</vt:lpstr>
      <vt:lpstr>PowerPoint Presentation</vt:lpstr>
      <vt:lpstr>NTM contd…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Turing Machines</dc:title>
  <dc:creator>Dr. Bazila Banu Abdul Jabbar</dc:creator>
  <cp:lastModifiedBy>Farhana Illiani Binti Hassan</cp:lastModifiedBy>
  <cp:revision>4</cp:revision>
  <cp:lastPrinted>2017-08-21T08:29:27Z</cp:lastPrinted>
  <dcterms:created xsi:type="dcterms:W3CDTF">2016-08-12T02:27:12Z</dcterms:created>
  <dcterms:modified xsi:type="dcterms:W3CDTF">2025-11-13T00:52:35Z</dcterms:modified>
</cp:coreProperties>
</file>