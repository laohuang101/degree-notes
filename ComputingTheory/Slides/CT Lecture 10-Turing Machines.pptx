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6" r:id="rId2"/>
    <p:sldId id="369" r:id="rId3"/>
    <p:sldId id="368" r:id="rId4"/>
    <p:sldId id="257" r:id="rId5"/>
    <p:sldId id="258" r:id="rId6"/>
    <p:sldId id="371" r:id="rId7"/>
    <p:sldId id="370" r:id="rId8"/>
    <p:sldId id="259" r:id="rId9"/>
    <p:sldId id="26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4" r:id="rId20"/>
    <p:sldId id="275" r:id="rId21"/>
    <p:sldId id="276" r:id="rId22"/>
    <p:sldId id="278" r:id="rId23"/>
    <p:sldId id="366" r:id="rId24"/>
    <p:sldId id="279" r:id="rId25"/>
    <p:sldId id="281" r:id="rId26"/>
    <p:sldId id="282" r:id="rId27"/>
    <p:sldId id="283" r:id="rId28"/>
    <p:sldId id="284" r:id="rId29"/>
    <p:sldId id="320" r:id="rId30"/>
    <p:sldId id="285" r:id="rId31"/>
    <p:sldId id="365" r:id="rId32"/>
    <p:sldId id="367" r:id="rId33"/>
    <p:sldId id="287" r:id="rId34"/>
    <p:sldId id="289" r:id="rId35"/>
    <p:sldId id="290" r:id="rId36"/>
    <p:sldId id="322" r:id="rId37"/>
    <p:sldId id="291" r:id="rId38"/>
    <p:sldId id="292" r:id="rId39"/>
    <p:sldId id="372" r:id="rId40"/>
    <p:sldId id="373" r:id="rId41"/>
    <p:sldId id="376" r:id="rId42"/>
    <p:sldId id="374" r:id="rId43"/>
    <p:sldId id="375" r:id="rId44"/>
  </p:sldIdLst>
  <p:sldSz cx="9144000" cy="6858000" type="screen4x3"/>
  <p:notesSz cx="6831013" cy="93964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accent2"/>
        </a:solidFill>
        <a:latin typeface="Comic Sans MS" panose="030F07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15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3" autoAdjust="0"/>
    <p:restoredTop sz="94660"/>
  </p:normalViewPr>
  <p:slideViewPr>
    <p:cSldViewPr snapToGrid="0">
      <p:cViewPr varScale="1">
        <p:scale>
          <a:sx n="79" d="100"/>
          <a:sy n="79" d="100"/>
        </p:scale>
        <p:origin x="1699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959"/>
        <p:guide pos="21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rhana Illiani Binti Hassan" userId="388f1f68-cffa-4d1d-b286-28c48f091183" providerId="ADAL" clId="{AB0D0C86-F665-4E90-977F-8DA9A592D847}"/>
    <pc:docChg chg="custSel modSld">
      <pc:chgData name="Farhana Illiani Binti Hassan" userId="388f1f68-cffa-4d1d-b286-28c48f091183" providerId="ADAL" clId="{AB0D0C86-F665-4E90-977F-8DA9A592D847}" dt="2025-11-06T01:11:54.847" v="8"/>
      <pc:docMkLst>
        <pc:docMk/>
      </pc:docMkLst>
      <pc:sldChg chg="addSp delSp mod">
        <pc:chgData name="Farhana Illiani Binti Hassan" userId="388f1f68-cffa-4d1d-b286-28c48f091183" providerId="ADAL" clId="{AB0D0C86-F665-4E90-977F-8DA9A592D847}" dt="2025-11-06T01:11:54.847" v="8"/>
        <pc:sldMkLst>
          <pc:docMk/>
          <pc:sldMk cId="1773963326" sldId="369"/>
        </pc:sldMkLst>
        <pc:inkChg chg="del">
          <ac:chgData name="Farhana Illiani Binti Hassan" userId="388f1f68-cffa-4d1d-b286-28c48f091183" providerId="ADAL" clId="{AB0D0C86-F665-4E90-977F-8DA9A592D847}" dt="2025-11-06T01:11:18.648" v="0"/>
          <ac:inkMkLst>
            <pc:docMk/>
            <pc:sldMk cId="1773963326" sldId="369"/>
            <ac:inkMk id="4" creationId="{C7EDD74F-F691-E09E-8990-87B04879B4FE}"/>
          </ac:inkMkLst>
        </pc:inkChg>
        <pc:inkChg chg="add">
          <ac:chgData name="Farhana Illiani Binti Hassan" userId="388f1f68-cffa-4d1d-b286-28c48f091183" providerId="ADAL" clId="{AB0D0C86-F665-4E90-977F-8DA9A592D847}" dt="2025-11-06T01:11:25.228" v="2"/>
          <ac:inkMkLst>
            <pc:docMk/>
            <pc:sldMk cId="1773963326" sldId="369"/>
            <ac:inkMk id="7" creationId="{5746D689-EEEB-0673-CAC6-B45AF7FD4A10}"/>
          </ac:inkMkLst>
        </pc:inkChg>
        <pc:inkChg chg="del">
          <ac:chgData name="Farhana Illiani Binti Hassan" userId="388f1f68-cffa-4d1d-b286-28c48f091183" providerId="ADAL" clId="{AB0D0C86-F665-4E90-977F-8DA9A592D847}" dt="2025-11-06T01:11:19.597" v="1"/>
          <ac:inkMkLst>
            <pc:docMk/>
            <pc:sldMk cId="1773963326" sldId="369"/>
            <ac:inkMk id="9" creationId="{69D469F1-6F57-DF2F-225C-B7F26172DF6F}"/>
          </ac:inkMkLst>
        </pc:inkChg>
        <pc:inkChg chg="add del">
          <ac:chgData name="Farhana Illiani Binti Hassan" userId="388f1f68-cffa-4d1d-b286-28c48f091183" providerId="ADAL" clId="{AB0D0C86-F665-4E90-977F-8DA9A592D847}" dt="2025-11-06T01:11:30.531" v="5"/>
          <ac:inkMkLst>
            <pc:docMk/>
            <pc:sldMk cId="1773963326" sldId="369"/>
            <ac:inkMk id="10" creationId="{90FC79A4-33FD-E511-818E-44C486E0AC57}"/>
          </ac:inkMkLst>
        </pc:inkChg>
        <pc:inkChg chg="add del">
          <ac:chgData name="Farhana Illiani Binti Hassan" userId="388f1f68-cffa-4d1d-b286-28c48f091183" providerId="ADAL" clId="{AB0D0C86-F665-4E90-977F-8DA9A592D847}" dt="2025-11-06T01:11:30.531" v="5"/>
          <ac:inkMkLst>
            <pc:docMk/>
            <pc:sldMk cId="1773963326" sldId="369"/>
            <ac:inkMk id="11" creationId="{27333532-5730-E596-AC20-8190F3FF4DE5}"/>
          </ac:inkMkLst>
        </pc:inkChg>
        <pc:inkChg chg="add reco">
          <ac:chgData name="Farhana Illiani Binti Hassan" userId="388f1f68-cffa-4d1d-b286-28c48f091183" providerId="ADAL" clId="{AB0D0C86-F665-4E90-977F-8DA9A592D847}" dt="2025-11-06T01:11:30.531" v="5"/>
          <ac:inkMkLst>
            <pc:docMk/>
            <pc:sldMk cId="1773963326" sldId="369"/>
            <ac:inkMk id="12" creationId="{EF00419E-3851-6B48-6963-9967FCE91FDF}"/>
          </ac:inkMkLst>
        </pc:inkChg>
        <pc:inkChg chg="add del">
          <ac:chgData name="Farhana Illiani Binti Hassan" userId="388f1f68-cffa-4d1d-b286-28c48f091183" providerId="ADAL" clId="{AB0D0C86-F665-4E90-977F-8DA9A592D847}" dt="2025-11-06T01:11:54.847" v="8"/>
          <ac:inkMkLst>
            <pc:docMk/>
            <pc:sldMk cId="1773963326" sldId="369"/>
            <ac:inkMk id="13" creationId="{B40FC733-154E-8FC2-0064-4A2C533AA573}"/>
          </ac:inkMkLst>
        </pc:inkChg>
        <pc:inkChg chg="add del">
          <ac:chgData name="Farhana Illiani Binti Hassan" userId="388f1f68-cffa-4d1d-b286-28c48f091183" providerId="ADAL" clId="{AB0D0C86-F665-4E90-977F-8DA9A592D847}" dt="2025-11-06T01:11:54.847" v="8"/>
          <ac:inkMkLst>
            <pc:docMk/>
            <pc:sldMk cId="1773963326" sldId="369"/>
            <ac:inkMk id="14" creationId="{40B1A8BD-5B63-68A8-A15A-E95247A30406}"/>
          </ac:inkMkLst>
        </pc:inkChg>
        <pc:inkChg chg="add reco">
          <ac:chgData name="Farhana Illiani Binti Hassan" userId="388f1f68-cffa-4d1d-b286-28c48f091183" providerId="ADAL" clId="{AB0D0C86-F665-4E90-977F-8DA9A592D847}" dt="2025-11-06T01:11:54.847" v="8"/>
          <ac:inkMkLst>
            <pc:docMk/>
            <pc:sldMk cId="1773963326" sldId="369"/>
            <ac:inkMk id="15" creationId="{1D74B1DE-7679-A2A9-9A58-EA5217AB3EB9}"/>
          </ac:inkMkLst>
        </pc:ink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0D837C6-F557-450D-B853-1365B79DB9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448737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11:25.22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 78 9787,'-9'0'0,"3"0"0,7 0 0,4 0 0,-1 0 0,8 0 0,5 0 0,1 0 0,8 0 0,2 0 0,3 0 0,5 0 0,1 0 0,8 0 0,3-2 0,1-3 0,-1 2 0,-1-6 0,0 2 0,-2-3 0,-1 3 0,-5 0 0,0 0 0,-1 0 0,-2 3 0,4-1 0,2 2 0,-1 1 0,-4 2 0,3 0 0,-1 0 0,1 0 0,0 0 0,2 0 0,-6 0 0,-3 0 0,-2 0 0,1 0 0,-1 0 0,0 0 0,-5 0 0,-2 0 0,1 2 0,-1 3 0,2-3 0,4 3 0,-3-3 0,-1-2 0,0 0 0,6 0 0,-1 0 0,0 0 0,2 0 0,2 0 0,1 0 0,-1 0 0,3 0 0,-2 0 0,-1 0 0,-2 0 0,-2 0 0,0 0 0,1 0 0,-1 0 0,-5 0 0,0 0 0,2 0 0,1 0 0,-3 0 0,0 1 0,0 3 0,-2 1 0,8 0 0,-3-5 0,4 0 0,-3 0 0,1 5 0,-5 1 0,3-3 0,2-1 0,1 3 0,-3 0 0,-1 0-1,-2 2 1,0-5-1,3 3 1,-1-3-55,-2-2 0,0 5 0,5 1 2,1-3 1,4-1-1,2-2 1,0 0 30,1 0 1,4 0-1,-1 0 1,3 0-1,0 0 21,-4 0 1,3 0-1,-8 0 1,-1 0 0,-2 0 0,-2 0 0,-2 0 0,-1 0-2,-2 0 1,0 0 0,4 0-1,-2 0-15,-2 0 0,-2-5 0,4-1 0,-1 3 1,6 1 0,-7 2 0,6 0 0,-5 0 6,-2 0 1,2 0 0,-4 0 0,-1 0 3,1 0 1,-2 0 0,-6-2 0,1-1 0,0-2 0,-6-1 1,0 6 3,-6 0 1,3 0 0,-7 0 0,-7 0 0,5-6 0,-5-3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11:28.70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1 109 9440,'0'-10'220,"0"0"-179,0 6 0,0-5-6,0 4-6,0 4-18,0-6 0,6 7-9,5 0 1,3 0 0,1 0-3,1 0 1,7 0-1,4 0 1,6 0-1,7 0 0,5 0 0,2 0 0,14 0 0,3 0-54,0 0 0,11-6 0,-2 1 1,-2 2-56,0 1 1,-7-3-1,5 0 62,1 1 0,-6 1 1,4-1 15,-4-1 0,-9 0 26,-3 5 0,-5 0 0,-5 0 1,-8-2 3,-6-3 1,-11 3 0,-6-3 0,-1 3 0,-3 2 0,-7 0 0,-7 0 0</inkml:trace>
  <inkml:trace contextRef="#ctx0" brushRef="#br0" timeOffset="1298">3825 172 8994,'-10'0'0,"-1"0"0,8-2 0,-3-3 0,-2 3 0,6-6 0,-5 4 0,0-1 0,5 0 0,-11-2 0,11 5 0,-10-7 0,6 4 0,0 3 0,0-3 0,5 2 0,-5-2 0,-2 3 0,6-5 0,-5 7 0,7 0 0,2 0 0,3 0 0,5 0 0,4 0 0,4-2 0,2-1 0,6-3 0,4 3 0,8 1 0,4 2 0,5 0 0,5 0 0,3 0 0,9 0 0,4 0 0,5 0 0,8 0 0,6 0 0,3 0 0,6 0 0,-1 0 0,-8 0 0,-8-2 0,-4-3 0,-7 4 0,3-5 0,-2 5 0,-3 1 0,-7-2 0,-3-2 0,-3-1 0,-2 2 0,-12-1 0,-6 1 0,-7-2 0,-3 1 0,-2 2 0,-6 2 0,1 0 0,0 0 0,-1 0 0,-4 0 0,-1 0 0,-6 0 0,2 0 0,-6 2 0,0 3 0,-6-3 0,-3 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1:11:52.206"/>
    </inkml:context>
    <inkml:brush xml:id="br0">
      <inkml:brushProperty name="width" value="0.06" units="cm"/>
      <inkml:brushProperty name="height" value="0.06" units="cm"/>
      <inkml:brushProperty name="color" value="#E71224"/>
    </inkml:brush>
    <inkml:brush xml:id="br1">
      <inkml:brushProperty name="width" value="0.08" units="cm"/>
      <inkml:brushProperty name="height" value="0.08" units="cm"/>
      <inkml:brushProperty name="color" value="#E71224"/>
    </inkml:brush>
  </inkml:definitions>
  <inkml:trace contextRef="#ctx0" brushRef="#br0">141 375 8993,'-16'0'174,"1"0"-174,-1 0 0,0 0-18,1 0 1,4 0-34,1 0 0,5-2 25,-6-3 59,8 3 0,3-5 0,12 7 0,7 0 180,7 0 1,5 0-1,7 0 1,8 0 62,4 0 1,14 0-1,-2 0 1,4 0-429,4 0 1,-4 0 0,6 0 0,3 0 22,1 0 1,4-5 0,2 0-1,1 1 122,-2 3 1,1 1-1,-1-2 1,1-2 78,-6-1 1,8 0 0,-5 3 0,10-1 137,-39 0 1,0 1 0,41-5 0,6 3 0,-7-1 241,-3 2 1,3-1-1,9 1-58,-47 0 0,0 0 0,47-2 0,-4 5 1,-5-2-282,0-3 0,7 4 1,-46-2-1,-1 0 1,0 2-1,1 1 1,-1-1-1,0 2 351,47-1 1,1-2 0,-1-2 0,2-1 45,-2 2 0,-47 2 0,0 0 0,47 1 43,-5 0 0,0 0 1,-7 0-1,2 0 1,3 0 26,2 0 0,2 5 0,-2 0 0,-4-1-177,-5-2 0,-6 3 1,-1 0-1,5-2-147,4-1 0,-8 0 0,-1 1-195,-5 3 1,-5-1-1,-7-3 1,-3 1 0,-1 2-18,1-1 1,1 4-1,5 1 1</inkml:trace>
  <inkml:trace contextRef="#ctx0" brushRef="#br1" timeOffset="2084">6026 344 21320,'46'0'-104,"0"0"0,-3 0 1,-1 0 62,1 0 1,-3 1-1,0 3 1,0 1 54,-1-1 0,-4-1 0,2 0 1,-6 3 53,-5-3 1,2 4-1,-8 0 1,-1 2 245,-1 3 0,-3-4 0,1 3-38,0 1 0,-1 2 1,-1 2-1,-2-3 27,-1-2 0,-6 3 0,5-4 0,1 4 90,-3 2 1,4-1-1,-5 1 1,2-1-31,3 1 1,-3 0 0,1-1 0,1 1 69,-3-1 1,1 6-1,-5 2 1,2 1 38,3 4 1,-5 1 0,3 3-1,-2-1-57,0 0 0,5 5 0,-3 1 1,0-2-412,0-3 0,5 5 0,-3 1 0,1 0-4,1 0 0,-1 4 0,4-6 0,-2 1 0,-1 1 0,-3 2 0,4 7 0,-3 0 0,-2-1 0,0 1 0,-4 2 0,3 3 0,-1-4 0,-3 4 0,1-3 0,4-2 0,2 0 0,-4 5 0,5 0 0,2-2-260,2-1 0,2-1 1,-1 4-1,-1 4 0,-3-1 1,1 1 0,-7-6 0,-1 2 100,-3-2 1,-1 4 0,0-2 0,0 0 64,0 2 0,-5-4 1,-2 7-1,0 1 11,0-3 0,2 1 0,5-6 0,0 2-84,0-2 0,0 4 1,0-2-1,0 0-25,0 2 0,0-4 1,0 7-1,0 2 30,0 2 0,-5-4 1,-2-1 157,-2-2 1,4 5-1,-4-4 1,2 2-1,4-1-87,1-2 1,2 3 0,0-2 0,0 3-77,0 0 0,0 7 0,0-8 0,0 2-88,0-2 1,0 7 0,0-5 105,0 0 0,0 0 0,-1 4 0,-3 1 1,-3 2 46,-2 1 1,6 1-1,-2-6 1,3 1-12,2-1 0,-5 1 0,0-1 0,1 1-18,2-1 0,2 0 1,0 3-1,0 1-66,0 1 1,6 1 0,-1-6 0,-2 1 70,-1-1 0,-2 1 0,0 1 1,-2 2 50,-3 1 1,3 3-1,-3-3 1,3 3-17,2-4 0,0 1 0,0-10 0,0 4-5,0 2 1,0 4 0,2 1-1,2-2-70,1-2 1,5-2 0,-3 3 0,0-1 30,0-2 0,0 4 1,-4-9-1,3 4 46,-3 2 1,-1 4-1,-2 1 1,0-2 52,0-2 1,0-2 0,0 1-1,0-1-34,0 1 1,5-1 0,0 1-11,-1-1 0,-1 0 0,1 1 0,1-2 0,-2-3 26,-1 0 1,-2-6 0,0 5 0,0 0 19,0-1 0,0 4 0,0-2 0,0 1 69,0-2 0,-5 4 1,-2-6 17,-2 1 1,6-1-1,-4-5 1,2 2-1,-1-1-19,3-3 1,-4 1 0,2 1 0,0 2-19,-2-2 1,5-1 0,-5-2 0,2-2 43,0-3 0,-2 1 1,3-5 1,-1 2 1,-2-5 0,2 1 0,-4-3 0,-1 0 58,-1 3 0,3-3 1,-4 4-1,1-4 37,-1-2 1,-2 0 0,-1 0 0,-1-1 55,0-4 1,1 2-1,-1-6 1,1 1 45,-1-1 0,-7 4 0,-3-5 0,-1-2 142,1-1 0,-9 2 1,2 1-1,-5-2 93,-6-1 1,-1-3-1,-3 1 1,-3-2 47,-1-4 1,-10 4 0,5-4 0,1 3-13,1-3 0,1 4 0,-7-4 0,1 4-82,-5 2 0,-7-1 1,-1 1-1,-4 1-330,-1 4 0,2-4 0,1 4 0,4-3-119,2-3 0,-7 1 0,-2-1 0,-7 1 0,-2 0 0,2-1 0,7 1 0,0-2 0,0-4 0,-5 4 0,-2-5 0,0 1 0,0 0 0,-4-4 0,4 4 0,0 1 0,0-3 0,2 4 0,3-5 0,-3 0 0,-6 0 0,-6 4 0,3-6 0,9 0 0,7 2 0,-4-5 0,-9 3 0,-3-3-28,-1-2 0,6 0 0,4 0 0,3 0-386,2 0 1,-7 1 0,-4 3 0,-2 1-204,-3-2 0,2 1 0,2-1 134,1 3 1,8 1 0,-2-4-1,1 2 1,1-1-158,-3-3 0,-2-1 0,8 0 0,6 0 195,6 0 0,4-1 1,-2-3-1,-2-1 33,-2 2 0,-5-4 0,6 1 0,1 1 199,2-2 1,-2 5-1,3-4 1,8-1 196,5-4 1,-2 3 0,-2-3 0,0-1-104,0-2 0,7-1 0,8-3 1,-1-1-76,0-2 1,7-5 0,2 4 0,8-3 245,6-2 0,1-3 1,0-1-1,3 0 190,2 0 0,4-1 0,7 1 1,0-2-82,0-3 0,0 1 0,0-5 1,0 0 16,0 0 0,7 0 1,2-5-1,1 0 40,1-3 1,-1-4 0,6 1-1,-1-1-33,1 2 1,0-4-1,-1 2 1,1 2 88,-1 1 0,-4-3 0,-1-1-55,2-3 0,0 6 0,1-4 0,-3 2 0,0-2-96,-1-1 1,5-3 0,-4-2-1,3 1-171,-3 2 0,4 1 0,-4-5 0,2 2-128,-1 0 1,1-5-1,-7 7 1,0-4-58,2-1 1,-5 1 0,3 2 0,-3 4-68,-2 1 1,0-5 0,-2 2 0,-1-2-34,-2 2 1,-2-4 0,1 4 0,-2-2 7,-1 1 1,-3-6 0,5 5 0,-2 2-60,-3 2 1,0-3 0,0 3 181,1-6 1,1 2 0,-6-9 0,3 4 0,0 0-6,3-4 1,5 4-1,-4-3 1,2 1 64,4-2 0,-1 4 0,1-7 0,-2 0 28,1-2 1,2-5 0,2 8 99,0-1 0,0 2 1,2-6-1,2-1 1,1 1 47,-2-1 1,-1 0-1,-2-2 1,0 2 28,0 3 0,0-4 0,0 6-27,0 0 1,-5-7 0,0 2 0,1-6 0,2 1 25,2 1 0,0 2 1,0-2-1,0-1-29,0-3 0,0-1 0,0 4 0,0-2-34,0 1 0,0-1 0,0 3 0,0 4-6,0-1 1,0 1-1,0-4 1,0-1-38,0-2 0,0 1 0,0 6 16,0-2 0,0 1 0,2-9 0,2 1 0,3 3 41,1 2 0,-4-3 0,3 0 0,-2 1 11,0 3 1,2 0 0,-4 1 0,3 2-22,-3 3 0,-1-6 0,-2 6-18,0 3 0,0-1 0,0 2 1,2-2-1,1-4 17,2-1 1,0-1-1,-5 3 1,0 1-23,0-2 1,0 1 0,0-1-1,0 4 2,0 2 0,0-4 0,0 4 0,0-1-4,0 1 1,0 1 0,0 8 0,0 1-30,0 1 0,0-2 1,0-5-1,0 5 8,0-1 0,0 0 1,0-1-1,2 1 52,3 4 1,-1 3 0,5 7 0,-1 1 94,1-1 0,1-5 0,6 0 10,-1 1 1,1 3 0,0 1 0,-1 0 44,1 0 1,0 7 0,-1 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1:17:54.3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47 13469,'52'-19'0,"0"4"0,-8 10 0,13-1 0,12 5 0,21 1 0,2 0 0,-7 0 0,-14 0 0,-1 0 0,3 0 0,-4 0 0,6 0 0,10 0 0,-18 0 0,6 1 0,-9 3 0,-3 1 0,7 0 0,-1-5 0,-1 0 0,-2 0 0,1 2 0,0 1 0,3 3 0,17-1 0,-3-5 0,-3 0 0,-2 0 0,-6 0 0,12 0 0,-3-5 0,12-1 0,-7 3 0,-16 1 0,11 2 0,3 0 0,-10 0 0,-7 0 0,5 0 0,-12 0 0,12 0 0,2 0 0,-9 0 0,14 0 0,0 0 0,-1 0 0,-15 0 0,0 0 0,16 5 0,6 1 0,4-3 0,-18 1 0,6-1 0,-5 2 0,-2-1 0,-3-3 0,2-1 0,-4 0 0,-2 0 0,1 0 0,-1 0 0,16 6 0,7-1 0,2-2 0,2-1 0,-1 0 0,-10 3 0,0-2 0,11 8 0,9-8 0,-2 3 0,-41-5 0,-1-1 0,35 0 0,-1 0 0,-6-5 0,11 0 0,-3 0 0,-6 5 0,-10 0 0,-3 0 0,-1 0 0,13 0 0,5 0 0,-36-1 0,0 2 0,2 1 0,0 1 0,45 2 0,-7-1 0,-4-3 0,-10-1 0,-7 0 0,20 0 0,2 0 0,-20 2 0,7 1 0,5 3 0,-23-1 0,16-5 0,-12 0 0,9 5 0,8 0 0,2 1 0,4-6 0,-5 0 0,3 1 0,-4 4 0,-18-3 0,2 5 0,-4 0 0,-8-3 0,2 6 0,8-5 0,7 6 0,-11-6 0,2 3 0,4-1 0,-10 0 0,6-2 0,-8-3 0,13 3 0,-25-3 0,8-2 0,-32 0 0,3-7 0,-15-1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1:18:21.3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0 203 13750,'49'0'0,"10"0"0,-4 0 0,18 0 0,-4 0 0,-1 0 0,1 0 0,4-1 0,9-5 0,-13 5 0,9-5 0,11 0 0,-1 0 0,4 3 0,0-4 0,5 2 0,-14 1 0,-12 3 0,-6-5 0,-3 1 0,0 2 0,1 1 0,-2 0 0,6-3 0,4 3 0,18-5 0,-1 0 0,-22 6 0,10-6 0,-1 0 0,-14 5 0,12-3 0,-2-2 0,12 2 0,4-2 0,3 3 0,-7-1 0,-8 0 0,-8 5 0,1 0 0,15 0 0,-8-5 0,-2-1 0,0 1 0,5 5 0,5-5 0,0 0 0,-15 0 0,-6 5 0,6 0 0,-13 0 0,3 0 0,2 0 0,13 0 0,9 0 0,1 0 0,-2 0 0,-8 0 0,-3 0 0,-8 0 0,2-6 0,4 1 0,-13 0 0,8 5 0,-23 0 0,12 0 0,-18 0 0,18-7 0,-19 5 0,6-5 0,-22 7 0,-3 0 0,-14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27T01:18:23.81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8 13898,'71'-7'0,"4"7"0,1 8 0,5 1 0,-10 0 0,2-2 0,0-4 0,0 4 0,7-2 0,3-1 0,-3-3 0,5-1 0,-2 0 0,2-1 0,2-4 0,-2 3 0,-2-5 0,-8 2 0,-4-1 0,2-4 0,10 5 0,2 1 0,-4 3 0,1 1 0,-15 0 0,-1 0 0,-1 0 0,2 0 0,1 0 0,-2 0 0,-2 0 0,-2 0 0,1 0 0,-1 0 0,6 1 0,-1 5 0,1-5 0,-5 6 0,-8-7 0,-8 0 0,-23 0 0,-10 0 0,-14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5-26T08:29:02.40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12-07T05:42:07.03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28,'301'-14,"-32"0,545 15,71 76,-3 59,-633-94,-47-5,53 9,-187-37,122-1,19-9,78-3,-152-9,20-2,6 3,-10 1,822 6,-531 7,118-2,-528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066800" y="704850"/>
            <a:ext cx="4699000" cy="35242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464050"/>
            <a:ext cx="5008563" cy="4227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26513"/>
            <a:ext cx="29606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926513"/>
            <a:ext cx="2960688" cy="469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200" smtClean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C636E852-6017-44B4-93CC-A8A8711BE2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184775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36E852-6017-44B4-93CC-A8A8711BE21F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59353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36E852-6017-44B4-93CC-A8A8711BE21F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2834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636E852-6017-44B4-93CC-A8A8711BE21F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95074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0" y="0"/>
            <a:ext cx="9144000" cy="3429000"/>
          </a:xfrm>
          <a:prstGeom prst="rect">
            <a:avLst/>
          </a:prstGeom>
          <a:solidFill>
            <a:srgbClr val="A2C1F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Arial" charset="0"/>
            </a:endParaRPr>
          </a:p>
        </p:txBody>
      </p:sp>
      <p:pic>
        <p:nvPicPr>
          <p:cNvPr id="5" name="Picture 10" descr="APU Logo_Final_Vertical_V1_HR1 copy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5888" y="2514600"/>
            <a:ext cx="2530476" cy="238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389188" y="1952625"/>
            <a:ext cx="6754812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374900" y="3886200"/>
            <a:ext cx="67691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036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054021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66250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7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363" y="1697038"/>
            <a:ext cx="40386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979888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60836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298201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729865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25408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183624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62495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59563" y="274638"/>
            <a:ext cx="2057400" cy="59483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5775" y="274638"/>
            <a:ext cx="6021388" cy="59483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</p:spTree>
    <p:extLst>
      <p:ext uri="{BB962C8B-B14F-4D97-AF65-F5344CB8AC3E}">
        <p14:creationId xmlns:p14="http://schemas.microsoft.com/office/powerpoint/2010/main" val="378258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7" descr="ucti_globe1_transparent_small"/>
          <p:cNvPicPr>
            <a:picLocks noChangeAspect="1" noChangeArrowheads="1"/>
          </p:cNvPicPr>
          <p:nvPr/>
        </p:nvPicPr>
        <p:blipFill>
          <a:blip r:embed="rId13">
            <a:lum bright="80000" contrast="-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41450" y="2570163"/>
            <a:ext cx="7207250" cy="409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19" name="Rectangle 3"/>
          <p:cNvSpPr>
            <a:spLocks noChangeArrowheads="1"/>
          </p:cNvSpPr>
          <p:nvPr/>
        </p:nvSpPr>
        <p:spPr bwMode="auto">
          <a:xfrm>
            <a:off x="0" y="6621463"/>
            <a:ext cx="9144000" cy="236537"/>
          </a:xfrm>
          <a:prstGeom prst="rect">
            <a:avLst/>
          </a:prstGeom>
          <a:solidFill>
            <a:srgbClr val="A2C1FE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GB">
              <a:latin typeface="Arial" charset="0"/>
            </a:endParaRP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7363" y="16970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485775" y="274638"/>
            <a:ext cx="70421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auto">
          <a:xfrm>
            <a:off x="0" y="659765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defRPr/>
            </a:pPr>
            <a:r>
              <a:rPr lang="en-GB" sz="800">
                <a:latin typeface="Calibri" pitchFamily="34" charset="0"/>
                <a:cs typeface="Calibri" pitchFamily="34" charset="0"/>
              </a:rPr>
              <a:t>Module Code and Module Title</a:t>
            </a:r>
          </a:p>
        </p:txBody>
      </p:sp>
      <p:sp>
        <p:nvSpPr>
          <p:cNvPr id="86024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248400" y="6623050"/>
            <a:ext cx="2895600" cy="23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86025" name="Rectangle 9"/>
          <p:cNvSpPr>
            <a:spLocks noChangeArrowheads="1"/>
          </p:cNvSpPr>
          <p:nvPr/>
        </p:nvSpPr>
        <p:spPr bwMode="auto">
          <a:xfrm>
            <a:off x="3175000" y="6597650"/>
            <a:ext cx="27114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>
              <a:defRPr/>
            </a:pPr>
            <a:r>
              <a:rPr lang="en-GB" sz="800">
                <a:latin typeface="Calibri" pitchFamily="34" charset="0"/>
                <a:cs typeface="Calibri" pitchFamily="34" charset="0"/>
              </a:rPr>
              <a:t>Title of Slides</a:t>
            </a:r>
          </a:p>
        </p:txBody>
      </p:sp>
      <p:pic>
        <p:nvPicPr>
          <p:cNvPr id="1033" name="Picture 10" descr="APU Logo Final-medium.jpg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9525" y="0"/>
            <a:ext cx="1514475" cy="151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31702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3.wmf"/><Relationship Id="rId18" Type="http://schemas.openxmlformats.org/officeDocument/2006/relationships/customXml" Target="../ink/ink5.xml"/><Relationship Id="rId3" Type="http://schemas.openxmlformats.org/officeDocument/2006/relationships/image" Target="../media/image8.wmf"/><Relationship Id="rId21" Type="http://schemas.openxmlformats.org/officeDocument/2006/relationships/image" Target="../media/image16.png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4.png"/><Relationship Id="rId2" Type="http://schemas.openxmlformats.org/officeDocument/2006/relationships/oleObject" Target="../embeddings/oleObject1.bin"/><Relationship Id="rId16" Type="http://schemas.openxmlformats.org/officeDocument/2006/relationships/customXml" Target="../ink/ink4.xml"/><Relationship Id="rId20" Type="http://schemas.openxmlformats.org/officeDocument/2006/relationships/customXml" Target="../ink/ink6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5.bin"/><Relationship Id="rId19" Type="http://schemas.openxmlformats.org/officeDocument/2006/relationships/image" Target="../media/image15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3.wmf"/><Relationship Id="rId3" Type="http://schemas.openxmlformats.org/officeDocument/2006/relationships/image" Target="../media/image8.wmf"/><Relationship Id="rId7" Type="http://schemas.openxmlformats.org/officeDocument/2006/relationships/image" Target="../media/image10.wmf"/><Relationship Id="rId12" Type="http://schemas.openxmlformats.org/officeDocument/2006/relationships/oleObject" Target="../embeddings/oleObject6.bin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2.wmf"/><Relationship Id="rId5" Type="http://schemas.openxmlformats.org/officeDocument/2006/relationships/image" Target="../media/image9.wmf"/><Relationship Id="rId15" Type="http://schemas.openxmlformats.org/officeDocument/2006/relationships/image" Target="../media/image14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1.w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7" Type="http://schemas.openxmlformats.org/officeDocument/2006/relationships/image" Target="../media/image16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15.wmf"/><Relationship Id="rId7" Type="http://schemas.openxmlformats.org/officeDocument/2006/relationships/oleObject" Target="../embeddings/oleObject11.bin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0.bin"/><Relationship Id="rId10" Type="http://schemas.openxmlformats.org/officeDocument/2006/relationships/image" Target="../media/image18.wmf"/><Relationship Id="rId4" Type="http://schemas.openxmlformats.org/officeDocument/2006/relationships/oleObject" Target="../embeddings/oleObject9.bin"/><Relationship Id="rId9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3" Type="http://schemas.openxmlformats.org/officeDocument/2006/relationships/image" Target="../media/image15.wmf"/><Relationship Id="rId7" Type="http://schemas.openxmlformats.org/officeDocument/2006/relationships/image" Target="../media/image16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7.wmf"/><Relationship Id="rId4" Type="http://schemas.openxmlformats.org/officeDocument/2006/relationships/oleObject" Target="../embeddings/oleObject11.bin"/><Relationship Id="rId9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image" Target="../media/image20.wmf"/><Relationship Id="rId7" Type="http://schemas.openxmlformats.org/officeDocument/2006/relationships/oleObject" Target="../embeddings/oleObject11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6.w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0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21.wmf"/><Relationship Id="rId7" Type="http://schemas.openxmlformats.org/officeDocument/2006/relationships/image" Target="../media/image23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4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oleObject" Target="../embeddings/oleObject11.bin"/><Relationship Id="rId18" Type="http://schemas.openxmlformats.org/officeDocument/2006/relationships/image" Target="../media/image26.wmf"/><Relationship Id="rId3" Type="http://schemas.openxmlformats.org/officeDocument/2006/relationships/image" Target="../media/image21.wmf"/><Relationship Id="rId7" Type="http://schemas.openxmlformats.org/officeDocument/2006/relationships/image" Target="../media/image25.wmf"/><Relationship Id="rId12" Type="http://schemas.openxmlformats.org/officeDocument/2006/relationships/image" Target="../media/image15.wmf"/><Relationship Id="rId17" Type="http://schemas.openxmlformats.org/officeDocument/2006/relationships/oleObject" Target="../embeddings/oleObject20.bin"/><Relationship Id="rId2" Type="http://schemas.openxmlformats.org/officeDocument/2006/relationships/oleObject" Target="../embeddings/oleObject15.bin"/><Relationship Id="rId16" Type="http://schemas.openxmlformats.org/officeDocument/2006/relationships/image" Target="../media/image16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.bin"/><Relationship Id="rId11" Type="http://schemas.openxmlformats.org/officeDocument/2006/relationships/oleObject" Target="../embeddings/oleObject8.bin"/><Relationship Id="rId5" Type="http://schemas.openxmlformats.org/officeDocument/2006/relationships/image" Target="../media/image22.wmf"/><Relationship Id="rId15" Type="http://schemas.openxmlformats.org/officeDocument/2006/relationships/oleObject" Target="../embeddings/oleObject10.bin"/><Relationship Id="rId10" Type="http://schemas.openxmlformats.org/officeDocument/2006/relationships/oleObject" Target="../embeddings/oleObject14.bin"/><Relationship Id="rId4" Type="http://schemas.openxmlformats.org/officeDocument/2006/relationships/oleObject" Target="../embeddings/oleObject16.bin"/><Relationship Id="rId9" Type="http://schemas.openxmlformats.org/officeDocument/2006/relationships/image" Target="../media/image20.wmf"/><Relationship Id="rId14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6.wmf"/><Relationship Id="rId3" Type="http://schemas.openxmlformats.org/officeDocument/2006/relationships/image" Target="../media/image20.wmf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0.bin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27.wmf"/><Relationship Id="rId20" Type="http://schemas.openxmlformats.org/officeDocument/2006/relationships/image" Target="../media/image2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22.bin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2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6.wmf"/><Relationship Id="rId3" Type="http://schemas.openxmlformats.org/officeDocument/2006/relationships/image" Target="../media/image20.wmf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0.bin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29.wmf"/><Relationship Id="rId20" Type="http://schemas.openxmlformats.org/officeDocument/2006/relationships/image" Target="../media/image2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22.bin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2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31.wmf"/><Relationship Id="rId3" Type="http://schemas.openxmlformats.org/officeDocument/2006/relationships/image" Target="../media/image20.wmf"/><Relationship Id="rId21" Type="http://schemas.openxmlformats.org/officeDocument/2006/relationships/oleObject" Target="../embeddings/oleObject22.bin"/><Relationship Id="rId7" Type="http://schemas.openxmlformats.org/officeDocument/2006/relationships/oleObject" Target="../embeddings/oleObject11.bin"/><Relationship Id="rId12" Type="http://schemas.openxmlformats.org/officeDocument/2006/relationships/image" Target="../media/image21.wmf"/><Relationship Id="rId17" Type="http://schemas.openxmlformats.org/officeDocument/2006/relationships/oleObject" Target="../embeddings/oleObject25.bin"/><Relationship Id="rId2" Type="http://schemas.openxmlformats.org/officeDocument/2006/relationships/oleObject" Target="../embeddings/oleObject13.bin"/><Relationship Id="rId16" Type="http://schemas.openxmlformats.org/officeDocument/2006/relationships/image" Target="../media/image30.wmf"/><Relationship Id="rId20" Type="http://schemas.openxmlformats.org/officeDocument/2006/relationships/image" Target="../media/image2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8.bin"/><Relationship Id="rId15" Type="http://schemas.openxmlformats.org/officeDocument/2006/relationships/oleObject" Target="../embeddings/oleObject24.bin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20.bin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10.bin"/><Relationship Id="rId14" Type="http://schemas.openxmlformats.org/officeDocument/2006/relationships/image" Target="../media/image22.wmf"/><Relationship Id="rId22" Type="http://schemas.openxmlformats.org/officeDocument/2006/relationships/image" Target="../media/image28.w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20.wmf"/><Relationship Id="rId7" Type="http://schemas.openxmlformats.org/officeDocument/2006/relationships/oleObject" Target="../embeddings/oleObject10.bin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wmf"/><Relationship Id="rId11" Type="http://schemas.openxmlformats.org/officeDocument/2006/relationships/image" Target="../media/image21.wmf"/><Relationship Id="rId5" Type="http://schemas.openxmlformats.org/officeDocument/2006/relationships/image" Target="../media/image15.wmf"/><Relationship Id="rId10" Type="http://schemas.openxmlformats.org/officeDocument/2006/relationships/image" Target="../media/image26.wmf"/><Relationship Id="rId4" Type="http://schemas.openxmlformats.org/officeDocument/2006/relationships/oleObject" Target="../embeddings/oleObject14.bin"/><Relationship Id="rId9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6.bin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image" Target="../media/image37.wmf"/><Relationship Id="rId3" Type="http://schemas.openxmlformats.org/officeDocument/2006/relationships/image" Target="../media/image32.wmf"/><Relationship Id="rId7" Type="http://schemas.openxmlformats.org/officeDocument/2006/relationships/image" Target="../media/image34.wmf"/><Relationship Id="rId12" Type="http://schemas.openxmlformats.org/officeDocument/2006/relationships/oleObject" Target="../embeddings/oleObject31.bin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6.wmf"/><Relationship Id="rId3" Type="http://schemas.openxmlformats.org/officeDocument/2006/relationships/image" Target="../media/image20.wmf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0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35.wmf"/><Relationship Id="rId5" Type="http://schemas.openxmlformats.org/officeDocument/2006/relationships/image" Target="../media/image15.wmf"/><Relationship Id="rId10" Type="http://schemas.openxmlformats.org/officeDocument/2006/relationships/oleObject" Target="../embeddings/oleObject29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3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image" Target="../media/image35.wmf"/><Relationship Id="rId3" Type="http://schemas.openxmlformats.org/officeDocument/2006/relationships/image" Target="../media/image20.wmf"/><Relationship Id="rId7" Type="http://schemas.openxmlformats.org/officeDocument/2006/relationships/oleObject" Target="../embeddings/oleObject1.bin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4.wmf"/><Relationship Id="rId5" Type="http://schemas.openxmlformats.org/officeDocument/2006/relationships/image" Target="../media/image15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5.bin"/><Relationship Id="rId9" Type="http://schemas.openxmlformats.org/officeDocument/2006/relationships/oleObject" Target="../embeddings/oleObject27.bin"/><Relationship Id="rId1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0.bin"/><Relationship Id="rId3" Type="http://schemas.openxmlformats.org/officeDocument/2006/relationships/image" Target="../media/image20.wmf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34.wmf"/><Relationship Id="rId4" Type="http://schemas.openxmlformats.org/officeDocument/2006/relationships/oleObject" Target="../embeddings/oleObject3.bin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6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13" Type="http://schemas.openxmlformats.org/officeDocument/2006/relationships/oleObject" Target="../embeddings/oleObject30.bin"/><Relationship Id="rId3" Type="http://schemas.openxmlformats.org/officeDocument/2006/relationships/image" Target="../media/image20.wmf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8.bin"/><Relationship Id="rId10" Type="http://schemas.openxmlformats.org/officeDocument/2006/relationships/image" Target="../media/image34.wmf"/><Relationship Id="rId4" Type="http://schemas.openxmlformats.org/officeDocument/2006/relationships/oleObject" Target="../embeddings/oleObject2.bin"/><Relationship Id="rId9" Type="http://schemas.openxmlformats.org/officeDocument/2006/relationships/oleObject" Target="../embeddings/oleObject3.bin"/><Relationship Id="rId14" Type="http://schemas.openxmlformats.org/officeDocument/2006/relationships/image" Target="../media/image36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openxmlformats.org/officeDocument/2006/relationships/image" Target="../media/image35.wmf"/><Relationship Id="rId3" Type="http://schemas.openxmlformats.org/officeDocument/2006/relationships/image" Target="../media/image20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29.bin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4.wmf"/><Relationship Id="rId5" Type="http://schemas.openxmlformats.org/officeDocument/2006/relationships/image" Target="../media/image15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8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0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0.bin"/><Relationship Id="rId13" Type="http://schemas.openxmlformats.org/officeDocument/2006/relationships/image" Target="../media/image40.wmf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12" Type="http://schemas.openxmlformats.org/officeDocument/2006/relationships/oleObject" Target="../embeddings/oleObject34.bin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20.wmf"/><Relationship Id="rId5" Type="http://schemas.openxmlformats.org/officeDocument/2006/relationships/image" Target="../media/image39.wmf"/><Relationship Id="rId15" Type="http://schemas.openxmlformats.org/officeDocument/2006/relationships/image" Target="../media/image15.w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6.wmf"/><Relationship Id="rId14" Type="http://schemas.openxmlformats.org/officeDocument/2006/relationships/oleObject" Target="../embeddings/oleObject8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7" Type="http://schemas.openxmlformats.org/officeDocument/2006/relationships/image" Target="../media/image41.wmf"/><Relationship Id="rId2" Type="http://schemas.openxmlformats.org/officeDocument/2006/relationships/oleObject" Target="../embeddings/oleObject26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2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image" Target="../media/image20.wmf"/><Relationship Id="rId7" Type="http://schemas.openxmlformats.org/officeDocument/2006/relationships/image" Target="../media/image3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5.wmf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27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image" Target="../media/image33.wmf"/><Relationship Id="rId7" Type="http://schemas.openxmlformats.org/officeDocument/2006/relationships/image" Target="../media/image35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9.bin"/><Relationship Id="rId11" Type="http://schemas.openxmlformats.org/officeDocument/2006/relationships/image" Target="../media/image43.wmf"/><Relationship Id="rId5" Type="http://schemas.openxmlformats.org/officeDocument/2006/relationships/image" Target="../media/image34.wmf"/><Relationship Id="rId10" Type="http://schemas.openxmlformats.org/officeDocument/2006/relationships/image" Target="../media/image42.wmf"/><Relationship Id="rId4" Type="http://schemas.openxmlformats.org/officeDocument/2006/relationships/oleObject" Target="../embeddings/oleObject8.bin"/><Relationship Id="rId9" Type="http://schemas.openxmlformats.org/officeDocument/2006/relationships/oleObject" Target="../embeddings/oleObject11.bin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image" Target="../media/image35.wmf"/><Relationship Id="rId3" Type="http://schemas.openxmlformats.org/officeDocument/2006/relationships/image" Target="../media/image20.wmf"/><Relationship Id="rId7" Type="http://schemas.openxmlformats.org/officeDocument/2006/relationships/oleObject" Target="../embeddings/oleObject8.bin"/><Relationship Id="rId12" Type="http://schemas.openxmlformats.org/officeDocument/2006/relationships/image" Target="../media/image34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37.bin"/><Relationship Id="rId15" Type="http://schemas.openxmlformats.org/officeDocument/2006/relationships/image" Target="../media/image42.wmf"/><Relationship Id="rId10" Type="http://schemas.openxmlformats.org/officeDocument/2006/relationships/image" Target="../media/image33.wmf"/><Relationship Id="rId4" Type="http://schemas.openxmlformats.org/officeDocument/2006/relationships/oleObject" Target="../embeddings/oleObject36.bin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6.w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29.bin"/><Relationship Id="rId18" Type="http://schemas.openxmlformats.org/officeDocument/2006/relationships/image" Target="../media/image42.wmf"/><Relationship Id="rId3" Type="http://schemas.openxmlformats.org/officeDocument/2006/relationships/image" Target="../media/image20.wmf"/><Relationship Id="rId7" Type="http://schemas.openxmlformats.org/officeDocument/2006/relationships/oleObject" Target="../embeddings/oleObject8.bin"/><Relationship Id="rId12" Type="http://schemas.openxmlformats.org/officeDocument/2006/relationships/image" Target="../media/image34.wmf"/><Relationship Id="rId17" Type="http://schemas.openxmlformats.org/officeDocument/2006/relationships/oleObject" Target="../embeddings/oleObject38.bin"/><Relationship Id="rId2" Type="http://schemas.openxmlformats.org/officeDocument/2006/relationships/oleObject" Target="../embeddings/oleObject9.bin"/><Relationship Id="rId16" Type="http://schemas.openxmlformats.org/officeDocument/2006/relationships/image" Target="../media/image36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0.bin"/><Relationship Id="rId10" Type="http://schemas.openxmlformats.org/officeDocument/2006/relationships/image" Target="../media/image33.wmf"/><Relationship Id="rId4" Type="http://schemas.openxmlformats.org/officeDocument/2006/relationships/oleObject" Target="../embeddings/oleObject13.bin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35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35.wmf"/><Relationship Id="rId3" Type="http://schemas.openxmlformats.org/officeDocument/2006/relationships/image" Target="../media/image20.wmf"/><Relationship Id="rId7" Type="http://schemas.openxmlformats.org/officeDocument/2006/relationships/image" Target="../media/image15.w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42.wmf"/><Relationship Id="rId2" Type="http://schemas.openxmlformats.org/officeDocument/2006/relationships/oleObject" Target="../embeddings/oleObject13.bin"/><Relationship Id="rId16" Type="http://schemas.openxmlformats.org/officeDocument/2006/relationships/oleObject" Target="../embeddings/oleObject3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34.wmf"/><Relationship Id="rId5" Type="http://schemas.openxmlformats.org/officeDocument/2006/relationships/image" Target="../media/image40.wmf"/><Relationship Id="rId15" Type="http://schemas.openxmlformats.org/officeDocument/2006/relationships/image" Target="../media/image36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3.wmf"/><Relationship Id="rId14" Type="http://schemas.openxmlformats.org/officeDocument/2006/relationships/oleObject" Target="../embeddings/oleObject3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image" Target="../media/image20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4.bin"/><Relationship Id="rId9" Type="http://schemas.openxmlformats.org/officeDocument/2006/relationships/image" Target="../media/image33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 anchor="ctr"/>
          <a:lstStyle/>
          <a:p>
            <a:r>
              <a:rPr lang="en-US" altLang="en-US" sz="4400"/>
              <a:t>Turing Machines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0" y="3815443"/>
            <a:ext cx="4267200" cy="762000"/>
          </a:xfrm>
        </p:spPr>
        <p:txBody>
          <a:bodyPr/>
          <a:lstStyle/>
          <a:p>
            <a:r>
              <a:rPr lang="en-US" altLang="en-US" sz="3200"/>
              <a:t> Lecture -10 </a:t>
            </a:r>
          </a:p>
        </p:txBody>
      </p:sp>
      <p:sp>
        <p:nvSpPr>
          <p:cNvPr id="4099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0" y="6553200"/>
            <a:ext cx="2895600" cy="304800"/>
          </a:xfr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4100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F8FCF8B-965F-4088-94AA-6F1F2711F201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Turing Machines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Invented by Alan Turing in 1936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Formal model of computation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Model of stored-program computer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Similar concept to a modern computer</a:t>
            </a:r>
          </a:p>
          <a:p>
            <a:pPr eaLnBrk="1" hangingPunct="1">
              <a:lnSpc>
                <a:spcPct val="90000"/>
              </a:lnSpc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Encode data and programs as sequence of symbols</a:t>
            </a:r>
          </a:p>
          <a:p>
            <a:pPr eaLnBrk="1" hangingPunct="1">
              <a:lnSpc>
                <a:spcPct val="90000"/>
              </a:lnSpc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Unbounded memory using an infinite tape</a:t>
            </a:r>
          </a:p>
          <a:p>
            <a:pPr eaLnBrk="1" hangingPunct="1">
              <a:lnSpc>
                <a:spcPct val="90000"/>
              </a:lnSpc>
              <a:buClr>
                <a:srgbClr val="3333CC"/>
              </a:buClr>
              <a:buFont typeface="Arial" panose="020B0604020202020204" pitchFamily="34" charset="0"/>
              <a:buChar char="•"/>
            </a:pPr>
            <a:r>
              <a:rPr lang="en-US" altLang="en-US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Consists: finite control, a tape and a head </a:t>
            </a: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An instruction (transition) table and current state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An infinite tape where symbols can be written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Head – reading </a:t>
            </a:r>
            <a:r>
              <a:rPr lang="en-US" altLang="en-US" sz="2000" i="1">
                <a:latin typeface="Arial" panose="020B0604020202020204" pitchFamily="34" charset="0"/>
                <a:cs typeface="Arial" panose="020B0604020202020204" pitchFamily="34" charset="0"/>
              </a:rPr>
              <a:t>or writing on tape</a:t>
            </a:r>
          </a:p>
          <a:p>
            <a:pPr lvl="1"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Turing Machine (TM) = FSA + Tape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2000">
                <a:latin typeface="Arial" panose="020B0604020202020204" pitchFamily="34" charset="0"/>
                <a:cs typeface="Arial" panose="020B0604020202020204" pitchFamily="34" charset="0"/>
              </a:rPr>
              <a:t>TM = PDA + 2 stacks</a:t>
            </a:r>
          </a:p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12A9E8-1DA4-4563-87F0-CBFEC9FC661E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9B0636-47C7-7AF6-181E-A2060542AEFA}"/>
              </a:ext>
            </a:extLst>
          </p:cNvPr>
          <p:cNvSpPr txBox="1"/>
          <p:nvPr/>
        </p:nvSpPr>
        <p:spPr>
          <a:xfrm>
            <a:off x="6827837" y="1817688"/>
            <a:ext cx="22045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ms-MY" dirty="0"/>
              <a:t>Is a machine that can certainly solve a solveable problem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46D689-EEEB-0673-CAC6-B45AF7FD4A10}"/>
                  </a:ext>
                </a:extLst>
              </p14:cNvPr>
              <p14:cNvContentPartPr/>
              <p14:nvPr/>
            </p14:nvContentPartPr>
            <p14:xfrm>
              <a:off x="1921662" y="4029139"/>
              <a:ext cx="1422000" cy="34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46D689-EEEB-0673-CAC6-B45AF7FD4A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11222" y="4018339"/>
                <a:ext cx="14432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F00419E-3851-6B48-6963-9967FCE91FDF}"/>
                  </a:ext>
                </a:extLst>
              </p14:cNvPr>
              <p14:cNvContentPartPr/>
              <p14:nvPr/>
            </p14:nvContentPartPr>
            <p14:xfrm>
              <a:off x="3562542" y="3984139"/>
              <a:ext cx="2045880" cy="61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F00419E-3851-6B48-6963-9967FCE91FD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52102" y="3973401"/>
                <a:ext cx="2067120" cy="83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D74B1DE-7679-A2A9-9A58-EA5217AB3EB9}"/>
                  </a:ext>
                </a:extLst>
              </p14:cNvPr>
              <p14:cNvContentPartPr/>
              <p14:nvPr/>
            </p14:nvContentPartPr>
            <p14:xfrm>
              <a:off x="6546582" y="1680139"/>
              <a:ext cx="2590920" cy="40575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D74B1DE-7679-A2A9-9A58-EA5217AB3EB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532182" y="1665739"/>
                <a:ext cx="2619360" cy="408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39633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Turing Machines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512A9E8-1DA4-4563-87F0-CBFEC9FC661E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10" name="Rectangle 9"/>
          <p:cNvSpPr/>
          <p:nvPr/>
        </p:nvSpPr>
        <p:spPr>
          <a:xfrm>
            <a:off x="539319" y="5624025"/>
            <a:ext cx="8604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>
                <a:solidFill>
                  <a:schemeClr val="tx1"/>
                </a:solidFill>
              </a:rPr>
              <a:t>Source :https://en.wikipedia.org/wiki/Turing_machine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000" y="1676400"/>
            <a:ext cx="5554634" cy="290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618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Language Hierarchy</a:t>
            </a:r>
          </a:p>
        </p:txBody>
      </p:sp>
      <p:sp>
        <p:nvSpPr>
          <p:cNvPr id="5123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135D8E95-10EE-4484-B69C-CABF4D27BA12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26" name="Oval 4"/>
          <p:cNvSpPr>
            <a:spLocks noChangeArrowheads="1"/>
          </p:cNvSpPr>
          <p:nvPr/>
        </p:nvSpPr>
        <p:spPr bwMode="auto">
          <a:xfrm>
            <a:off x="1828800" y="4343400"/>
            <a:ext cx="5334000" cy="1600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3136900" y="5251450"/>
          <a:ext cx="571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252" imgH="431613" progId="Equation.3">
                  <p:embed/>
                </p:oleObj>
              </mc:Choice>
              <mc:Fallback>
                <p:oleObj name="Equation" r:id="rId2" imgW="571252" imgH="431613" progId="Equation.3">
                  <p:embed/>
                  <p:pic>
                    <p:nvPicPr>
                      <p:cNvPr id="512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5251450"/>
                        <a:ext cx="5715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2743200" y="4572000"/>
            <a:ext cx="3641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Regular Languages</a:t>
            </a:r>
          </a:p>
        </p:txBody>
      </p:sp>
      <p:sp>
        <p:nvSpPr>
          <p:cNvPr id="5129" name="Oval 9"/>
          <p:cNvSpPr>
            <a:spLocks noChangeArrowheads="1"/>
          </p:cNvSpPr>
          <p:nvPr/>
        </p:nvSpPr>
        <p:spPr bwMode="auto">
          <a:xfrm>
            <a:off x="990600" y="2590800"/>
            <a:ext cx="7315200" cy="3810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2362200" y="2971800"/>
            <a:ext cx="4795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Context-Free Languages</a:t>
            </a:r>
          </a:p>
        </p:txBody>
      </p:sp>
      <p:graphicFrame>
        <p:nvGraphicFramePr>
          <p:cNvPr id="5131" name="Object 11"/>
          <p:cNvGraphicFramePr>
            <a:graphicFrameLocks noChangeAspect="1"/>
          </p:cNvGraphicFramePr>
          <p:nvPr/>
        </p:nvGraphicFramePr>
        <p:xfrm>
          <a:off x="2851150" y="3486150"/>
          <a:ext cx="1016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609600" progId="Equation.3">
                  <p:embed/>
                </p:oleObj>
              </mc:Choice>
              <mc:Fallback>
                <p:oleObj name="Equation" r:id="rId4" imgW="1016000" imgH="609600" progId="Equation.3">
                  <p:embed/>
                  <p:pic>
                    <p:nvPicPr>
                      <p:cNvPr id="5131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3486150"/>
                        <a:ext cx="1016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Object 13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520700" progId="Equation.3">
                  <p:embed/>
                </p:oleObj>
              </mc:Choice>
              <mc:Fallback>
                <p:oleObj name="Equation" r:id="rId6" imgW="228600" imgH="520700" progId="Equation.3">
                  <p:embed/>
                  <p:pic>
                    <p:nvPicPr>
                      <p:cNvPr id="5132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3" name="Object 14"/>
          <p:cNvGraphicFramePr>
            <a:graphicFrameLocks noChangeAspect="1"/>
          </p:cNvGraphicFramePr>
          <p:nvPr/>
        </p:nvGraphicFramePr>
        <p:xfrm>
          <a:off x="5441950" y="3562350"/>
          <a:ext cx="1003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865" imgH="609336" progId="Equation.3">
                  <p:embed/>
                </p:oleObj>
              </mc:Choice>
              <mc:Fallback>
                <p:oleObj name="Equation" r:id="rId8" imgW="1002865" imgH="609336" progId="Equation.3">
                  <p:embed/>
                  <p:pic>
                    <p:nvPicPr>
                      <p:cNvPr id="5133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950" y="3562350"/>
                        <a:ext cx="1003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4" name="Object 15"/>
          <p:cNvGraphicFramePr>
            <a:graphicFrameLocks noChangeAspect="1"/>
          </p:cNvGraphicFramePr>
          <p:nvPr/>
        </p:nvGraphicFramePr>
        <p:xfrm>
          <a:off x="1600200" y="1885950"/>
          <a:ext cx="1498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600" imgH="609600" progId="Equation.3">
                  <p:embed/>
                </p:oleObj>
              </mc:Choice>
              <mc:Fallback>
                <p:oleObj name="Equation" r:id="rId10" imgW="1498600" imgH="609600" progId="Equation.3">
                  <p:embed/>
                  <p:pic>
                    <p:nvPicPr>
                      <p:cNvPr id="5134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885950"/>
                        <a:ext cx="1498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5" name="Object 16"/>
          <p:cNvGraphicFramePr>
            <a:graphicFrameLocks noChangeAspect="1"/>
          </p:cNvGraphicFramePr>
          <p:nvPr/>
        </p:nvGraphicFramePr>
        <p:xfrm>
          <a:off x="5607050" y="1968500"/>
          <a:ext cx="711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0891" imgH="304668" progId="Equation.3">
                  <p:embed/>
                </p:oleObj>
              </mc:Choice>
              <mc:Fallback>
                <p:oleObj name="Equation" r:id="rId12" imgW="710891" imgH="304668" progId="Equation.3">
                  <p:embed/>
                  <p:pic>
                    <p:nvPicPr>
                      <p:cNvPr id="5135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1968500"/>
                        <a:ext cx="711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6" name="Text Box 17"/>
          <p:cNvSpPr txBox="1">
            <a:spLocks noChangeArrowheads="1"/>
          </p:cNvSpPr>
          <p:nvPr/>
        </p:nvSpPr>
        <p:spPr bwMode="auto">
          <a:xfrm>
            <a:off x="3200400" y="1931988"/>
            <a:ext cx="4429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</a:rPr>
              <a:t>?</a:t>
            </a:r>
          </a:p>
        </p:txBody>
      </p:sp>
      <p:graphicFrame>
        <p:nvGraphicFramePr>
          <p:cNvPr id="5137" name="Object 18"/>
          <p:cNvGraphicFramePr>
            <a:graphicFrameLocks noChangeAspect="1"/>
          </p:cNvGraphicFramePr>
          <p:nvPr/>
        </p:nvGraphicFramePr>
        <p:xfrm>
          <a:off x="4521200" y="5391150"/>
          <a:ext cx="11811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0588" imgH="431613" progId="Equation.3">
                  <p:embed/>
                </p:oleObj>
              </mc:Choice>
              <mc:Fallback>
                <p:oleObj name="Equation" r:id="rId14" imgW="1180588" imgH="431613" progId="Equation.3">
                  <p:embed/>
                  <p:pic>
                    <p:nvPicPr>
                      <p:cNvPr id="5137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5391150"/>
                        <a:ext cx="11811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8" name="Text Box 19"/>
          <p:cNvSpPr txBox="1">
            <a:spLocks noChangeArrowheads="1"/>
          </p:cNvSpPr>
          <p:nvPr/>
        </p:nvSpPr>
        <p:spPr bwMode="auto">
          <a:xfrm>
            <a:off x="6400800" y="1779588"/>
            <a:ext cx="4429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</a:rPr>
              <a:t>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A6E70D1-7492-F4C0-EF85-D1199AD5EC38}"/>
                  </a:ext>
                </a:extLst>
              </p14:cNvPr>
              <p14:cNvContentPartPr/>
              <p14:nvPr/>
            </p14:nvContentPartPr>
            <p14:xfrm>
              <a:off x="2775942" y="4882699"/>
              <a:ext cx="3310200" cy="79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A6E70D1-7492-F4C0-EF85-D1199AD5EC3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721942" y="4775059"/>
                <a:ext cx="341784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A050AC7-C1B0-EC9B-407F-BB9E01A34CE7}"/>
                  </a:ext>
                </a:extLst>
              </p14:cNvPr>
              <p14:cNvContentPartPr/>
              <p14:nvPr/>
            </p14:nvContentPartPr>
            <p14:xfrm>
              <a:off x="1539702" y="2309059"/>
              <a:ext cx="1776240" cy="734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A050AC7-C1B0-EC9B-407F-BB9E01A34CE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85702" y="2201059"/>
                <a:ext cx="188388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C079FC2-2FEE-EFE8-C7E8-1DD171089EA2}"/>
                  </a:ext>
                </a:extLst>
              </p14:cNvPr>
              <p14:cNvContentPartPr/>
              <p14:nvPr/>
            </p14:nvContentPartPr>
            <p14:xfrm>
              <a:off x="5574222" y="2216539"/>
              <a:ext cx="1062360" cy="19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C079FC2-2FEE-EFE8-C7E8-1DD171089EA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20582" y="2108899"/>
                <a:ext cx="1170000" cy="235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2AAF3731-9F47-48C6-B3F9-761FE4ECA37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9" name="Oval 2"/>
          <p:cNvSpPr>
            <a:spLocks noChangeArrowheads="1"/>
          </p:cNvSpPr>
          <p:nvPr/>
        </p:nvSpPr>
        <p:spPr bwMode="auto">
          <a:xfrm>
            <a:off x="1828800" y="4343400"/>
            <a:ext cx="5334000" cy="16002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6150" name="Object 3"/>
          <p:cNvGraphicFramePr>
            <a:graphicFrameLocks noChangeAspect="1"/>
          </p:cNvGraphicFramePr>
          <p:nvPr/>
        </p:nvGraphicFramePr>
        <p:xfrm>
          <a:off x="3136900" y="5251450"/>
          <a:ext cx="571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71252" imgH="431613" progId="Equation.3">
                  <p:embed/>
                </p:oleObj>
              </mc:Choice>
              <mc:Fallback>
                <p:oleObj name="Equation" r:id="rId2" imgW="571252" imgH="431613" progId="Equation.3">
                  <p:embed/>
                  <p:pic>
                    <p:nvPicPr>
                      <p:cNvPr id="61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6900" y="5251450"/>
                        <a:ext cx="5715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1" name="Text Box 4"/>
          <p:cNvSpPr txBox="1">
            <a:spLocks noChangeArrowheads="1"/>
          </p:cNvSpPr>
          <p:nvPr/>
        </p:nvSpPr>
        <p:spPr bwMode="auto">
          <a:xfrm>
            <a:off x="2743200" y="4572000"/>
            <a:ext cx="3641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Regular Languages</a:t>
            </a:r>
          </a:p>
        </p:txBody>
      </p:sp>
      <p:sp>
        <p:nvSpPr>
          <p:cNvPr id="6152" name="Oval 5"/>
          <p:cNvSpPr>
            <a:spLocks noChangeArrowheads="1"/>
          </p:cNvSpPr>
          <p:nvPr/>
        </p:nvSpPr>
        <p:spPr bwMode="auto">
          <a:xfrm>
            <a:off x="990600" y="2590800"/>
            <a:ext cx="7315200" cy="3810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53" name="Text Box 6"/>
          <p:cNvSpPr txBox="1">
            <a:spLocks noChangeArrowheads="1"/>
          </p:cNvSpPr>
          <p:nvPr/>
        </p:nvSpPr>
        <p:spPr bwMode="auto">
          <a:xfrm>
            <a:off x="2362200" y="2971800"/>
            <a:ext cx="4795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Context-Free Languages</a:t>
            </a:r>
          </a:p>
        </p:txBody>
      </p:sp>
      <p:graphicFrame>
        <p:nvGraphicFramePr>
          <p:cNvPr id="6154" name="Object 7"/>
          <p:cNvGraphicFramePr>
            <a:graphicFrameLocks noChangeAspect="1"/>
          </p:cNvGraphicFramePr>
          <p:nvPr/>
        </p:nvGraphicFramePr>
        <p:xfrm>
          <a:off x="2851150" y="3486150"/>
          <a:ext cx="1016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16000" imgH="609600" progId="Equation.3">
                  <p:embed/>
                </p:oleObj>
              </mc:Choice>
              <mc:Fallback>
                <p:oleObj name="Equation" r:id="rId4" imgW="1016000" imgH="609600" progId="Equation.3">
                  <p:embed/>
                  <p:pic>
                    <p:nvPicPr>
                      <p:cNvPr id="6154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1150" y="3486150"/>
                        <a:ext cx="1016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5" name="Object 8"/>
          <p:cNvGraphicFramePr>
            <a:graphicFrameLocks noChangeAspect="1"/>
          </p:cNvGraphicFramePr>
          <p:nvPr/>
        </p:nvGraphicFramePr>
        <p:xfrm>
          <a:off x="4457700" y="3168650"/>
          <a:ext cx="228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8600" imgH="520700" progId="Equation.3">
                  <p:embed/>
                </p:oleObj>
              </mc:Choice>
              <mc:Fallback>
                <p:oleObj name="Equation" r:id="rId6" imgW="228600" imgH="520700" progId="Equation.3">
                  <p:embed/>
                  <p:pic>
                    <p:nvPicPr>
                      <p:cNvPr id="6155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3168650"/>
                        <a:ext cx="228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6" name="Object 9"/>
          <p:cNvGraphicFramePr>
            <a:graphicFrameLocks noChangeAspect="1"/>
          </p:cNvGraphicFramePr>
          <p:nvPr/>
        </p:nvGraphicFramePr>
        <p:xfrm>
          <a:off x="5441950" y="3562350"/>
          <a:ext cx="1003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02865" imgH="609336" progId="Equation.3">
                  <p:embed/>
                </p:oleObj>
              </mc:Choice>
              <mc:Fallback>
                <p:oleObj name="Equation" r:id="rId8" imgW="1002865" imgH="609336" progId="Equation.3">
                  <p:embed/>
                  <p:pic>
                    <p:nvPicPr>
                      <p:cNvPr id="6156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1950" y="3562350"/>
                        <a:ext cx="1003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7" name="Object 10"/>
          <p:cNvGraphicFramePr>
            <a:graphicFrameLocks noChangeAspect="1"/>
          </p:cNvGraphicFramePr>
          <p:nvPr/>
        </p:nvGraphicFramePr>
        <p:xfrm>
          <a:off x="1600200" y="1885950"/>
          <a:ext cx="1498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498600" imgH="609600" progId="Equation.3">
                  <p:embed/>
                </p:oleObj>
              </mc:Choice>
              <mc:Fallback>
                <p:oleObj name="Equation" r:id="rId10" imgW="1498600" imgH="609600" progId="Equation.3">
                  <p:embed/>
                  <p:pic>
                    <p:nvPicPr>
                      <p:cNvPr id="615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885950"/>
                        <a:ext cx="1498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8" name="Object 11"/>
          <p:cNvGraphicFramePr>
            <a:graphicFrameLocks noChangeAspect="1"/>
          </p:cNvGraphicFramePr>
          <p:nvPr/>
        </p:nvGraphicFramePr>
        <p:xfrm>
          <a:off x="5607050" y="1968500"/>
          <a:ext cx="711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10891" imgH="304668" progId="Equation.3">
                  <p:embed/>
                </p:oleObj>
              </mc:Choice>
              <mc:Fallback>
                <p:oleObj name="Equation" r:id="rId12" imgW="710891" imgH="304668" progId="Equation.3">
                  <p:embed/>
                  <p:pic>
                    <p:nvPicPr>
                      <p:cNvPr id="615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7050" y="1968500"/>
                        <a:ext cx="711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9" name="Object 13"/>
          <p:cNvGraphicFramePr>
            <a:graphicFrameLocks noChangeAspect="1"/>
          </p:cNvGraphicFramePr>
          <p:nvPr/>
        </p:nvGraphicFramePr>
        <p:xfrm>
          <a:off x="4521200" y="5391150"/>
          <a:ext cx="11811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80588" imgH="431613" progId="Equation.3">
                  <p:embed/>
                </p:oleObj>
              </mc:Choice>
              <mc:Fallback>
                <p:oleObj name="Equation" r:id="rId14" imgW="1180588" imgH="431613" progId="Equation.3">
                  <p:embed/>
                  <p:pic>
                    <p:nvPicPr>
                      <p:cNvPr id="615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1200" y="5391150"/>
                        <a:ext cx="11811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0" name="Oval 15"/>
          <p:cNvSpPr>
            <a:spLocks noChangeArrowheads="1"/>
          </p:cNvSpPr>
          <p:nvPr/>
        </p:nvSpPr>
        <p:spPr bwMode="auto">
          <a:xfrm>
            <a:off x="228600" y="228600"/>
            <a:ext cx="8915400" cy="63246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6161" name="Text Box 16"/>
          <p:cNvSpPr txBox="1">
            <a:spLocks noChangeArrowheads="1"/>
          </p:cNvSpPr>
          <p:nvPr/>
        </p:nvSpPr>
        <p:spPr bwMode="auto">
          <a:xfrm>
            <a:off x="2362200" y="533400"/>
            <a:ext cx="4516438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Languages accepted by</a:t>
            </a:r>
          </a:p>
          <a:p>
            <a:r>
              <a:rPr lang="en-US" altLang="en-US" b="1">
                <a:solidFill>
                  <a:srgbClr val="FF0000"/>
                </a:solidFill>
              </a:rPr>
              <a:t>Turing Machines</a:t>
            </a:r>
            <a:endParaRPr lang="en-US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3A19FF4-2BB6-4C2D-841A-CEFCD5C5818D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304800" y="990600"/>
            <a:ext cx="8839200" cy="4413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Definition 9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Turing machine is a quintuple </a:t>
            </a: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 = (Q, ∑, </a:t>
            </a:r>
            <a:r>
              <a:rPr lang="el-GR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l-GR" altLang="en-US" sz="24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q</a:t>
            </a:r>
            <a:r>
              <a:rPr lang="en-US" altLang="en-US" sz="2400" b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where</a:t>
            </a:r>
          </a:p>
          <a:p>
            <a:pPr eaLnBrk="1" hangingPunct="1">
              <a:lnSpc>
                <a:spcPct val="90000"/>
              </a:lnSpc>
            </a:pPr>
            <a:endParaRPr lang="en-US" altLang="en-US" sz="24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 is a finite set of states 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is the tape 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alphabet, which must include the symbol </a:t>
            </a:r>
            <a:r>
              <a:rPr lang="en-US" altLang="en-US" sz="2400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</a:t>
            </a:r>
            <a:r>
              <a:rPr lang="en-US" altLang="en-US" sz="2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a blank space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∑  is the input alphabet, which is a subset of </a:t>
            </a:r>
            <a:r>
              <a:rPr lang="el-GR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- {</a:t>
            </a:r>
            <a:r>
              <a:rPr lang="en-US" altLang="en-US" sz="2400" b="1" i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</a:t>
            </a:r>
            <a:r>
              <a:rPr lang="en-US" altLang="en-US" sz="24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en-US" sz="2400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the initial state</a:t>
            </a:r>
          </a:p>
          <a:p>
            <a:pPr eaLnBrk="1" hangingPunct="1">
              <a:lnSpc>
                <a:spcPct val="90000"/>
              </a:lnSpc>
            </a:pPr>
            <a:r>
              <a:rPr lang="el-GR" altLang="en-US" sz="24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the transition function is a function from Q x </a:t>
            </a:r>
            <a:r>
              <a:rPr lang="el-GR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Q x </a:t>
            </a:r>
            <a:r>
              <a:rPr lang="el-GR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Γ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 x {</a:t>
            </a:r>
            <a:r>
              <a:rPr lang="en-US" altLang="en-US" sz="24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L,R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Symbol" panose="05050102010706020507" pitchFamily="18" charset="2"/>
              </a:rPr>
              <a:t>}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 eaLnBrk="1" hangingPunct="1">
              <a:lnSpc>
                <a:spcPct val="90000"/>
              </a:lnSpc>
            </a:pPr>
            <a:r>
              <a:rPr lang="el-GR" altLang="en-US" sz="24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δ</a:t>
            </a:r>
            <a:r>
              <a:rPr lang="en-US" altLang="en-US" sz="24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(q</a:t>
            </a:r>
            <a:r>
              <a:rPr lang="en-US" altLang="en-US" sz="2400" i="1" baseline="-25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altLang="en-US" sz="24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x) = (</a:t>
            </a:r>
            <a:r>
              <a:rPr lang="en-US" altLang="en-US" sz="2400" i="1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altLang="en-US" sz="2400" i="1" baseline="-2500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altLang="en-US" sz="24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y, d), d </a:t>
            </a:r>
            <a:r>
              <a:rPr lang="en-US" altLang="en-US" sz="2400" i="1">
                <a:solidFill>
                  <a:schemeClr val="tx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Arial" panose="020B0604020202020204" pitchFamily="34" charset="0"/>
              </a:rPr>
              <a:t>∈ {L,R}  </a:t>
            </a:r>
            <a:r>
              <a:rPr lang="en-US" altLang="en-US" sz="2400" b="1" i="1">
                <a:solidFill>
                  <a:srgbClr val="FF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Arial" panose="020B0604020202020204" pitchFamily="34" charset="0"/>
              </a:rPr>
              <a:t>where L,R denotes Left, 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3226" y="304800"/>
            <a:ext cx="332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Turing Machines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B4C2B89-3451-6847-C9E8-068A119DF0FB}"/>
                  </a:ext>
                </a:extLst>
              </p14:cNvPr>
              <p14:cNvContentPartPr/>
              <p14:nvPr/>
            </p14:nvContentPartPr>
            <p14:xfrm>
              <a:off x="-328672" y="1119594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B4C2B89-3451-6847-C9E8-068A119DF0F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-364672" y="1047594"/>
                <a:ext cx="72000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D9979C74-3CC2-86E8-29D9-7EC0188DEE9B}"/>
                  </a:ext>
                </a:extLst>
              </p14:cNvPr>
              <p14:cNvContentPartPr/>
              <p14:nvPr/>
            </p14:nvContentPartPr>
            <p14:xfrm>
              <a:off x="4766209" y="2130051"/>
              <a:ext cx="2599560" cy="1285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D9979C74-3CC2-86E8-29D9-7EC0188DEE9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12209" y="2022051"/>
                <a:ext cx="2707200" cy="344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5647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F3A19FF4-2BB6-4C2D-841A-CEFCD5C5818D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609600" y="1524000"/>
            <a:ext cx="8077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altLang="en-US" sz="24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(same) Input as a string on a tape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(same) Internal register for distinct internal states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(same) Instructions for changing to a new state,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(same) A distinguished initial state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(same) A number of final states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sz="24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(NEW) Output as a string on the tape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3226" y="304800"/>
            <a:ext cx="33217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Turing Machines</a:t>
            </a:r>
            <a:endParaRPr lang="en-US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593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A Turing Machine</a:t>
            </a:r>
          </a:p>
        </p:txBody>
      </p:sp>
      <p:sp>
        <p:nvSpPr>
          <p:cNvPr id="7171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717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A347A52D-CFE5-4EA9-9BF7-37E3E3ECB138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4" name="Rectangle 3"/>
          <p:cNvSpPr>
            <a:spLocks noChangeArrowheads="1"/>
          </p:cNvSpPr>
          <p:nvPr/>
        </p:nvSpPr>
        <p:spPr bwMode="auto">
          <a:xfrm>
            <a:off x="838200" y="3733800"/>
            <a:ext cx="5486400" cy="2667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75" name="Oval 4"/>
          <p:cNvSpPr>
            <a:spLocks noChangeArrowheads="1"/>
          </p:cNvSpPr>
          <p:nvPr/>
        </p:nvSpPr>
        <p:spPr bwMode="auto">
          <a:xfrm>
            <a:off x="1371600" y="4038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76" name="Oval 5"/>
          <p:cNvSpPr>
            <a:spLocks noChangeArrowheads="1"/>
          </p:cNvSpPr>
          <p:nvPr/>
        </p:nvSpPr>
        <p:spPr bwMode="auto">
          <a:xfrm>
            <a:off x="2895600" y="4038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77" name="Oval 6"/>
          <p:cNvSpPr>
            <a:spLocks noChangeArrowheads="1"/>
          </p:cNvSpPr>
          <p:nvPr/>
        </p:nvSpPr>
        <p:spPr bwMode="auto">
          <a:xfrm>
            <a:off x="3429000" y="5257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78" name="Oval 7"/>
          <p:cNvSpPr>
            <a:spLocks noChangeArrowheads="1"/>
          </p:cNvSpPr>
          <p:nvPr/>
        </p:nvSpPr>
        <p:spPr bwMode="auto">
          <a:xfrm>
            <a:off x="4267200" y="44196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79" name="Oval 8"/>
          <p:cNvSpPr>
            <a:spLocks noChangeArrowheads="1"/>
          </p:cNvSpPr>
          <p:nvPr/>
        </p:nvSpPr>
        <p:spPr bwMode="auto">
          <a:xfrm>
            <a:off x="4876800" y="56388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80" name="Oval 9"/>
          <p:cNvSpPr>
            <a:spLocks noChangeArrowheads="1"/>
          </p:cNvSpPr>
          <p:nvPr/>
        </p:nvSpPr>
        <p:spPr bwMode="auto">
          <a:xfrm>
            <a:off x="1905000" y="5410200"/>
            <a:ext cx="609600" cy="5334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81" name="Oval 10"/>
          <p:cNvSpPr>
            <a:spLocks noChangeArrowheads="1"/>
          </p:cNvSpPr>
          <p:nvPr/>
        </p:nvSpPr>
        <p:spPr bwMode="auto">
          <a:xfrm>
            <a:off x="4191000" y="43434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82" name="Oval 11"/>
          <p:cNvSpPr>
            <a:spLocks noChangeArrowheads="1"/>
          </p:cNvSpPr>
          <p:nvPr/>
        </p:nvSpPr>
        <p:spPr bwMode="auto">
          <a:xfrm>
            <a:off x="4800600" y="5562600"/>
            <a:ext cx="762000" cy="685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7183" name="Line 12"/>
          <p:cNvSpPr>
            <a:spLocks noChangeShapeType="1"/>
          </p:cNvSpPr>
          <p:nvPr/>
        </p:nvSpPr>
        <p:spPr bwMode="auto">
          <a:xfrm>
            <a:off x="914400" y="4343400"/>
            <a:ext cx="457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4" name="Line 13"/>
          <p:cNvSpPr>
            <a:spLocks noChangeShapeType="1"/>
          </p:cNvSpPr>
          <p:nvPr/>
        </p:nvSpPr>
        <p:spPr bwMode="auto">
          <a:xfrm>
            <a:off x="1981200" y="4343400"/>
            <a:ext cx="91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5" name="Line 14"/>
          <p:cNvSpPr>
            <a:spLocks noChangeShapeType="1"/>
          </p:cNvSpPr>
          <p:nvPr/>
        </p:nvSpPr>
        <p:spPr bwMode="auto">
          <a:xfrm>
            <a:off x="3276600" y="4572000"/>
            <a:ext cx="3048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6" name="Line 15"/>
          <p:cNvSpPr>
            <a:spLocks noChangeShapeType="1"/>
          </p:cNvSpPr>
          <p:nvPr/>
        </p:nvSpPr>
        <p:spPr bwMode="auto">
          <a:xfrm flipV="1">
            <a:off x="3962400" y="4953000"/>
            <a:ext cx="381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7" name="Line 16"/>
          <p:cNvSpPr>
            <a:spLocks noChangeShapeType="1"/>
          </p:cNvSpPr>
          <p:nvPr/>
        </p:nvSpPr>
        <p:spPr bwMode="auto">
          <a:xfrm>
            <a:off x="1752600" y="4572000"/>
            <a:ext cx="30480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8" name="Freeform 17"/>
          <p:cNvSpPr>
            <a:spLocks/>
          </p:cNvSpPr>
          <p:nvPr/>
        </p:nvSpPr>
        <p:spPr bwMode="auto">
          <a:xfrm>
            <a:off x="2362200" y="5943600"/>
            <a:ext cx="2438400" cy="330200"/>
          </a:xfrm>
          <a:custGeom>
            <a:avLst/>
            <a:gdLst>
              <a:gd name="T0" fmla="*/ 0 w 1536"/>
              <a:gd name="T1" fmla="*/ 0 h 208"/>
              <a:gd name="T2" fmla="*/ 1066800 w 1536"/>
              <a:gd name="T3" fmla="*/ 304800 h 208"/>
              <a:gd name="T4" fmla="*/ 2438400 w 1536"/>
              <a:gd name="T5" fmla="*/ 152400 h 20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536" h="208">
                <a:moveTo>
                  <a:pt x="0" y="0"/>
                </a:moveTo>
                <a:cubicBezTo>
                  <a:pt x="208" y="88"/>
                  <a:pt x="416" y="176"/>
                  <a:pt x="672" y="192"/>
                </a:cubicBezTo>
                <a:cubicBezTo>
                  <a:pt x="928" y="208"/>
                  <a:pt x="1232" y="152"/>
                  <a:pt x="1536" y="96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89" name="Line 18"/>
          <p:cNvSpPr>
            <a:spLocks noChangeShapeType="1"/>
          </p:cNvSpPr>
          <p:nvPr/>
        </p:nvSpPr>
        <p:spPr bwMode="auto">
          <a:xfrm flipV="1">
            <a:off x="2514600" y="5562600"/>
            <a:ext cx="9144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90" name="Line 22"/>
          <p:cNvSpPr>
            <a:spLocks noChangeShapeType="1"/>
          </p:cNvSpPr>
          <p:nvPr/>
        </p:nvSpPr>
        <p:spPr bwMode="auto">
          <a:xfrm>
            <a:off x="381000" y="1371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>
            <a:off x="381000" y="2057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192" name="Line 26"/>
          <p:cNvSpPr>
            <a:spLocks noChangeShapeType="1"/>
          </p:cNvSpPr>
          <p:nvPr/>
        </p:nvSpPr>
        <p:spPr bwMode="auto">
          <a:xfrm>
            <a:off x="17526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3" name="Line 27"/>
          <p:cNvSpPr>
            <a:spLocks noChangeShapeType="1"/>
          </p:cNvSpPr>
          <p:nvPr/>
        </p:nvSpPr>
        <p:spPr bwMode="auto">
          <a:xfrm>
            <a:off x="23622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4" name="Line 28"/>
          <p:cNvSpPr>
            <a:spLocks noChangeShapeType="1"/>
          </p:cNvSpPr>
          <p:nvPr/>
        </p:nvSpPr>
        <p:spPr bwMode="auto">
          <a:xfrm>
            <a:off x="29718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5" name="Line 29"/>
          <p:cNvSpPr>
            <a:spLocks noChangeShapeType="1"/>
          </p:cNvSpPr>
          <p:nvPr/>
        </p:nvSpPr>
        <p:spPr bwMode="auto">
          <a:xfrm>
            <a:off x="35814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6" name="Line 30"/>
          <p:cNvSpPr>
            <a:spLocks noChangeShapeType="1"/>
          </p:cNvSpPr>
          <p:nvPr/>
        </p:nvSpPr>
        <p:spPr bwMode="auto">
          <a:xfrm>
            <a:off x="41910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7" name="Line 31"/>
          <p:cNvSpPr>
            <a:spLocks noChangeShapeType="1"/>
          </p:cNvSpPr>
          <p:nvPr/>
        </p:nvSpPr>
        <p:spPr bwMode="auto">
          <a:xfrm>
            <a:off x="48006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8" name="Line 32"/>
          <p:cNvSpPr>
            <a:spLocks noChangeShapeType="1"/>
          </p:cNvSpPr>
          <p:nvPr/>
        </p:nvSpPr>
        <p:spPr bwMode="auto">
          <a:xfrm>
            <a:off x="54102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199" name="Line 33"/>
          <p:cNvSpPr>
            <a:spLocks noChangeShapeType="1"/>
          </p:cNvSpPr>
          <p:nvPr/>
        </p:nvSpPr>
        <p:spPr bwMode="auto">
          <a:xfrm>
            <a:off x="60198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00" name="Line 34"/>
          <p:cNvSpPr>
            <a:spLocks noChangeShapeType="1"/>
          </p:cNvSpPr>
          <p:nvPr/>
        </p:nvSpPr>
        <p:spPr bwMode="auto">
          <a:xfrm>
            <a:off x="66294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01" name="Line 35"/>
          <p:cNvSpPr>
            <a:spLocks noChangeShapeType="1"/>
          </p:cNvSpPr>
          <p:nvPr/>
        </p:nvSpPr>
        <p:spPr bwMode="auto">
          <a:xfrm>
            <a:off x="7239000" y="1371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7202" name="Text Box 36"/>
          <p:cNvSpPr txBox="1">
            <a:spLocks noChangeArrowheads="1"/>
          </p:cNvSpPr>
          <p:nvPr/>
        </p:nvSpPr>
        <p:spPr bwMode="auto">
          <a:xfrm>
            <a:off x="7772400" y="12954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7203" name="Text Box 37"/>
          <p:cNvSpPr txBox="1">
            <a:spLocks noChangeArrowheads="1"/>
          </p:cNvSpPr>
          <p:nvPr/>
        </p:nvSpPr>
        <p:spPr bwMode="auto">
          <a:xfrm>
            <a:off x="685800" y="12954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7204" name="Text Box 38"/>
          <p:cNvSpPr txBox="1">
            <a:spLocks noChangeArrowheads="1"/>
          </p:cNvSpPr>
          <p:nvPr/>
        </p:nvSpPr>
        <p:spPr bwMode="auto">
          <a:xfrm>
            <a:off x="609600" y="762000"/>
            <a:ext cx="11080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Tape</a:t>
            </a:r>
          </a:p>
        </p:txBody>
      </p:sp>
      <p:sp>
        <p:nvSpPr>
          <p:cNvPr id="7205" name="Line 40"/>
          <p:cNvSpPr>
            <a:spLocks noChangeShapeType="1"/>
          </p:cNvSpPr>
          <p:nvPr/>
        </p:nvSpPr>
        <p:spPr bwMode="auto">
          <a:xfrm flipV="1">
            <a:off x="5715000" y="2057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206" name="Text Box 41"/>
          <p:cNvSpPr txBox="1">
            <a:spLocks noChangeArrowheads="1"/>
          </p:cNvSpPr>
          <p:nvPr/>
        </p:nvSpPr>
        <p:spPr bwMode="auto">
          <a:xfrm>
            <a:off x="4191000" y="2590800"/>
            <a:ext cx="32742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Read-Write head</a:t>
            </a:r>
          </a:p>
        </p:txBody>
      </p:sp>
      <p:sp>
        <p:nvSpPr>
          <p:cNvPr id="7207" name="Text Box 42"/>
          <p:cNvSpPr txBox="1">
            <a:spLocks noChangeArrowheads="1"/>
          </p:cNvSpPr>
          <p:nvPr/>
        </p:nvSpPr>
        <p:spPr bwMode="auto">
          <a:xfrm>
            <a:off x="762000" y="3200400"/>
            <a:ext cx="246253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 Unit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Tape</a:t>
            </a:r>
          </a:p>
        </p:txBody>
      </p:sp>
      <p:sp>
        <p:nvSpPr>
          <p:cNvPr id="8195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819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490703D1-BBB5-484E-BC9E-412959B1E671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8" name="Line 3"/>
          <p:cNvSpPr>
            <a:spLocks noChangeShapeType="1"/>
          </p:cNvSpPr>
          <p:nvPr/>
        </p:nvSpPr>
        <p:spPr bwMode="auto">
          <a:xfrm>
            <a:off x="381000" y="2057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199" name="Line 4"/>
          <p:cNvSpPr>
            <a:spLocks noChangeShapeType="1"/>
          </p:cNvSpPr>
          <p:nvPr/>
        </p:nvSpPr>
        <p:spPr bwMode="auto">
          <a:xfrm>
            <a:off x="381000" y="2743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00" name="Line 5"/>
          <p:cNvSpPr>
            <a:spLocks noChangeShapeType="1"/>
          </p:cNvSpPr>
          <p:nvPr/>
        </p:nvSpPr>
        <p:spPr bwMode="auto">
          <a:xfrm>
            <a:off x="17526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01" name="Line 6"/>
          <p:cNvSpPr>
            <a:spLocks noChangeShapeType="1"/>
          </p:cNvSpPr>
          <p:nvPr/>
        </p:nvSpPr>
        <p:spPr bwMode="auto">
          <a:xfrm>
            <a:off x="23622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02" name="Line 7"/>
          <p:cNvSpPr>
            <a:spLocks noChangeShapeType="1"/>
          </p:cNvSpPr>
          <p:nvPr/>
        </p:nvSpPr>
        <p:spPr bwMode="auto">
          <a:xfrm>
            <a:off x="29718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03" name="Line 8"/>
          <p:cNvSpPr>
            <a:spLocks noChangeShapeType="1"/>
          </p:cNvSpPr>
          <p:nvPr/>
        </p:nvSpPr>
        <p:spPr bwMode="auto">
          <a:xfrm>
            <a:off x="35814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04" name="Line 9"/>
          <p:cNvSpPr>
            <a:spLocks noChangeShapeType="1"/>
          </p:cNvSpPr>
          <p:nvPr/>
        </p:nvSpPr>
        <p:spPr bwMode="auto">
          <a:xfrm>
            <a:off x="41910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05" name="Line 10"/>
          <p:cNvSpPr>
            <a:spLocks noChangeShapeType="1"/>
          </p:cNvSpPr>
          <p:nvPr/>
        </p:nvSpPr>
        <p:spPr bwMode="auto">
          <a:xfrm>
            <a:off x="48006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06" name="Line 11"/>
          <p:cNvSpPr>
            <a:spLocks noChangeShapeType="1"/>
          </p:cNvSpPr>
          <p:nvPr/>
        </p:nvSpPr>
        <p:spPr bwMode="auto">
          <a:xfrm>
            <a:off x="54102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07" name="Line 12"/>
          <p:cNvSpPr>
            <a:spLocks noChangeShapeType="1"/>
          </p:cNvSpPr>
          <p:nvPr/>
        </p:nvSpPr>
        <p:spPr bwMode="auto">
          <a:xfrm>
            <a:off x="60198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08" name="Line 13"/>
          <p:cNvSpPr>
            <a:spLocks noChangeShapeType="1"/>
          </p:cNvSpPr>
          <p:nvPr/>
        </p:nvSpPr>
        <p:spPr bwMode="auto">
          <a:xfrm>
            <a:off x="66294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09" name="Line 14"/>
          <p:cNvSpPr>
            <a:spLocks noChangeShapeType="1"/>
          </p:cNvSpPr>
          <p:nvPr/>
        </p:nvSpPr>
        <p:spPr bwMode="auto">
          <a:xfrm>
            <a:off x="7239000" y="2057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8210" name="Text Box 15"/>
          <p:cNvSpPr txBox="1">
            <a:spLocks noChangeArrowheads="1"/>
          </p:cNvSpPr>
          <p:nvPr/>
        </p:nvSpPr>
        <p:spPr bwMode="auto">
          <a:xfrm>
            <a:off x="7772400" y="1981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8211" name="Text Box 16"/>
          <p:cNvSpPr txBox="1">
            <a:spLocks noChangeArrowheads="1"/>
          </p:cNvSpPr>
          <p:nvPr/>
        </p:nvSpPr>
        <p:spPr bwMode="auto">
          <a:xfrm>
            <a:off x="685800" y="1981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8212" name="Line 18"/>
          <p:cNvSpPr>
            <a:spLocks noChangeShapeType="1"/>
          </p:cNvSpPr>
          <p:nvPr/>
        </p:nvSpPr>
        <p:spPr bwMode="auto">
          <a:xfrm flipV="1">
            <a:off x="4419600" y="2743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213" name="Text Box 19"/>
          <p:cNvSpPr txBox="1">
            <a:spLocks noChangeArrowheads="1"/>
          </p:cNvSpPr>
          <p:nvPr/>
        </p:nvSpPr>
        <p:spPr bwMode="auto">
          <a:xfrm>
            <a:off x="2895600" y="3352800"/>
            <a:ext cx="32742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Read-Write head</a:t>
            </a:r>
          </a:p>
        </p:txBody>
      </p:sp>
      <p:sp>
        <p:nvSpPr>
          <p:cNvPr id="8214" name="Text Box 21"/>
          <p:cNvSpPr txBox="1">
            <a:spLocks noChangeArrowheads="1"/>
          </p:cNvSpPr>
          <p:nvPr/>
        </p:nvSpPr>
        <p:spPr bwMode="auto">
          <a:xfrm>
            <a:off x="1752600" y="1295400"/>
            <a:ext cx="576311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No boundaries -- infinite length</a:t>
            </a:r>
          </a:p>
        </p:txBody>
      </p:sp>
      <p:sp>
        <p:nvSpPr>
          <p:cNvPr id="8215" name="Text Box 26"/>
          <p:cNvSpPr txBox="1">
            <a:spLocks noChangeArrowheads="1"/>
          </p:cNvSpPr>
          <p:nvPr/>
        </p:nvSpPr>
        <p:spPr bwMode="auto">
          <a:xfrm>
            <a:off x="1807674" y="4170056"/>
            <a:ext cx="56867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The head moves Left or Right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922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44293C68-81C5-4618-A9E5-CDD934ED23EF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21" name="Line 3"/>
          <p:cNvSpPr>
            <a:spLocks noChangeShapeType="1"/>
          </p:cNvSpPr>
          <p:nvPr/>
        </p:nvSpPr>
        <p:spPr bwMode="auto">
          <a:xfrm>
            <a:off x="381000" y="609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2" name="Line 4"/>
          <p:cNvSpPr>
            <a:spLocks noChangeShapeType="1"/>
          </p:cNvSpPr>
          <p:nvPr/>
        </p:nvSpPr>
        <p:spPr bwMode="auto">
          <a:xfrm>
            <a:off x="381000" y="1295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23" name="Line 5"/>
          <p:cNvSpPr>
            <a:spLocks noChangeShapeType="1"/>
          </p:cNvSpPr>
          <p:nvPr/>
        </p:nvSpPr>
        <p:spPr bwMode="auto">
          <a:xfrm>
            <a:off x="1752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24" name="Line 6"/>
          <p:cNvSpPr>
            <a:spLocks noChangeShapeType="1"/>
          </p:cNvSpPr>
          <p:nvPr/>
        </p:nvSpPr>
        <p:spPr bwMode="auto">
          <a:xfrm>
            <a:off x="2362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25" name="Line 7"/>
          <p:cNvSpPr>
            <a:spLocks noChangeShapeType="1"/>
          </p:cNvSpPr>
          <p:nvPr/>
        </p:nvSpPr>
        <p:spPr bwMode="auto">
          <a:xfrm>
            <a:off x="2971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26" name="Line 8"/>
          <p:cNvSpPr>
            <a:spLocks noChangeShapeType="1"/>
          </p:cNvSpPr>
          <p:nvPr/>
        </p:nvSpPr>
        <p:spPr bwMode="auto">
          <a:xfrm>
            <a:off x="3581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27" name="Line 9"/>
          <p:cNvSpPr>
            <a:spLocks noChangeShapeType="1"/>
          </p:cNvSpPr>
          <p:nvPr/>
        </p:nvSpPr>
        <p:spPr bwMode="auto">
          <a:xfrm>
            <a:off x="4191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28" name="Line 10"/>
          <p:cNvSpPr>
            <a:spLocks noChangeShapeType="1"/>
          </p:cNvSpPr>
          <p:nvPr/>
        </p:nvSpPr>
        <p:spPr bwMode="auto">
          <a:xfrm>
            <a:off x="48006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29" name="Line 11"/>
          <p:cNvSpPr>
            <a:spLocks noChangeShapeType="1"/>
          </p:cNvSpPr>
          <p:nvPr/>
        </p:nvSpPr>
        <p:spPr bwMode="auto">
          <a:xfrm>
            <a:off x="54102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30" name="Line 12"/>
          <p:cNvSpPr>
            <a:spLocks noChangeShapeType="1"/>
          </p:cNvSpPr>
          <p:nvPr/>
        </p:nvSpPr>
        <p:spPr bwMode="auto">
          <a:xfrm>
            <a:off x="60198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31" name="Line 13"/>
          <p:cNvSpPr>
            <a:spLocks noChangeShapeType="1"/>
          </p:cNvSpPr>
          <p:nvPr/>
        </p:nvSpPr>
        <p:spPr bwMode="auto">
          <a:xfrm>
            <a:off x="66294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32" name="Line 14"/>
          <p:cNvSpPr>
            <a:spLocks noChangeShapeType="1"/>
          </p:cNvSpPr>
          <p:nvPr/>
        </p:nvSpPr>
        <p:spPr bwMode="auto">
          <a:xfrm>
            <a:off x="7239000" y="609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9233" name="Text Box 15"/>
          <p:cNvSpPr txBox="1">
            <a:spLocks noChangeArrowheads="1"/>
          </p:cNvSpPr>
          <p:nvPr/>
        </p:nvSpPr>
        <p:spPr bwMode="auto">
          <a:xfrm>
            <a:off x="7772400" y="5334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9234" name="Text Box 16"/>
          <p:cNvSpPr txBox="1">
            <a:spLocks noChangeArrowheads="1"/>
          </p:cNvSpPr>
          <p:nvPr/>
        </p:nvSpPr>
        <p:spPr bwMode="auto">
          <a:xfrm>
            <a:off x="685800" y="5334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9235" name="Line 17"/>
          <p:cNvSpPr>
            <a:spLocks noChangeShapeType="1"/>
          </p:cNvSpPr>
          <p:nvPr/>
        </p:nvSpPr>
        <p:spPr bwMode="auto">
          <a:xfrm flipV="1">
            <a:off x="4419600" y="1295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236" name="Text Box 18"/>
          <p:cNvSpPr txBox="1">
            <a:spLocks noChangeArrowheads="1"/>
          </p:cNvSpPr>
          <p:nvPr/>
        </p:nvSpPr>
        <p:spPr bwMode="auto">
          <a:xfrm>
            <a:off x="2895600" y="1905000"/>
            <a:ext cx="32742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Read-Write head</a:t>
            </a:r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77704" y="2518624"/>
            <a:ext cx="9066296" cy="2357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head at each transition (time step):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       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Reads a symbol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Writes a symbol/replace a new symbol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          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Moves Left or Right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8057" y="87061"/>
            <a:ext cx="26359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EDC8381B-7471-4CAA-B536-8CCE2D39257B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45" name="Line 2"/>
          <p:cNvSpPr>
            <a:spLocks noChangeShapeType="1"/>
          </p:cNvSpPr>
          <p:nvPr/>
        </p:nvSpPr>
        <p:spPr bwMode="auto">
          <a:xfrm>
            <a:off x="304800" y="10668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6" name="Line 3"/>
          <p:cNvSpPr>
            <a:spLocks noChangeShapeType="1"/>
          </p:cNvSpPr>
          <p:nvPr/>
        </p:nvSpPr>
        <p:spPr bwMode="auto">
          <a:xfrm>
            <a:off x="304800" y="1752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47" name="Line 4"/>
          <p:cNvSpPr>
            <a:spLocks noChangeShapeType="1"/>
          </p:cNvSpPr>
          <p:nvPr/>
        </p:nvSpPr>
        <p:spPr bwMode="auto">
          <a:xfrm>
            <a:off x="16764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48" name="Line 5"/>
          <p:cNvSpPr>
            <a:spLocks noChangeShapeType="1"/>
          </p:cNvSpPr>
          <p:nvPr/>
        </p:nvSpPr>
        <p:spPr bwMode="auto">
          <a:xfrm>
            <a:off x="22860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49" name="Line 6"/>
          <p:cNvSpPr>
            <a:spLocks noChangeShapeType="1"/>
          </p:cNvSpPr>
          <p:nvPr/>
        </p:nvSpPr>
        <p:spPr bwMode="auto">
          <a:xfrm>
            <a:off x="28956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50" name="Line 7"/>
          <p:cNvSpPr>
            <a:spLocks noChangeShapeType="1"/>
          </p:cNvSpPr>
          <p:nvPr/>
        </p:nvSpPr>
        <p:spPr bwMode="auto">
          <a:xfrm>
            <a:off x="35052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51" name="Line 8"/>
          <p:cNvSpPr>
            <a:spLocks noChangeShapeType="1"/>
          </p:cNvSpPr>
          <p:nvPr/>
        </p:nvSpPr>
        <p:spPr bwMode="auto">
          <a:xfrm>
            <a:off x="41148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52" name="Line 9"/>
          <p:cNvSpPr>
            <a:spLocks noChangeShapeType="1"/>
          </p:cNvSpPr>
          <p:nvPr/>
        </p:nvSpPr>
        <p:spPr bwMode="auto">
          <a:xfrm>
            <a:off x="47244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53" name="Line 10"/>
          <p:cNvSpPr>
            <a:spLocks noChangeShapeType="1"/>
          </p:cNvSpPr>
          <p:nvPr/>
        </p:nvSpPr>
        <p:spPr bwMode="auto">
          <a:xfrm>
            <a:off x="53340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54" name="Line 11"/>
          <p:cNvSpPr>
            <a:spLocks noChangeShapeType="1"/>
          </p:cNvSpPr>
          <p:nvPr/>
        </p:nvSpPr>
        <p:spPr bwMode="auto">
          <a:xfrm>
            <a:off x="59436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55" name="Line 12"/>
          <p:cNvSpPr>
            <a:spLocks noChangeShapeType="1"/>
          </p:cNvSpPr>
          <p:nvPr/>
        </p:nvSpPr>
        <p:spPr bwMode="auto">
          <a:xfrm>
            <a:off x="65532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56" name="Line 13"/>
          <p:cNvSpPr>
            <a:spLocks noChangeShapeType="1"/>
          </p:cNvSpPr>
          <p:nvPr/>
        </p:nvSpPr>
        <p:spPr bwMode="auto">
          <a:xfrm>
            <a:off x="7162800" y="1066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57" name="Text Box 14"/>
          <p:cNvSpPr txBox="1">
            <a:spLocks noChangeArrowheads="1"/>
          </p:cNvSpPr>
          <p:nvPr/>
        </p:nvSpPr>
        <p:spPr bwMode="auto">
          <a:xfrm>
            <a:off x="7696200" y="9906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0258" name="Text Box 15"/>
          <p:cNvSpPr txBox="1">
            <a:spLocks noChangeArrowheads="1"/>
          </p:cNvSpPr>
          <p:nvPr/>
        </p:nvSpPr>
        <p:spPr bwMode="auto">
          <a:xfrm>
            <a:off x="609600" y="9906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0259" name="Line 16"/>
          <p:cNvSpPr>
            <a:spLocks noChangeShapeType="1"/>
          </p:cNvSpPr>
          <p:nvPr/>
        </p:nvSpPr>
        <p:spPr bwMode="auto">
          <a:xfrm flipV="1">
            <a:off x="4419600" y="1752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0" name="Text Box 18"/>
          <p:cNvSpPr txBox="1">
            <a:spLocks noChangeArrowheads="1"/>
          </p:cNvSpPr>
          <p:nvPr/>
        </p:nvSpPr>
        <p:spPr bwMode="auto">
          <a:xfrm>
            <a:off x="212725" y="-50800"/>
            <a:ext cx="1874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10261" name="Text Box 19"/>
          <p:cNvSpPr txBox="1">
            <a:spLocks noChangeArrowheads="1"/>
          </p:cNvSpPr>
          <p:nvPr/>
        </p:nvSpPr>
        <p:spPr bwMode="auto">
          <a:xfrm>
            <a:off x="3429000" y="457200"/>
            <a:ext cx="14213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0</a:t>
            </a:r>
          </a:p>
        </p:txBody>
      </p:sp>
      <p:sp>
        <p:nvSpPr>
          <p:cNvPr id="10262" name="Line 24"/>
          <p:cNvSpPr>
            <a:spLocks noChangeShapeType="1"/>
          </p:cNvSpPr>
          <p:nvPr/>
        </p:nvSpPr>
        <p:spPr bwMode="auto">
          <a:xfrm>
            <a:off x="381000" y="3505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3" name="Line 25"/>
          <p:cNvSpPr>
            <a:spLocks noChangeShapeType="1"/>
          </p:cNvSpPr>
          <p:nvPr/>
        </p:nvSpPr>
        <p:spPr bwMode="auto">
          <a:xfrm>
            <a:off x="381000" y="41910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64" name="Line 26"/>
          <p:cNvSpPr>
            <a:spLocks noChangeShapeType="1"/>
          </p:cNvSpPr>
          <p:nvPr/>
        </p:nvSpPr>
        <p:spPr bwMode="auto">
          <a:xfrm>
            <a:off x="1752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65" name="Line 27"/>
          <p:cNvSpPr>
            <a:spLocks noChangeShapeType="1"/>
          </p:cNvSpPr>
          <p:nvPr/>
        </p:nvSpPr>
        <p:spPr bwMode="auto">
          <a:xfrm>
            <a:off x="2362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66" name="Line 28"/>
          <p:cNvSpPr>
            <a:spLocks noChangeShapeType="1"/>
          </p:cNvSpPr>
          <p:nvPr/>
        </p:nvSpPr>
        <p:spPr bwMode="auto">
          <a:xfrm>
            <a:off x="29718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67" name="Line 29"/>
          <p:cNvSpPr>
            <a:spLocks noChangeShapeType="1"/>
          </p:cNvSpPr>
          <p:nvPr/>
        </p:nvSpPr>
        <p:spPr bwMode="auto">
          <a:xfrm>
            <a:off x="35814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68" name="Line 30"/>
          <p:cNvSpPr>
            <a:spLocks noChangeShapeType="1"/>
          </p:cNvSpPr>
          <p:nvPr/>
        </p:nvSpPr>
        <p:spPr bwMode="auto">
          <a:xfrm>
            <a:off x="4191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69" name="Line 31"/>
          <p:cNvSpPr>
            <a:spLocks noChangeShapeType="1"/>
          </p:cNvSpPr>
          <p:nvPr/>
        </p:nvSpPr>
        <p:spPr bwMode="auto">
          <a:xfrm>
            <a:off x="4800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70" name="Line 32"/>
          <p:cNvSpPr>
            <a:spLocks noChangeShapeType="1"/>
          </p:cNvSpPr>
          <p:nvPr/>
        </p:nvSpPr>
        <p:spPr bwMode="auto">
          <a:xfrm>
            <a:off x="5410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71" name="Line 33"/>
          <p:cNvSpPr>
            <a:spLocks noChangeShapeType="1"/>
          </p:cNvSpPr>
          <p:nvPr/>
        </p:nvSpPr>
        <p:spPr bwMode="auto">
          <a:xfrm>
            <a:off x="60198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72" name="Line 34"/>
          <p:cNvSpPr>
            <a:spLocks noChangeShapeType="1"/>
          </p:cNvSpPr>
          <p:nvPr/>
        </p:nvSpPr>
        <p:spPr bwMode="auto">
          <a:xfrm>
            <a:off x="66294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73" name="Line 35"/>
          <p:cNvSpPr>
            <a:spLocks noChangeShapeType="1"/>
          </p:cNvSpPr>
          <p:nvPr/>
        </p:nvSpPr>
        <p:spPr bwMode="auto">
          <a:xfrm>
            <a:off x="7239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0274" name="Text Box 36"/>
          <p:cNvSpPr txBox="1">
            <a:spLocks noChangeArrowheads="1"/>
          </p:cNvSpPr>
          <p:nvPr/>
        </p:nvSpPr>
        <p:spPr bwMode="auto">
          <a:xfrm>
            <a:off x="7772400" y="34290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0275" name="Text Box 37"/>
          <p:cNvSpPr txBox="1">
            <a:spLocks noChangeArrowheads="1"/>
          </p:cNvSpPr>
          <p:nvPr/>
        </p:nvSpPr>
        <p:spPr bwMode="auto">
          <a:xfrm>
            <a:off x="685800" y="34290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0276" name="Line 38"/>
          <p:cNvSpPr>
            <a:spLocks noChangeShapeType="1"/>
          </p:cNvSpPr>
          <p:nvPr/>
        </p:nvSpPr>
        <p:spPr bwMode="auto">
          <a:xfrm flipV="1">
            <a:off x="3886200" y="4191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277" name="Text Box 39"/>
          <p:cNvSpPr txBox="1">
            <a:spLocks noChangeArrowheads="1"/>
          </p:cNvSpPr>
          <p:nvPr/>
        </p:nvSpPr>
        <p:spPr bwMode="auto">
          <a:xfrm>
            <a:off x="3505200" y="2895600"/>
            <a:ext cx="1417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1</a:t>
            </a:r>
          </a:p>
        </p:txBody>
      </p:sp>
      <p:sp>
        <p:nvSpPr>
          <p:cNvPr id="10278" name="Text Box 44"/>
          <p:cNvSpPr txBox="1">
            <a:spLocks noChangeArrowheads="1"/>
          </p:cNvSpPr>
          <p:nvPr/>
        </p:nvSpPr>
        <p:spPr bwMode="auto">
          <a:xfrm>
            <a:off x="381000" y="4648200"/>
            <a:ext cx="18245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Reads</a:t>
            </a:r>
          </a:p>
        </p:txBody>
      </p:sp>
      <p:sp>
        <p:nvSpPr>
          <p:cNvPr id="10279" name="Text Box 45"/>
          <p:cNvSpPr txBox="1">
            <a:spLocks noChangeArrowheads="1"/>
          </p:cNvSpPr>
          <p:nvPr/>
        </p:nvSpPr>
        <p:spPr bwMode="auto">
          <a:xfrm>
            <a:off x="304800" y="5334000"/>
            <a:ext cx="19084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Writes </a:t>
            </a:r>
          </a:p>
        </p:txBody>
      </p:sp>
      <p:graphicFrame>
        <p:nvGraphicFramePr>
          <p:cNvPr id="10280" name="Object 46"/>
          <p:cNvGraphicFramePr>
            <a:graphicFrameLocks noChangeAspect="1"/>
          </p:cNvGraphicFramePr>
          <p:nvPr/>
        </p:nvGraphicFramePr>
        <p:xfrm>
          <a:off x="3124200" y="1295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028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295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1" name="Object 48"/>
          <p:cNvGraphicFramePr>
            <a:graphicFrameLocks noChangeAspect="1"/>
          </p:cNvGraphicFramePr>
          <p:nvPr/>
        </p:nvGraphicFramePr>
        <p:xfrm>
          <a:off x="4343400" y="1295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10281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295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2" name="Object 49"/>
          <p:cNvGraphicFramePr>
            <a:graphicFrameLocks noChangeAspect="1"/>
          </p:cNvGraphicFramePr>
          <p:nvPr/>
        </p:nvGraphicFramePr>
        <p:xfrm>
          <a:off x="4953000" y="1295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1195" imgH="279279" progId="Equation.3">
                  <p:embed/>
                </p:oleObj>
              </mc:Choice>
              <mc:Fallback>
                <p:oleObj name="Equation" r:id="rId5" imgW="241195" imgH="279279" progId="Equation.3">
                  <p:embed/>
                  <p:pic>
                    <p:nvPicPr>
                      <p:cNvPr id="10282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2954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3" name="Object 50"/>
          <p:cNvGraphicFramePr>
            <a:graphicFrameLocks noChangeAspect="1"/>
          </p:cNvGraphicFramePr>
          <p:nvPr/>
        </p:nvGraphicFramePr>
        <p:xfrm>
          <a:off x="3733800" y="12192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10283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12192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4" name="Object 51"/>
          <p:cNvGraphicFramePr>
            <a:graphicFrameLocks noChangeAspect="1"/>
          </p:cNvGraphicFramePr>
          <p:nvPr/>
        </p:nvGraphicFramePr>
        <p:xfrm>
          <a:off x="3124200" y="373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0284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73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5" name="Object 52"/>
          <p:cNvGraphicFramePr>
            <a:graphicFrameLocks noChangeAspect="1"/>
          </p:cNvGraphicFramePr>
          <p:nvPr/>
        </p:nvGraphicFramePr>
        <p:xfrm>
          <a:off x="3810000" y="36576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10285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6576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7" name="Object 55"/>
          <p:cNvGraphicFramePr>
            <a:graphicFrameLocks noChangeAspect="1"/>
          </p:cNvGraphicFramePr>
          <p:nvPr/>
        </p:nvGraphicFramePr>
        <p:xfrm>
          <a:off x="4953000" y="37338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195" imgH="279279" progId="Equation.3">
                  <p:embed/>
                </p:oleObj>
              </mc:Choice>
              <mc:Fallback>
                <p:oleObj name="Equation" r:id="rId4" imgW="241195" imgH="279279" progId="Equation.3">
                  <p:embed/>
                  <p:pic>
                    <p:nvPicPr>
                      <p:cNvPr id="10287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7338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8" name="Object 56"/>
          <p:cNvGraphicFramePr>
            <a:graphicFrameLocks noChangeAspect="1"/>
          </p:cNvGraphicFramePr>
          <p:nvPr/>
        </p:nvGraphicFramePr>
        <p:xfrm>
          <a:off x="2214563" y="4762500"/>
          <a:ext cx="288925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1973" imgH="304668" progId="Equation.3">
                  <p:embed/>
                </p:oleObj>
              </mc:Choice>
              <mc:Fallback>
                <p:oleObj name="Equation" r:id="rId9" imgW="291973" imgH="304668" progId="Equation.3">
                  <p:embed/>
                  <p:pic>
                    <p:nvPicPr>
                      <p:cNvPr id="10288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4563" y="4762500"/>
                        <a:ext cx="288925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0" name="Text Box 58"/>
          <p:cNvSpPr txBox="1">
            <a:spLocks noChangeArrowheads="1"/>
          </p:cNvSpPr>
          <p:nvPr/>
        </p:nvSpPr>
        <p:spPr bwMode="auto">
          <a:xfrm>
            <a:off x="304800" y="6019800"/>
            <a:ext cx="264367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Moves Left</a:t>
            </a:r>
          </a:p>
        </p:txBody>
      </p:sp>
      <p:graphicFrame>
        <p:nvGraphicFramePr>
          <p:cNvPr id="51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5936642"/>
              </p:ext>
            </p:extLst>
          </p:nvPr>
        </p:nvGraphicFramePr>
        <p:xfrm>
          <a:off x="4332593" y="3687763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51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2593" y="3687763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4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528295"/>
              </p:ext>
            </p:extLst>
          </p:nvPr>
        </p:nvGraphicFramePr>
        <p:xfrm>
          <a:off x="2286000" y="5486687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52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486687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EE42D009-603B-468A-812E-B68F92A1914E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9" name="Line 2"/>
          <p:cNvSpPr>
            <a:spLocks noChangeShapeType="1"/>
          </p:cNvSpPr>
          <p:nvPr/>
        </p:nvSpPr>
        <p:spPr bwMode="auto">
          <a:xfrm>
            <a:off x="381000" y="838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270" name="Line 3"/>
          <p:cNvSpPr>
            <a:spLocks noChangeShapeType="1"/>
          </p:cNvSpPr>
          <p:nvPr/>
        </p:nvSpPr>
        <p:spPr bwMode="auto">
          <a:xfrm>
            <a:off x="381000" y="15240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271" name="Line 4"/>
          <p:cNvSpPr>
            <a:spLocks noChangeShapeType="1"/>
          </p:cNvSpPr>
          <p:nvPr/>
        </p:nvSpPr>
        <p:spPr bwMode="auto">
          <a:xfrm>
            <a:off x="17526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72" name="Line 5"/>
          <p:cNvSpPr>
            <a:spLocks noChangeShapeType="1"/>
          </p:cNvSpPr>
          <p:nvPr/>
        </p:nvSpPr>
        <p:spPr bwMode="auto">
          <a:xfrm>
            <a:off x="23622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73" name="Line 6"/>
          <p:cNvSpPr>
            <a:spLocks noChangeShapeType="1"/>
          </p:cNvSpPr>
          <p:nvPr/>
        </p:nvSpPr>
        <p:spPr bwMode="auto">
          <a:xfrm>
            <a:off x="29718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74" name="Line 7"/>
          <p:cNvSpPr>
            <a:spLocks noChangeShapeType="1"/>
          </p:cNvSpPr>
          <p:nvPr/>
        </p:nvSpPr>
        <p:spPr bwMode="auto">
          <a:xfrm>
            <a:off x="35814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75" name="Line 8"/>
          <p:cNvSpPr>
            <a:spLocks noChangeShapeType="1"/>
          </p:cNvSpPr>
          <p:nvPr/>
        </p:nvSpPr>
        <p:spPr bwMode="auto">
          <a:xfrm>
            <a:off x="41910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76" name="Line 9"/>
          <p:cNvSpPr>
            <a:spLocks noChangeShapeType="1"/>
          </p:cNvSpPr>
          <p:nvPr/>
        </p:nvSpPr>
        <p:spPr bwMode="auto">
          <a:xfrm>
            <a:off x="48006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77" name="Line 10"/>
          <p:cNvSpPr>
            <a:spLocks noChangeShapeType="1"/>
          </p:cNvSpPr>
          <p:nvPr/>
        </p:nvSpPr>
        <p:spPr bwMode="auto">
          <a:xfrm>
            <a:off x="54102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78" name="Line 11"/>
          <p:cNvSpPr>
            <a:spLocks noChangeShapeType="1"/>
          </p:cNvSpPr>
          <p:nvPr/>
        </p:nvSpPr>
        <p:spPr bwMode="auto">
          <a:xfrm>
            <a:off x="60198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79" name="Line 12"/>
          <p:cNvSpPr>
            <a:spLocks noChangeShapeType="1"/>
          </p:cNvSpPr>
          <p:nvPr/>
        </p:nvSpPr>
        <p:spPr bwMode="auto">
          <a:xfrm>
            <a:off x="66294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80" name="Line 13"/>
          <p:cNvSpPr>
            <a:spLocks noChangeShapeType="1"/>
          </p:cNvSpPr>
          <p:nvPr/>
        </p:nvSpPr>
        <p:spPr bwMode="auto">
          <a:xfrm>
            <a:off x="7239000" y="838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81" name="Text Box 14"/>
          <p:cNvSpPr txBox="1">
            <a:spLocks noChangeArrowheads="1"/>
          </p:cNvSpPr>
          <p:nvPr/>
        </p:nvSpPr>
        <p:spPr bwMode="auto">
          <a:xfrm>
            <a:off x="7772400" y="7620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1282" name="Text Box 15"/>
          <p:cNvSpPr txBox="1">
            <a:spLocks noChangeArrowheads="1"/>
          </p:cNvSpPr>
          <p:nvPr/>
        </p:nvSpPr>
        <p:spPr bwMode="auto">
          <a:xfrm>
            <a:off x="685800" y="7620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1283" name="Line 16"/>
          <p:cNvSpPr>
            <a:spLocks noChangeShapeType="1"/>
          </p:cNvSpPr>
          <p:nvPr/>
        </p:nvSpPr>
        <p:spPr bwMode="auto">
          <a:xfrm flipV="1">
            <a:off x="3886200" y="15240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284" name="Text Box 17"/>
          <p:cNvSpPr txBox="1">
            <a:spLocks noChangeArrowheads="1"/>
          </p:cNvSpPr>
          <p:nvPr/>
        </p:nvSpPr>
        <p:spPr bwMode="auto">
          <a:xfrm>
            <a:off x="3505200" y="228600"/>
            <a:ext cx="1417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1</a:t>
            </a:r>
          </a:p>
        </p:txBody>
      </p:sp>
      <p:graphicFrame>
        <p:nvGraphicFramePr>
          <p:cNvPr id="11285" name="Object 18"/>
          <p:cNvGraphicFramePr>
            <a:graphicFrameLocks noChangeAspect="1"/>
          </p:cNvGraphicFramePr>
          <p:nvPr/>
        </p:nvGraphicFramePr>
        <p:xfrm>
          <a:off x="3124200" y="1066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128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066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6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1930935"/>
              </p:ext>
            </p:extLst>
          </p:nvPr>
        </p:nvGraphicFramePr>
        <p:xfrm>
          <a:off x="2286000" y="5423265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93529" progId="Equation.3">
                  <p:embed/>
                </p:oleObj>
              </mc:Choice>
              <mc:Fallback>
                <p:oleObj name="Equation" r:id="rId4" imgW="253890" imgH="393529" progId="Equation.3">
                  <p:embed/>
                  <p:pic>
                    <p:nvPicPr>
                      <p:cNvPr id="1128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5423265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88" name="Object 21"/>
          <p:cNvGraphicFramePr>
            <a:graphicFrameLocks noChangeAspect="1"/>
          </p:cNvGraphicFramePr>
          <p:nvPr/>
        </p:nvGraphicFramePr>
        <p:xfrm>
          <a:off x="4953000" y="10668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195" imgH="279279" progId="Equation.3">
                  <p:embed/>
                </p:oleObj>
              </mc:Choice>
              <mc:Fallback>
                <p:oleObj name="Equation" r:id="rId6" imgW="241195" imgH="279279" progId="Equation.3">
                  <p:embed/>
                  <p:pic>
                    <p:nvPicPr>
                      <p:cNvPr id="1128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0668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89" name="Line 22"/>
          <p:cNvSpPr>
            <a:spLocks noChangeShapeType="1"/>
          </p:cNvSpPr>
          <p:nvPr/>
        </p:nvSpPr>
        <p:spPr bwMode="auto">
          <a:xfrm>
            <a:off x="304800" y="33528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290" name="Line 23"/>
          <p:cNvSpPr>
            <a:spLocks noChangeShapeType="1"/>
          </p:cNvSpPr>
          <p:nvPr/>
        </p:nvSpPr>
        <p:spPr bwMode="auto">
          <a:xfrm>
            <a:off x="304800" y="4038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291" name="Line 24"/>
          <p:cNvSpPr>
            <a:spLocks noChangeShapeType="1"/>
          </p:cNvSpPr>
          <p:nvPr/>
        </p:nvSpPr>
        <p:spPr bwMode="auto">
          <a:xfrm>
            <a:off x="16764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92" name="Line 25"/>
          <p:cNvSpPr>
            <a:spLocks noChangeShapeType="1"/>
          </p:cNvSpPr>
          <p:nvPr/>
        </p:nvSpPr>
        <p:spPr bwMode="auto">
          <a:xfrm>
            <a:off x="22860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93" name="Line 26"/>
          <p:cNvSpPr>
            <a:spLocks noChangeShapeType="1"/>
          </p:cNvSpPr>
          <p:nvPr/>
        </p:nvSpPr>
        <p:spPr bwMode="auto">
          <a:xfrm>
            <a:off x="28956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94" name="Line 27"/>
          <p:cNvSpPr>
            <a:spLocks noChangeShapeType="1"/>
          </p:cNvSpPr>
          <p:nvPr/>
        </p:nvSpPr>
        <p:spPr bwMode="auto">
          <a:xfrm>
            <a:off x="35052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95" name="Line 28"/>
          <p:cNvSpPr>
            <a:spLocks noChangeShapeType="1"/>
          </p:cNvSpPr>
          <p:nvPr/>
        </p:nvSpPr>
        <p:spPr bwMode="auto">
          <a:xfrm>
            <a:off x="41148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96" name="Line 29"/>
          <p:cNvSpPr>
            <a:spLocks noChangeShapeType="1"/>
          </p:cNvSpPr>
          <p:nvPr/>
        </p:nvSpPr>
        <p:spPr bwMode="auto">
          <a:xfrm>
            <a:off x="47244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97" name="Line 30"/>
          <p:cNvSpPr>
            <a:spLocks noChangeShapeType="1"/>
          </p:cNvSpPr>
          <p:nvPr/>
        </p:nvSpPr>
        <p:spPr bwMode="auto">
          <a:xfrm>
            <a:off x="53340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98" name="Line 31"/>
          <p:cNvSpPr>
            <a:spLocks noChangeShapeType="1"/>
          </p:cNvSpPr>
          <p:nvPr/>
        </p:nvSpPr>
        <p:spPr bwMode="auto">
          <a:xfrm>
            <a:off x="59436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299" name="Line 32"/>
          <p:cNvSpPr>
            <a:spLocks noChangeShapeType="1"/>
          </p:cNvSpPr>
          <p:nvPr/>
        </p:nvSpPr>
        <p:spPr bwMode="auto">
          <a:xfrm>
            <a:off x="65532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300" name="Line 33"/>
          <p:cNvSpPr>
            <a:spLocks noChangeShapeType="1"/>
          </p:cNvSpPr>
          <p:nvPr/>
        </p:nvSpPr>
        <p:spPr bwMode="auto">
          <a:xfrm>
            <a:off x="7162800" y="3352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1301" name="Text Box 34"/>
          <p:cNvSpPr txBox="1">
            <a:spLocks noChangeArrowheads="1"/>
          </p:cNvSpPr>
          <p:nvPr/>
        </p:nvSpPr>
        <p:spPr bwMode="auto">
          <a:xfrm>
            <a:off x="7696200" y="32766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1302" name="Text Box 35"/>
          <p:cNvSpPr txBox="1">
            <a:spLocks noChangeArrowheads="1"/>
          </p:cNvSpPr>
          <p:nvPr/>
        </p:nvSpPr>
        <p:spPr bwMode="auto">
          <a:xfrm>
            <a:off x="609600" y="32766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1303" name="Line 36"/>
          <p:cNvSpPr>
            <a:spLocks noChangeShapeType="1"/>
          </p:cNvSpPr>
          <p:nvPr/>
        </p:nvSpPr>
        <p:spPr bwMode="auto">
          <a:xfrm flipV="1">
            <a:off x="4419600" y="4038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304" name="Text Box 37"/>
          <p:cNvSpPr txBox="1">
            <a:spLocks noChangeArrowheads="1"/>
          </p:cNvSpPr>
          <p:nvPr/>
        </p:nvSpPr>
        <p:spPr bwMode="auto">
          <a:xfrm>
            <a:off x="3429000" y="27432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11305" name="Object 38"/>
          <p:cNvGraphicFramePr>
            <a:graphicFrameLocks noChangeAspect="1"/>
          </p:cNvGraphicFramePr>
          <p:nvPr/>
        </p:nvGraphicFramePr>
        <p:xfrm>
          <a:off x="3124200" y="3581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11305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581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07" name="Object 40"/>
          <p:cNvGraphicFramePr>
            <a:graphicFrameLocks noChangeAspect="1"/>
          </p:cNvGraphicFramePr>
          <p:nvPr/>
        </p:nvGraphicFramePr>
        <p:xfrm>
          <a:off x="4953000" y="3581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195" imgH="279279" progId="Equation.3">
                  <p:embed/>
                </p:oleObj>
              </mc:Choice>
              <mc:Fallback>
                <p:oleObj name="Equation" r:id="rId6" imgW="241195" imgH="279279" progId="Equation.3">
                  <p:embed/>
                  <p:pic>
                    <p:nvPicPr>
                      <p:cNvPr id="11307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5814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09" name="Text Box 42"/>
          <p:cNvSpPr txBox="1">
            <a:spLocks noChangeArrowheads="1"/>
          </p:cNvSpPr>
          <p:nvPr/>
        </p:nvSpPr>
        <p:spPr bwMode="auto">
          <a:xfrm>
            <a:off x="381000" y="4648200"/>
            <a:ext cx="182453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Reads</a:t>
            </a:r>
          </a:p>
        </p:txBody>
      </p:sp>
      <p:sp>
        <p:nvSpPr>
          <p:cNvPr id="11310" name="Text Box 43"/>
          <p:cNvSpPr txBox="1">
            <a:spLocks noChangeArrowheads="1"/>
          </p:cNvSpPr>
          <p:nvPr/>
        </p:nvSpPr>
        <p:spPr bwMode="auto">
          <a:xfrm>
            <a:off x="304800" y="5334000"/>
            <a:ext cx="19084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Writes </a:t>
            </a:r>
          </a:p>
        </p:txBody>
      </p:sp>
      <p:graphicFrame>
        <p:nvGraphicFramePr>
          <p:cNvPr id="11311" name="Object 44"/>
          <p:cNvGraphicFramePr>
            <a:graphicFrameLocks noChangeAspect="1"/>
          </p:cNvGraphicFramePr>
          <p:nvPr/>
        </p:nvGraphicFramePr>
        <p:xfrm>
          <a:off x="2225675" y="4700588"/>
          <a:ext cx="265113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469" imgH="431425" progId="Equation.3">
                  <p:embed/>
                </p:oleObj>
              </mc:Choice>
              <mc:Fallback>
                <p:oleObj name="Equation" r:id="rId8" imgW="266469" imgH="431425" progId="Equation.3">
                  <p:embed/>
                  <p:pic>
                    <p:nvPicPr>
                      <p:cNvPr id="11311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4700588"/>
                        <a:ext cx="265113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13" name="Text Box 46"/>
          <p:cNvSpPr txBox="1">
            <a:spLocks noChangeArrowheads="1"/>
          </p:cNvSpPr>
          <p:nvPr/>
        </p:nvSpPr>
        <p:spPr bwMode="auto">
          <a:xfrm>
            <a:off x="304800" y="6019800"/>
            <a:ext cx="29829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 Moves Right</a:t>
            </a:r>
          </a:p>
        </p:txBody>
      </p:sp>
      <p:graphicFrame>
        <p:nvGraphicFramePr>
          <p:cNvPr id="5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572795"/>
              </p:ext>
            </p:extLst>
          </p:nvPr>
        </p:nvGraphicFramePr>
        <p:xfrm>
          <a:off x="3706813" y="3505200"/>
          <a:ext cx="252412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93529" progId="Equation.3">
                  <p:embed/>
                </p:oleObj>
              </mc:Choice>
              <mc:Fallback>
                <p:oleObj name="Equation" r:id="rId4" imgW="253890" imgH="393529" progId="Equation.3">
                  <p:embed/>
                  <p:pic>
                    <p:nvPicPr>
                      <p:cNvPr id="5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813" y="3505200"/>
                        <a:ext cx="252412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9242786"/>
              </p:ext>
            </p:extLst>
          </p:nvPr>
        </p:nvGraphicFramePr>
        <p:xfrm>
          <a:off x="3759994" y="1014626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93529" progId="Equation.3">
                  <p:embed/>
                </p:oleObj>
              </mc:Choice>
              <mc:Fallback>
                <p:oleObj name="Equation" r:id="rId4" imgW="253890" imgH="393529" progId="Equation.3">
                  <p:embed/>
                  <p:pic>
                    <p:nvPicPr>
                      <p:cNvPr id="5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59994" y="1014626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6752816"/>
              </p:ext>
            </p:extLst>
          </p:nvPr>
        </p:nvGraphicFramePr>
        <p:xfrm>
          <a:off x="4380707" y="1029494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52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0707" y="1029494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4110618"/>
              </p:ext>
            </p:extLst>
          </p:nvPr>
        </p:nvGraphicFramePr>
        <p:xfrm>
          <a:off x="4296934" y="3551237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5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6934" y="3551237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Input String</a:t>
            </a:r>
          </a:p>
        </p:txBody>
      </p:sp>
      <p:sp>
        <p:nvSpPr>
          <p:cNvPr id="12291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12292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F15B1376-2673-4FA5-AA4F-51251BEB0FAB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4" name="Line 3"/>
          <p:cNvSpPr>
            <a:spLocks noChangeShapeType="1"/>
          </p:cNvSpPr>
          <p:nvPr/>
        </p:nvSpPr>
        <p:spPr bwMode="auto">
          <a:xfrm>
            <a:off x="304800" y="2895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95" name="Line 4"/>
          <p:cNvSpPr>
            <a:spLocks noChangeShapeType="1"/>
          </p:cNvSpPr>
          <p:nvPr/>
        </p:nvSpPr>
        <p:spPr bwMode="auto">
          <a:xfrm>
            <a:off x="304800" y="3581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296" name="Line 5"/>
          <p:cNvSpPr>
            <a:spLocks noChangeShapeType="1"/>
          </p:cNvSpPr>
          <p:nvPr/>
        </p:nvSpPr>
        <p:spPr bwMode="auto">
          <a:xfrm>
            <a:off x="16764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297" name="Line 6"/>
          <p:cNvSpPr>
            <a:spLocks noChangeShapeType="1"/>
          </p:cNvSpPr>
          <p:nvPr/>
        </p:nvSpPr>
        <p:spPr bwMode="auto">
          <a:xfrm>
            <a:off x="22860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298" name="Line 7"/>
          <p:cNvSpPr>
            <a:spLocks noChangeShapeType="1"/>
          </p:cNvSpPr>
          <p:nvPr/>
        </p:nvSpPr>
        <p:spPr bwMode="auto">
          <a:xfrm>
            <a:off x="28956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299" name="Line 8"/>
          <p:cNvSpPr>
            <a:spLocks noChangeShapeType="1"/>
          </p:cNvSpPr>
          <p:nvPr/>
        </p:nvSpPr>
        <p:spPr bwMode="auto">
          <a:xfrm>
            <a:off x="35052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00" name="Line 9"/>
          <p:cNvSpPr>
            <a:spLocks noChangeShapeType="1"/>
          </p:cNvSpPr>
          <p:nvPr/>
        </p:nvSpPr>
        <p:spPr bwMode="auto">
          <a:xfrm>
            <a:off x="41148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01" name="Line 10"/>
          <p:cNvSpPr>
            <a:spLocks noChangeShapeType="1"/>
          </p:cNvSpPr>
          <p:nvPr/>
        </p:nvSpPr>
        <p:spPr bwMode="auto">
          <a:xfrm>
            <a:off x="47244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02" name="Line 11"/>
          <p:cNvSpPr>
            <a:spLocks noChangeShapeType="1"/>
          </p:cNvSpPr>
          <p:nvPr/>
        </p:nvSpPr>
        <p:spPr bwMode="auto">
          <a:xfrm>
            <a:off x="53340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03" name="Line 12"/>
          <p:cNvSpPr>
            <a:spLocks noChangeShapeType="1"/>
          </p:cNvSpPr>
          <p:nvPr/>
        </p:nvSpPr>
        <p:spPr bwMode="auto">
          <a:xfrm>
            <a:off x="59436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04" name="Line 13"/>
          <p:cNvSpPr>
            <a:spLocks noChangeShapeType="1"/>
          </p:cNvSpPr>
          <p:nvPr/>
        </p:nvSpPr>
        <p:spPr bwMode="auto">
          <a:xfrm>
            <a:off x="65532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05" name="Line 14"/>
          <p:cNvSpPr>
            <a:spLocks noChangeShapeType="1"/>
          </p:cNvSpPr>
          <p:nvPr/>
        </p:nvSpPr>
        <p:spPr bwMode="auto">
          <a:xfrm>
            <a:off x="7162800" y="2895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06" name="Text Box 15"/>
          <p:cNvSpPr txBox="1">
            <a:spLocks noChangeArrowheads="1"/>
          </p:cNvSpPr>
          <p:nvPr/>
        </p:nvSpPr>
        <p:spPr bwMode="auto">
          <a:xfrm>
            <a:off x="7696200" y="28194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2307" name="Text Box 16"/>
          <p:cNvSpPr txBox="1">
            <a:spLocks noChangeArrowheads="1"/>
          </p:cNvSpPr>
          <p:nvPr/>
        </p:nvSpPr>
        <p:spPr bwMode="auto">
          <a:xfrm>
            <a:off x="609600" y="28194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2308" name="Line 17"/>
          <p:cNvSpPr>
            <a:spLocks noChangeShapeType="1"/>
          </p:cNvSpPr>
          <p:nvPr/>
        </p:nvSpPr>
        <p:spPr bwMode="auto">
          <a:xfrm flipV="1">
            <a:off x="3124200" y="3581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2309" name="Object 19"/>
          <p:cNvGraphicFramePr>
            <a:graphicFrameLocks noChangeAspect="1"/>
          </p:cNvGraphicFramePr>
          <p:nvPr/>
        </p:nvGraphicFramePr>
        <p:xfrm>
          <a:off x="18796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2309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96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0" name="Object 20"/>
          <p:cNvGraphicFramePr>
            <a:graphicFrameLocks noChangeAspect="1"/>
          </p:cNvGraphicFramePr>
          <p:nvPr/>
        </p:nvGraphicFramePr>
        <p:xfrm>
          <a:off x="24892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231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92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1" name="Object 21"/>
          <p:cNvGraphicFramePr>
            <a:graphicFrameLocks noChangeAspect="1"/>
          </p:cNvGraphicFramePr>
          <p:nvPr/>
        </p:nvGraphicFramePr>
        <p:xfrm>
          <a:off x="60706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2311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06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2" name="Object 22"/>
          <p:cNvGraphicFramePr>
            <a:graphicFrameLocks noChangeAspect="1"/>
          </p:cNvGraphicFramePr>
          <p:nvPr/>
        </p:nvGraphicFramePr>
        <p:xfrm>
          <a:off x="66802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2312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02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3" name="Line 23"/>
          <p:cNvSpPr>
            <a:spLocks noChangeShapeType="1"/>
          </p:cNvSpPr>
          <p:nvPr/>
        </p:nvSpPr>
        <p:spPr bwMode="auto">
          <a:xfrm flipH="1">
            <a:off x="6858000" y="2286000"/>
            <a:ext cx="762000" cy="533400"/>
          </a:xfrm>
          <a:prstGeom prst="line">
            <a:avLst/>
          </a:prstGeom>
          <a:noFill/>
          <a:ln w="9525">
            <a:solidFill>
              <a:srgbClr val="339933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2314" name="Text Box 24"/>
          <p:cNvSpPr txBox="1">
            <a:spLocks noChangeArrowheads="1"/>
          </p:cNvSpPr>
          <p:nvPr/>
        </p:nvSpPr>
        <p:spPr bwMode="auto">
          <a:xfrm>
            <a:off x="6538913" y="1752600"/>
            <a:ext cx="26050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Blank symbol</a:t>
            </a:r>
          </a:p>
        </p:txBody>
      </p:sp>
      <p:sp>
        <p:nvSpPr>
          <p:cNvPr id="12315" name="Text Box 25"/>
          <p:cNvSpPr txBox="1">
            <a:spLocks noChangeArrowheads="1"/>
          </p:cNvSpPr>
          <p:nvPr/>
        </p:nvSpPr>
        <p:spPr bwMode="auto">
          <a:xfrm>
            <a:off x="2667000" y="4038600"/>
            <a:ext cx="10874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head</a:t>
            </a:r>
          </a:p>
        </p:txBody>
      </p:sp>
      <p:graphicFrame>
        <p:nvGraphicFramePr>
          <p:cNvPr id="12316" name="Object 26"/>
          <p:cNvGraphicFramePr>
            <a:graphicFrameLocks noChangeAspect="1"/>
          </p:cNvGraphicFramePr>
          <p:nvPr/>
        </p:nvGraphicFramePr>
        <p:xfrm>
          <a:off x="5537200" y="3054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1231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37200" y="30543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7" name="Object 27"/>
          <p:cNvGraphicFramePr>
            <a:graphicFrameLocks noChangeAspect="1"/>
          </p:cNvGraphicFramePr>
          <p:nvPr/>
        </p:nvGraphicFramePr>
        <p:xfrm>
          <a:off x="3048000" y="3124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231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124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8" name="Object 28"/>
          <p:cNvGraphicFramePr>
            <a:graphicFrameLocks noChangeAspect="1"/>
          </p:cNvGraphicFramePr>
          <p:nvPr/>
        </p:nvGraphicFramePr>
        <p:xfrm>
          <a:off x="3733800" y="30480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1231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30480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19" name="Object 29"/>
          <p:cNvGraphicFramePr>
            <a:graphicFrameLocks noChangeAspect="1"/>
          </p:cNvGraphicFramePr>
          <p:nvPr/>
        </p:nvGraphicFramePr>
        <p:xfrm>
          <a:off x="4876800" y="31242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195" imgH="279279" progId="Equation.3">
                  <p:embed/>
                </p:oleObj>
              </mc:Choice>
              <mc:Fallback>
                <p:oleObj name="Equation" r:id="rId9" imgW="241195" imgH="279279" progId="Equation.3">
                  <p:embed/>
                  <p:pic>
                    <p:nvPicPr>
                      <p:cNvPr id="12319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31242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20" name="Object 30"/>
          <p:cNvGraphicFramePr>
            <a:graphicFrameLocks noChangeAspect="1"/>
          </p:cNvGraphicFramePr>
          <p:nvPr/>
        </p:nvGraphicFramePr>
        <p:xfrm>
          <a:off x="4343400" y="3124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232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3124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21" name="Text Box 31"/>
          <p:cNvSpPr txBox="1">
            <a:spLocks noChangeArrowheads="1"/>
          </p:cNvSpPr>
          <p:nvPr/>
        </p:nvSpPr>
        <p:spPr bwMode="auto">
          <a:xfrm>
            <a:off x="409575" y="4813931"/>
            <a:ext cx="8397875" cy="11757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Head starts at the leftmost position</a:t>
            </a:r>
          </a:p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of the input string</a:t>
            </a:r>
          </a:p>
        </p:txBody>
      </p:sp>
      <p:sp>
        <p:nvSpPr>
          <p:cNvPr id="12322" name="AutoShape 33"/>
          <p:cNvSpPr>
            <a:spLocks/>
          </p:cNvSpPr>
          <p:nvPr/>
        </p:nvSpPr>
        <p:spPr bwMode="auto">
          <a:xfrm rot="-5388379">
            <a:off x="3846513" y="1333500"/>
            <a:ext cx="533400" cy="2438400"/>
          </a:xfrm>
          <a:prstGeom prst="rightBrace">
            <a:avLst>
              <a:gd name="adj1" fmla="val 38095"/>
              <a:gd name="adj2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2323" name="Text Box 34"/>
          <p:cNvSpPr txBox="1">
            <a:spLocks noChangeArrowheads="1"/>
          </p:cNvSpPr>
          <p:nvPr/>
        </p:nvSpPr>
        <p:spPr bwMode="auto">
          <a:xfrm>
            <a:off x="2895600" y="1676400"/>
            <a:ext cx="221086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string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States &amp; Transitions</a:t>
            </a:r>
          </a:p>
        </p:txBody>
      </p:sp>
      <p:sp>
        <p:nvSpPr>
          <p:cNvPr id="13315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1331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B9106D1D-3DA2-4B61-936B-5DE3BB1C8E39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8" name="Oval 3"/>
          <p:cNvSpPr>
            <a:spLocks noChangeArrowheads="1"/>
          </p:cNvSpPr>
          <p:nvPr/>
        </p:nvSpPr>
        <p:spPr bwMode="auto">
          <a:xfrm>
            <a:off x="2438400" y="3200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19" name="Oval 4"/>
          <p:cNvSpPr>
            <a:spLocks noChangeArrowheads="1"/>
          </p:cNvSpPr>
          <p:nvPr/>
        </p:nvSpPr>
        <p:spPr bwMode="auto">
          <a:xfrm>
            <a:off x="5638800" y="3200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20" name="Line 5"/>
          <p:cNvSpPr>
            <a:spLocks noChangeShapeType="1"/>
          </p:cNvSpPr>
          <p:nvPr/>
        </p:nvSpPr>
        <p:spPr bwMode="auto">
          <a:xfrm>
            <a:off x="3276600" y="35814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3321" name="Object 6"/>
          <p:cNvGraphicFramePr>
            <a:graphicFrameLocks noChangeAspect="1"/>
          </p:cNvGraphicFramePr>
          <p:nvPr/>
        </p:nvGraphicFramePr>
        <p:xfrm>
          <a:off x="2697163" y="3281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35" imgH="520474" progId="Equation.3">
                  <p:embed/>
                </p:oleObj>
              </mc:Choice>
              <mc:Fallback>
                <p:oleObj name="Equation" r:id="rId2" imgW="380835" imgH="520474" progId="Equation.3">
                  <p:embed/>
                  <p:pic>
                    <p:nvPicPr>
                      <p:cNvPr id="1332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281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2" name="Object 7"/>
          <p:cNvGraphicFramePr>
            <a:graphicFrameLocks noChangeAspect="1"/>
          </p:cNvGraphicFramePr>
          <p:nvPr/>
        </p:nvGraphicFramePr>
        <p:xfrm>
          <a:off x="5867400" y="3276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307" imgH="520474" progId="Equation.3">
                  <p:embed/>
                </p:oleObj>
              </mc:Choice>
              <mc:Fallback>
                <p:oleObj name="Equation" r:id="rId4" imgW="444307" imgH="520474" progId="Equation.3">
                  <p:embed/>
                  <p:pic>
                    <p:nvPicPr>
                      <p:cNvPr id="1332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32766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7354419"/>
              </p:ext>
            </p:extLst>
          </p:nvPr>
        </p:nvGraphicFramePr>
        <p:xfrm>
          <a:off x="3791269" y="3066432"/>
          <a:ext cx="1649094" cy="586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203040" progId="Equation.3">
                  <p:embed/>
                </p:oleObj>
              </mc:Choice>
              <mc:Fallback>
                <p:oleObj name="Equation" r:id="rId6" imgW="571320" imgH="203040" progId="Equation.3">
                  <p:embed/>
                  <p:pic>
                    <p:nvPicPr>
                      <p:cNvPr id="13323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91269" y="3066432"/>
                        <a:ext cx="1649094" cy="586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Line 15"/>
          <p:cNvSpPr>
            <a:spLocks noChangeShapeType="1"/>
          </p:cNvSpPr>
          <p:nvPr/>
        </p:nvSpPr>
        <p:spPr bwMode="auto">
          <a:xfrm>
            <a:off x="2667000" y="2057400"/>
            <a:ext cx="1143000" cy="1143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325" name="Line 16"/>
          <p:cNvSpPr>
            <a:spLocks noChangeShapeType="1"/>
          </p:cNvSpPr>
          <p:nvPr/>
        </p:nvSpPr>
        <p:spPr bwMode="auto">
          <a:xfrm>
            <a:off x="4572000" y="1905000"/>
            <a:ext cx="76200" cy="1066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3326" name="Text Box 17"/>
          <p:cNvSpPr txBox="1">
            <a:spLocks noChangeArrowheads="1"/>
          </p:cNvSpPr>
          <p:nvPr/>
        </p:nvSpPr>
        <p:spPr bwMode="auto">
          <a:xfrm>
            <a:off x="1981200" y="1447800"/>
            <a:ext cx="11641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</a:t>
            </a:r>
          </a:p>
        </p:txBody>
      </p:sp>
      <p:sp>
        <p:nvSpPr>
          <p:cNvPr id="13327" name="Text Box 18"/>
          <p:cNvSpPr txBox="1">
            <a:spLocks noChangeArrowheads="1"/>
          </p:cNvSpPr>
          <p:nvPr/>
        </p:nvSpPr>
        <p:spPr bwMode="auto">
          <a:xfrm>
            <a:off x="3962400" y="1295400"/>
            <a:ext cx="113422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Write</a:t>
            </a:r>
          </a:p>
        </p:txBody>
      </p:sp>
      <p:sp>
        <p:nvSpPr>
          <p:cNvPr id="13328" name="Line 19"/>
          <p:cNvSpPr>
            <a:spLocks noChangeShapeType="1"/>
          </p:cNvSpPr>
          <p:nvPr/>
        </p:nvSpPr>
        <p:spPr bwMode="auto">
          <a:xfrm flipH="1">
            <a:off x="5334000" y="2133600"/>
            <a:ext cx="838200" cy="9144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29" name="Text Box 20"/>
          <p:cNvSpPr txBox="1">
            <a:spLocks noChangeArrowheads="1"/>
          </p:cNvSpPr>
          <p:nvPr/>
        </p:nvSpPr>
        <p:spPr bwMode="auto">
          <a:xfrm>
            <a:off x="6324600" y="1524000"/>
            <a:ext cx="198323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Left</a:t>
            </a:r>
          </a:p>
        </p:txBody>
      </p:sp>
      <p:sp>
        <p:nvSpPr>
          <p:cNvPr id="13330" name="Oval 21"/>
          <p:cNvSpPr>
            <a:spLocks noChangeArrowheads="1"/>
          </p:cNvSpPr>
          <p:nvPr/>
        </p:nvSpPr>
        <p:spPr bwMode="auto">
          <a:xfrm>
            <a:off x="2438400" y="5638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31" name="Oval 22"/>
          <p:cNvSpPr>
            <a:spLocks noChangeArrowheads="1"/>
          </p:cNvSpPr>
          <p:nvPr/>
        </p:nvSpPr>
        <p:spPr bwMode="auto">
          <a:xfrm>
            <a:off x="5638800" y="5638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3332" name="Line 23"/>
          <p:cNvSpPr>
            <a:spLocks noChangeShapeType="1"/>
          </p:cNvSpPr>
          <p:nvPr/>
        </p:nvSpPr>
        <p:spPr bwMode="auto">
          <a:xfrm>
            <a:off x="3276600" y="60198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3333" name="Object 24"/>
          <p:cNvGraphicFramePr>
            <a:graphicFrameLocks noChangeAspect="1"/>
          </p:cNvGraphicFramePr>
          <p:nvPr/>
        </p:nvGraphicFramePr>
        <p:xfrm>
          <a:off x="2697163" y="57197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35" imgH="520474" progId="Equation.3">
                  <p:embed/>
                </p:oleObj>
              </mc:Choice>
              <mc:Fallback>
                <p:oleObj name="Equation" r:id="rId2" imgW="380835" imgH="520474" progId="Equation.3">
                  <p:embed/>
                  <p:pic>
                    <p:nvPicPr>
                      <p:cNvPr id="13333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57197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4" name="Object 25"/>
          <p:cNvGraphicFramePr>
            <a:graphicFrameLocks noChangeAspect="1"/>
          </p:cNvGraphicFramePr>
          <p:nvPr/>
        </p:nvGraphicFramePr>
        <p:xfrm>
          <a:off x="5867400" y="57150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307" imgH="520474" progId="Equation.3">
                  <p:embed/>
                </p:oleObj>
              </mc:Choice>
              <mc:Fallback>
                <p:oleObj name="Equation" r:id="rId4" imgW="444307" imgH="520474" progId="Equation.3">
                  <p:embed/>
                  <p:pic>
                    <p:nvPicPr>
                      <p:cNvPr id="1333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7150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35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329074"/>
              </p:ext>
            </p:extLst>
          </p:nvPr>
        </p:nvGraphicFramePr>
        <p:xfrm>
          <a:off x="3552092" y="5381988"/>
          <a:ext cx="1790889" cy="622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583920" imgH="203040" progId="Equation.3">
                  <p:embed/>
                </p:oleObj>
              </mc:Choice>
              <mc:Fallback>
                <p:oleObj name="Equation" r:id="rId8" imgW="583920" imgH="203040" progId="Equation.3">
                  <p:embed/>
                  <p:pic>
                    <p:nvPicPr>
                      <p:cNvPr id="1333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2092" y="5381988"/>
                        <a:ext cx="1790889" cy="6229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36" name="Line 27"/>
          <p:cNvSpPr>
            <a:spLocks noChangeShapeType="1"/>
          </p:cNvSpPr>
          <p:nvPr/>
        </p:nvSpPr>
        <p:spPr bwMode="auto">
          <a:xfrm flipH="1">
            <a:off x="5257800" y="5105400"/>
            <a:ext cx="914400" cy="3810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337" name="Text Box 29"/>
          <p:cNvSpPr txBox="1">
            <a:spLocks noChangeArrowheads="1"/>
          </p:cNvSpPr>
          <p:nvPr/>
        </p:nvSpPr>
        <p:spPr bwMode="auto">
          <a:xfrm>
            <a:off x="6248400" y="4572000"/>
            <a:ext cx="23129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Move Right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27C247B3-228F-47CD-9500-575DA08A14AD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1" name="Text Box 2"/>
          <p:cNvSpPr txBox="1">
            <a:spLocks noChangeArrowheads="1"/>
          </p:cNvSpPr>
          <p:nvPr/>
        </p:nvSpPr>
        <p:spPr bwMode="auto">
          <a:xfrm>
            <a:off x="0" y="0"/>
            <a:ext cx="1874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14342" name="Oval 30"/>
          <p:cNvSpPr>
            <a:spLocks noChangeArrowheads="1"/>
          </p:cNvSpPr>
          <p:nvPr/>
        </p:nvSpPr>
        <p:spPr bwMode="auto">
          <a:xfrm>
            <a:off x="1325563" y="4215825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43" name="Oval 31"/>
          <p:cNvSpPr>
            <a:spLocks noChangeArrowheads="1"/>
          </p:cNvSpPr>
          <p:nvPr/>
        </p:nvSpPr>
        <p:spPr bwMode="auto">
          <a:xfrm>
            <a:off x="5244123" y="4274441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4344" name="Line 32"/>
          <p:cNvSpPr>
            <a:spLocks noChangeShapeType="1"/>
          </p:cNvSpPr>
          <p:nvPr/>
        </p:nvSpPr>
        <p:spPr bwMode="auto">
          <a:xfrm>
            <a:off x="2209799" y="4563487"/>
            <a:ext cx="2982913" cy="28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graphicFrame>
        <p:nvGraphicFramePr>
          <p:cNvPr id="1434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8092394"/>
              </p:ext>
            </p:extLst>
          </p:nvPr>
        </p:nvGraphicFramePr>
        <p:xfrm>
          <a:off x="1574800" y="42224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35" imgH="520474" progId="Equation.3">
                  <p:embed/>
                </p:oleObj>
              </mc:Choice>
              <mc:Fallback>
                <p:oleObj name="Equation" r:id="rId2" imgW="380835" imgH="520474" progId="Equation.3">
                  <p:embed/>
                  <p:pic>
                    <p:nvPicPr>
                      <p:cNvPr id="1434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42224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3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4049828"/>
              </p:ext>
            </p:extLst>
          </p:nvPr>
        </p:nvGraphicFramePr>
        <p:xfrm>
          <a:off x="5439873" y="4303138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307" imgH="520474" progId="Equation.3">
                  <p:embed/>
                </p:oleObj>
              </mc:Choice>
              <mc:Fallback>
                <p:oleObj name="Equation" r:id="rId4" imgW="444307" imgH="520474" progId="Equation.3">
                  <p:embed/>
                  <p:pic>
                    <p:nvPicPr>
                      <p:cNvPr id="1434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9873" y="4303138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26488028"/>
              </p:ext>
            </p:extLst>
          </p:nvPr>
        </p:nvGraphicFramePr>
        <p:xfrm>
          <a:off x="2717800" y="3954463"/>
          <a:ext cx="2106613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83920" imgH="203040" progId="Equation.3">
                  <p:embed/>
                </p:oleObj>
              </mc:Choice>
              <mc:Fallback>
                <p:oleObj name="Equation" r:id="rId6" imgW="583920" imgH="203040" progId="Equation.3">
                  <p:embed/>
                  <p:pic>
                    <p:nvPicPr>
                      <p:cNvPr id="1434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00" y="3954463"/>
                        <a:ext cx="2106613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8" name="Line 64"/>
          <p:cNvSpPr>
            <a:spLocks noChangeShapeType="1"/>
          </p:cNvSpPr>
          <p:nvPr/>
        </p:nvSpPr>
        <p:spPr bwMode="auto">
          <a:xfrm>
            <a:off x="381000" y="14478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49" name="Line 65"/>
          <p:cNvSpPr>
            <a:spLocks noChangeShapeType="1"/>
          </p:cNvSpPr>
          <p:nvPr/>
        </p:nvSpPr>
        <p:spPr bwMode="auto">
          <a:xfrm>
            <a:off x="381000" y="2133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350" name="Line 66"/>
          <p:cNvSpPr>
            <a:spLocks noChangeShapeType="1"/>
          </p:cNvSpPr>
          <p:nvPr/>
        </p:nvSpPr>
        <p:spPr bwMode="auto">
          <a:xfrm>
            <a:off x="1752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51" name="Line 67"/>
          <p:cNvSpPr>
            <a:spLocks noChangeShapeType="1"/>
          </p:cNvSpPr>
          <p:nvPr/>
        </p:nvSpPr>
        <p:spPr bwMode="auto">
          <a:xfrm>
            <a:off x="2362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52" name="Line 68"/>
          <p:cNvSpPr>
            <a:spLocks noChangeShapeType="1"/>
          </p:cNvSpPr>
          <p:nvPr/>
        </p:nvSpPr>
        <p:spPr bwMode="auto">
          <a:xfrm>
            <a:off x="2971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53" name="Line 69"/>
          <p:cNvSpPr>
            <a:spLocks noChangeShapeType="1"/>
          </p:cNvSpPr>
          <p:nvPr/>
        </p:nvSpPr>
        <p:spPr bwMode="auto">
          <a:xfrm>
            <a:off x="3581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54" name="Line 70"/>
          <p:cNvSpPr>
            <a:spLocks noChangeShapeType="1"/>
          </p:cNvSpPr>
          <p:nvPr/>
        </p:nvSpPr>
        <p:spPr bwMode="auto">
          <a:xfrm>
            <a:off x="4191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55" name="Line 71"/>
          <p:cNvSpPr>
            <a:spLocks noChangeShapeType="1"/>
          </p:cNvSpPr>
          <p:nvPr/>
        </p:nvSpPr>
        <p:spPr bwMode="auto">
          <a:xfrm>
            <a:off x="4800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56" name="Line 72"/>
          <p:cNvSpPr>
            <a:spLocks noChangeShapeType="1"/>
          </p:cNvSpPr>
          <p:nvPr/>
        </p:nvSpPr>
        <p:spPr bwMode="auto">
          <a:xfrm>
            <a:off x="5410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57" name="Line 73"/>
          <p:cNvSpPr>
            <a:spLocks noChangeShapeType="1"/>
          </p:cNvSpPr>
          <p:nvPr/>
        </p:nvSpPr>
        <p:spPr bwMode="auto">
          <a:xfrm>
            <a:off x="6019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58" name="Line 74"/>
          <p:cNvSpPr>
            <a:spLocks noChangeShapeType="1"/>
          </p:cNvSpPr>
          <p:nvPr/>
        </p:nvSpPr>
        <p:spPr bwMode="auto">
          <a:xfrm>
            <a:off x="6629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59" name="Line 75"/>
          <p:cNvSpPr>
            <a:spLocks noChangeShapeType="1"/>
          </p:cNvSpPr>
          <p:nvPr/>
        </p:nvSpPr>
        <p:spPr bwMode="auto">
          <a:xfrm>
            <a:off x="7239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4360" name="Text Box 76"/>
          <p:cNvSpPr txBox="1">
            <a:spLocks noChangeArrowheads="1"/>
          </p:cNvSpPr>
          <p:nvPr/>
        </p:nvSpPr>
        <p:spPr bwMode="auto">
          <a:xfrm>
            <a:off x="7772400" y="13716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4361" name="Text Box 77"/>
          <p:cNvSpPr txBox="1">
            <a:spLocks noChangeArrowheads="1"/>
          </p:cNvSpPr>
          <p:nvPr/>
        </p:nvSpPr>
        <p:spPr bwMode="auto">
          <a:xfrm>
            <a:off x="685800" y="13716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4362" name="Line 78"/>
          <p:cNvSpPr>
            <a:spLocks noChangeShapeType="1"/>
          </p:cNvSpPr>
          <p:nvPr/>
        </p:nvSpPr>
        <p:spPr bwMode="auto">
          <a:xfrm flipV="1">
            <a:off x="4495800" y="2133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4363" name="Object 79"/>
          <p:cNvGraphicFramePr>
            <a:graphicFrameLocks noChangeAspect="1"/>
          </p:cNvGraphicFramePr>
          <p:nvPr/>
        </p:nvGraphicFramePr>
        <p:xfrm>
          <a:off x="19558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90" imgH="368140" progId="Equation.3">
                  <p:embed/>
                </p:oleObj>
              </mc:Choice>
              <mc:Fallback>
                <p:oleObj name="Equation" r:id="rId8" imgW="253890" imgH="368140" progId="Equation.3">
                  <p:embed/>
                  <p:pic>
                    <p:nvPicPr>
                      <p:cNvPr id="14363" name="Object 7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4" name="Object 80"/>
          <p:cNvGraphicFramePr>
            <a:graphicFrameLocks noChangeAspect="1"/>
          </p:cNvGraphicFramePr>
          <p:nvPr/>
        </p:nvGraphicFramePr>
        <p:xfrm>
          <a:off x="25654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90" imgH="368140" progId="Equation.3">
                  <p:embed/>
                </p:oleObj>
              </mc:Choice>
              <mc:Fallback>
                <p:oleObj name="Equation" r:id="rId8" imgW="253890" imgH="368140" progId="Equation.3">
                  <p:embed/>
                  <p:pic>
                    <p:nvPicPr>
                      <p:cNvPr id="14364" name="Object 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5" name="Object 81"/>
          <p:cNvGraphicFramePr>
            <a:graphicFrameLocks noChangeAspect="1"/>
          </p:cNvGraphicFramePr>
          <p:nvPr/>
        </p:nvGraphicFramePr>
        <p:xfrm>
          <a:off x="61468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90" imgH="368140" progId="Equation.3">
                  <p:embed/>
                </p:oleObj>
              </mc:Choice>
              <mc:Fallback>
                <p:oleObj name="Equation" r:id="rId8" imgW="253890" imgH="368140" progId="Equation.3">
                  <p:embed/>
                  <p:pic>
                    <p:nvPicPr>
                      <p:cNvPr id="14365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6" name="Object 82"/>
          <p:cNvGraphicFramePr>
            <a:graphicFrameLocks noChangeAspect="1"/>
          </p:cNvGraphicFramePr>
          <p:nvPr/>
        </p:nvGraphicFramePr>
        <p:xfrm>
          <a:off x="67564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53890" imgH="368140" progId="Equation.3">
                  <p:embed/>
                </p:oleObj>
              </mc:Choice>
              <mc:Fallback>
                <p:oleObj name="Equation" r:id="rId8" imgW="253890" imgH="368140" progId="Equation.3">
                  <p:embed/>
                  <p:pic>
                    <p:nvPicPr>
                      <p:cNvPr id="14366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Object 86"/>
          <p:cNvGraphicFramePr>
            <a:graphicFrameLocks noChangeAspect="1"/>
          </p:cNvGraphicFramePr>
          <p:nvPr/>
        </p:nvGraphicFramePr>
        <p:xfrm>
          <a:off x="56134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90" imgH="368140" progId="Equation.3">
                  <p:embed/>
                </p:oleObj>
              </mc:Choice>
              <mc:Fallback>
                <p:oleObj name="Equation" r:id="rId10" imgW="253890" imgH="368140" progId="Equation.3">
                  <p:embed/>
                  <p:pic>
                    <p:nvPicPr>
                      <p:cNvPr id="14367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8" name="Object 87"/>
          <p:cNvGraphicFramePr>
            <a:graphicFrameLocks noChangeAspect="1"/>
          </p:cNvGraphicFramePr>
          <p:nvPr/>
        </p:nvGraphicFramePr>
        <p:xfrm>
          <a:off x="31242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14368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9" name="Object 88"/>
          <p:cNvGraphicFramePr>
            <a:graphicFrameLocks noChangeAspect="1"/>
          </p:cNvGraphicFramePr>
          <p:nvPr/>
        </p:nvGraphicFramePr>
        <p:xfrm>
          <a:off x="3810000" y="16002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3890" imgH="393529" progId="Equation.3">
                  <p:embed/>
                </p:oleObj>
              </mc:Choice>
              <mc:Fallback>
                <p:oleObj name="Equation" r:id="rId13" imgW="253890" imgH="393529" progId="Equation.3">
                  <p:embed/>
                  <p:pic>
                    <p:nvPicPr>
                      <p:cNvPr id="14369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002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0" name="Object 89"/>
          <p:cNvGraphicFramePr>
            <a:graphicFrameLocks noChangeAspect="1"/>
          </p:cNvGraphicFramePr>
          <p:nvPr/>
        </p:nvGraphicFramePr>
        <p:xfrm>
          <a:off x="4953000" y="1676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1195" imgH="279279" progId="Equation.3">
                  <p:embed/>
                </p:oleObj>
              </mc:Choice>
              <mc:Fallback>
                <p:oleObj name="Equation" r:id="rId15" imgW="241195" imgH="279279" progId="Equation.3">
                  <p:embed/>
                  <p:pic>
                    <p:nvPicPr>
                      <p:cNvPr id="1437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6764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1" name="Object 90"/>
          <p:cNvGraphicFramePr>
            <a:graphicFrameLocks noChangeAspect="1"/>
          </p:cNvGraphicFramePr>
          <p:nvPr/>
        </p:nvGraphicFramePr>
        <p:xfrm>
          <a:off x="44196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6584" imgH="279279" progId="Equation.3">
                  <p:embed/>
                </p:oleObj>
              </mc:Choice>
              <mc:Fallback>
                <p:oleObj name="Equation" r:id="rId11" imgW="266584" imgH="279279" progId="Equation.3">
                  <p:embed/>
                  <p:pic>
                    <p:nvPicPr>
                      <p:cNvPr id="14371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2" name="Text Box 125"/>
          <p:cNvSpPr txBox="1">
            <a:spLocks noChangeArrowheads="1"/>
          </p:cNvSpPr>
          <p:nvPr/>
        </p:nvSpPr>
        <p:spPr bwMode="auto">
          <a:xfrm>
            <a:off x="3886200" y="685800"/>
            <a:ext cx="14213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1</a:t>
            </a:r>
          </a:p>
        </p:txBody>
      </p:sp>
      <p:graphicFrame>
        <p:nvGraphicFramePr>
          <p:cNvPr id="14373" name="Object 126"/>
          <p:cNvGraphicFramePr>
            <a:graphicFrameLocks noChangeAspect="1"/>
          </p:cNvGraphicFramePr>
          <p:nvPr/>
        </p:nvGraphicFramePr>
        <p:xfrm>
          <a:off x="4267200" y="25908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80835" imgH="520474" progId="Equation.3">
                  <p:embed/>
                </p:oleObj>
              </mc:Choice>
              <mc:Fallback>
                <p:oleObj name="Equation" r:id="rId17" imgW="380835" imgH="520474" progId="Equation.3">
                  <p:embed/>
                  <p:pic>
                    <p:nvPicPr>
                      <p:cNvPr id="14373" name="Object 1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25908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4" name="Text Box 127"/>
          <p:cNvSpPr txBox="1">
            <a:spLocks noChangeArrowheads="1"/>
          </p:cNvSpPr>
          <p:nvPr/>
        </p:nvSpPr>
        <p:spPr bwMode="auto">
          <a:xfrm>
            <a:off x="3200400" y="3124200"/>
            <a:ext cx="246093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state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0BB28D31-3B43-4E88-B1AA-40988B0134E8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5" name="Line 8"/>
          <p:cNvSpPr>
            <a:spLocks noChangeShapeType="1"/>
          </p:cNvSpPr>
          <p:nvPr/>
        </p:nvSpPr>
        <p:spPr bwMode="auto">
          <a:xfrm>
            <a:off x="381000" y="914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66" name="Line 9"/>
          <p:cNvSpPr>
            <a:spLocks noChangeShapeType="1"/>
          </p:cNvSpPr>
          <p:nvPr/>
        </p:nvSpPr>
        <p:spPr bwMode="auto">
          <a:xfrm>
            <a:off x="381000" y="1600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67" name="Line 10"/>
          <p:cNvSpPr>
            <a:spLocks noChangeShapeType="1"/>
          </p:cNvSpPr>
          <p:nvPr/>
        </p:nvSpPr>
        <p:spPr bwMode="auto">
          <a:xfrm>
            <a:off x="17526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68" name="Line 11"/>
          <p:cNvSpPr>
            <a:spLocks noChangeShapeType="1"/>
          </p:cNvSpPr>
          <p:nvPr/>
        </p:nvSpPr>
        <p:spPr bwMode="auto">
          <a:xfrm>
            <a:off x="23622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69" name="Line 12"/>
          <p:cNvSpPr>
            <a:spLocks noChangeShapeType="1"/>
          </p:cNvSpPr>
          <p:nvPr/>
        </p:nvSpPr>
        <p:spPr bwMode="auto">
          <a:xfrm>
            <a:off x="29718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0" name="Line 13"/>
          <p:cNvSpPr>
            <a:spLocks noChangeShapeType="1"/>
          </p:cNvSpPr>
          <p:nvPr/>
        </p:nvSpPr>
        <p:spPr bwMode="auto">
          <a:xfrm>
            <a:off x="35814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1" name="Line 14"/>
          <p:cNvSpPr>
            <a:spLocks noChangeShapeType="1"/>
          </p:cNvSpPr>
          <p:nvPr/>
        </p:nvSpPr>
        <p:spPr bwMode="auto">
          <a:xfrm>
            <a:off x="41910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2" name="Line 15"/>
          <p:cNvSpPr>
            <a:spLocks noChangeShapeType="1"/>
          </p:cNvSpPr>
          <p:nvPr/>
        </p:nvSpPr>
        <p:spPr bwMode="auto">
          <a:xfrm>
            <a:off x="48006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3" name="Line 16"/>
          <p:cNvSpPr>
            <a:spLocks noChangeShapeType="1"/>
          </p:cNvSpPr>
          <p:nvPr/>
        </p:nvSpPr>
        <p:spPr bwMode="auto">
          <a:xfrm>
            <a:off x="54102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4" name="Line 17"/>
          <p:cNvSpPr>
            <a:spLocks noChangeShapeType="1"/>
          </p:cNvSpPr>
          <p:nvPr/>
        </p:nvSpPr>
        <p:spPr bwMode="auto">
          <a:xfrm>
            <a:off x="60198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5" name="Line 18"/>
          <p:cNvSpPr>
            <a:spLocks noChangeShapeType="1"/>
          </p:cNvSpPr>
          <p:nvPr/>
        </p:nvSpPr>
        <p:spPr bwMode="auto">
          <a:xfrm>
            <a:off x="66294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6" name="Line 19"/>
          <p:cNvSpPr>
            <a:spLocks noChangeShapeType="1"/>
          </p:cNvSpPr>
          <p:nvPr/>
        </p:nvSpPr>
        <p:spPr bwMode="auto">
          <a:xfrm>
            <a:off x="72390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77" name="Text Box 20"/>
          <p:cNvSpPr txBox="1">
            <a:spLocks noChangeArrowheads="1"/>
          </p:cNvSpPr>
          <p:nvPr/>
        </p:nvSpPr>
        <p:spPr bwMode="auto">
          <a:xfrm>
            <a:off x="7772400" y="838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5378" name="Text Box 21"/>
          <p:cNvSpPr txBox="1">
            <a:spLocks noChangeArrowheads="1"/>
          </p:cNvSpPr>
          <p:nvPr/>
        </p:nvSpPr>
        <p:spPr bwMode="auto">
          <a:xfrm>
            <a:off x="685800" y="838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5379" name="Line 22"/>
          <p:cNvSpPr>
            <a:spLocks noChangeShapeType="1"/>
          </p:cNvSpPr>
          <p:nvPr/>
        </p:nvSpPr>
        <p:spPr bwMode="auto">
          <a:xfrm flipV="1">
            <a:off x="4572000" y="160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380" name="Object 23"/>
          <p:cNvGraphicFramePr>
            <a:graphicFrameLocks noChangeAspect="1"/>
          </p:cNvGraphicFramePr>
          <p:nvPr/>
        </p:nvGraphicFramePr>
        <p:xfrm>
          <a:off x="19558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538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1" name="Object 24"/>
          <p:cNvGraphicFramePr>
            <a:graphicFrameLocks noChangeAspect="1"/>
          </p:cNvGraphicFramePr>
          <p:nvPr/>
        </p:nvGraphicFramePr>
        <p:xfrm>
          <a:off x="2565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538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2" name="Object 25"/>
          <p:cNvGraphicFramePr>
            <a:graphicFrameLocks noChangeAspect="1"/>
          </p:cNvGraphicFramePr>
          <p:nvPr/>
        </p:nvGraphicFramePr>
        <p:xfrm>
          <a:off x="61468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538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3" name="Object 26"/>
          <p:cNvGraphicFramePr>
            <a:graphicFrameLocks noChangeAspect="1"/>
          </p:cNvGraphicFramePr>
          <p:nvPr/>
        </p:nvGraphicFramePr>
        <p:xfrm>
          <a:off x="6756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538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4" name="Object 27"/>
          <p:cNvGraphicFramePr>
            <a:graphicFrameLocks noChangeAspect="1"/>
          </p:cNvGraphicFramePr>
          <p:nvPr/>
        </p:nvGraphicFramePr>
        <p:xfrm>
          <a:off x="5613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1538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5" name="Object 28"/>
          <p:cNvGraphicFramePr>
            <a:graphicFrameLocks noChangeAspect="1"/>
          </p:cNvGraphicFramePr>
          <p:nvPr/>
        </p:nvGraphicFramePr>
        <p:xfrm>
          <a:off x="3124200" y="114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5385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14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6" name="Object 29"/>
          <p:cNvGraphicFramePr>
            <a:graphicFrameLocks noChangeAspect="1"/>
          </p:cNvGraphicFramePr>
          <p:nvPr/>
        </p:nvGraphicFramePr>
        <p:xfrm>
          <a:off x="3810000" y="1066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1538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0668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7" name="Object 30"/>
          <p:cNvGraphicFramePr>
            <a:graphicFrameLocks noChangeAspect="1"/>
          </p:cNvGraphicFramePr>
          <p:nvPr/>
        </p:nvGraphicFramePr>
        <p:xfrm>
          <a:off x="4953000" y="11430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195" imgH="279279" progId="Equation.3">
                  <p:embed/>
                </p:oleObj>
              </mc:Choice>
              <mc:Fallback>
                <p:oleObj name="Equation" r:id="rId9" imgW="241195" imgH="279279" progId="Equation.3">
                  <p:embed/>
                  <p:pic>
                    <p:nvPicPr>
                      <p:cNvPr id="15387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1430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88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5548458"/>
              </p:ext>
            </p:extLst>
          </p:nvPr>
        </p:nvGraphicFramePr>
        <p:xfrm>
          <a:off x="4337538" y="376872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5388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37538" y="376872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89" name="Text Box 34"/>
          <p:cNvSpPr txBox="1">
            <a:spLocks noChangeArrowheads="1"/>
          </p:cNvSpPr>
          <p:nvPr/>
        </p:nvSpPr>
        <p:spPr bwMode="auto">
          <a:xfrm>
            <a:off x="3733800" y="381000"/>
            <a:ext cx="1417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1</a:t>
            </a:r>
          </a:p>
        </p:txBody>
      </p:sp>
      <p:sp>
        <p:nvSpPr>
          <p:cNvPr id="15390" name="Oval 35"/>
          <p:cNvSpPr>
            <a:spLocks noChangeArrowheads="1"/>
          </p:cNvSpPr>
          <p:nvPr/>
        </p:nvSpPr>
        <p:spPr bwMode="auto">
          <a:xfrm>
            <a:off x="4572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91" name="Oval 36"/>
          <p:cNvSpPr>
            <a:spLocks noChangeArrowheads="1"/>
          </p:cNvSpPr>
          <p:nvPr/>
        </p:nvSpPr>
        <p:spPr bwMode="auto">
          <a:xfrm>
            <a:off x="36576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5392" name="Line 37"/>
          <p:cNvSpPr>
            <a:spLocks noChangeShapeType="1"/>
          </p:cNvSpPr>
          <p:nvPr/>
        </p:nvSpPr>
        <p:spPr bwMode="auto">
          <a:xfrm>
            <a:off x="1295400" y="6096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393" name="Object 38"/>
          <p:cNvGraphicFramePr>
            <a:graphicFrameLocks noChangeAspect="1"/>
          </p:cNvGraphicFramePr>
          <p:nvPr/>
        </p:nvGraphicFramePr>
        <p:xfrm>
          <a:off x="715963" y="5795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80835" imgH="520474" progId="Equation.3">
                  <p:embed/>
                </p:oleObj>
              </mc:Choice>
              <mc:Fallback>
                <p:oleObj name="Equation" r:id="rId11" imgW="380835" imgH="520474" progId="Equation.3">
                  <p:embed/>
                  <p:pic>
                    <p:nvPicPr>
                      <p:cNvPr id="15393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57959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94" name="Object 39"/>
          <p:cNvGraphicFramePr>
            <a:graphicFrameLocks noChangeAspect="1"/>
          </p:cNvGraphicFramePr>
          <p:nvPr/>
        </p:nvGraphicFramePr>
        <p:xfrm>
          <a:off x="3886200" y="57912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44307" imgH="520474" progId="Equation.3">
                  <p:embed/>
                </p:oleObj>
              </mc:Choice>
              <mc:Fallback>
                <p:oleObj name="Equation" r:id="rId13" imgW="444307" imgH="520474" progId="Equation.3">
                  <p:embed/>
                  <p:pic>
                    <p:nvPicPr>
                      <p:cNvPr id="15394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7912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95" name="Objec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472524"/>
              </p:ext>
            </p:extLst>
          </p:nvPr>
        </p:nvGraphicFramePr>
        <p:xfrm>
          <a:off x="1493837" y="5426075"/>
          <a:ext cx="2099468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83920" imgH="203040" progId="Equation.3">
                  <p:embed/>
                </p:oleObj>
              </mc:Choice>
              <mc:Fallback>
                <p:oleObj name="Equation" r:id="rId15" imgW="583920" imgH="203040" progId="Equation.3">
                  <p:embed/>
                  <p:pic>
                    <p:nvPicPr>
                      <p:cNvPr id="15395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3837" y="5426075"/>
                        <a:ext cx="2099468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96" name="Line 41"/>
          <p:cNvSpPr>
            <a:spLocks noChangeShapeType="1"/>
          </p:cNvSpPr>
          <p:nvPr/>
        </p:nvSpPr>
        <p:spPr bwMode="auto">
          <a:xfrm>
            <a:off x="381000" y="3581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97" name="Line 42"/>
          <p:cNvSpPr>
            <a:spLocks noChangeShapeType="1"/>
          </p:cNvSpPr>
          <p:nvPr/>
        </p:nvSpPr>
        <p:spPr bwMode="auto">
          <a:xfrm>
            <a:off x="381000" y="4267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398" name="Line 43"/>
          <p:cNvSpPr>
            <a:spLocks noChangeShapeType="1"/>
          </p:cNvSpPr>
          <p:nvPr/>
        </p:nvSpPr>
        <p:spPr bwMode="auto">
          <a:xfrm>
            <a:off x="17526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399" name="Line 44"/>
          <p:cNvSpPr>
            <a:spLocks noChangeShapeType="1"/>
          </p:cNvSpPr>
          <p:nvPr/>
        </p:nvSpPr>
        <p:spPr bwMode="auto">
          <a:xfrm>
            <a:off x="23622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0" name="Line 45"/>
          <p:cNvSpPr>
            <a:spLocks noChangeShapeType="1"/>
          </p:cNvSpPr>
          <p:nvPr/>
        </p:nvSpPr>
        <p:spPr bwMode="auto">
          <a:xfrm>
            <a:off x="29718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1" name="Line 46"/>
          <p:cNvSpPr>
            <a:spLocks noChangeShapeType="1"/>
          </p:cNvSpPr>
          <p:nvPr/>
        </p:nvSpPr>
        <p:spPr bwMode="auto">
          <a:xfrm>
            <a:off x="35814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2" name="Line 47"/>
          <p:cNvSpPr>
            <a:spLocks noChangeShapeType="1"/>
          </p:cNvSpPr>
          <p:nvPr/>
        </p:nvSpPr>
        <p:spPr bwMode="auto">
          <a:xfrm>
            <a:off x="41910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3" name="Line 48"/>
          <p:cNvSpPr>
            <a:spLocks noChangeShapeType="1"/>
          </p:cNvSpPr>
          <p:nvPr/>
        </p:nvSpPr>
        <p:spPr bwMode="auto">
          <a:xfrm>
            <a:off x="48006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4" name="Line 49"/>
          <p:cNvSpPr>
            <a:spLocks noChangeShapeType="1"/>
          </p:cNvSpPr>
          <p:nvPr/>
        </p:nvSpPr>
        <p:spPr bwMode="auto">
          <a:xfrm>
            <a:off x="54102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5" name="Line 50"/>
          <p:cNvSpPr>
            <a:spLocks noChangeShapeType="1"/>
          </p:cNvSpPr>
          <p:nvPr/>
        </p:nvSpPr>
        <p:spPr bwMode="auto">
          <a:xfrm>
            <a:off x="60198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6" name="Line 51"/>
          <p:cNvSpPr>
            <a:spLocks noChangeShapeType="1"/>
          </p:cNvSpPr>
          <p:nvPr/>
        </p:nvSpPr>
        <p:spPr bwMode="auto">
          <a:xfrm>
            <a:off x="66294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7" name="Line 52"/>
          <p:cNvSpPr>
            <a:spLocks noChangeShapeType="1"/>
          </p:cNvSpPr>
          <p:nvPr/>
        </p:nvSpPr>
        <p:spPr bwMode="auto">
          <a:xfrm>
            <a:off x="72390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5408" name="Text Box 53"/>
          <p:cNvSpPr txBox="1">
            <a:spLocks noChangeArrowheads="1"/>
          </p:cNvSpPr>
          <p:nvPr/>
        </p:nvSpPr>
        <p:spPr bwMode="auto">
          <a:xfrm>
            <a:off x="7772400" y="3505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5409" name="Text Box 54"/>
          <p:cNvSpPr txBox="1">
            <a:spLocks noChangeArrowheads="1"/>
          </p:cNvSpPr>
          <p:nvPr/>
        </p:nvSpPr>
        <p:spPr bwMode="auto">
          <a:xfrm>
            <a:off x="685800" y="3505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5410" name="Line 55"/>
          <p:cNvSpPr>
            <a:spLocks noChangeShapeType="1"/>
          </p:cNvSpPr>
          <p:nvPr/>
        </p:nvSpPr>
        <p:spPr bwMode="auto">
          <a:xfrm flipV="1">
            <a:off x="5105400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5411" name="Object 56"/>
          <p:cNvGraphicFramePr>
            <a:graphicFrameLocks noChangeAspect="1"/>
          </p:cNvGraphicFramePr>
          <p:nvPr/>
        </p:nvGraphicFramePr>
        <p:xfrm>
          <a:off x="19558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5411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2" name="Object 57"/>
          <p:cNvGraphicFramePr>
            <a:graphicFrameLocks noChangeAspect="1"/>
          </p:cNvGraphicFramePr>
          <p:nvPr/>
        </p:nvGraphicFramePr>
        <p:xfrm>
          <a:off x="2565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5412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3" name="Object 58"/>
          <p:cNvGraphicFramePr>
            <a:graphicFrameLocks noChangeAspect="1"/>
          </p:cNvGraphicFramePr>
          <p:nvPr/>
        </p:nvGraphicFramePr>
        <p:xfrm>
          <a:off x="61468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5413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4" name="Object 59"/>
          <p:cNvGraphicFramePr>
            <a:graphicFrameLocks noChangeAspect="1"/>
          </p:cNvGraphicFramePr>
          <p:nvPr/>
        </p:nvGraphicFramePr>
        <p:xfrm>
          <a:off x="6756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5414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5" name="Object 60"/>
          <p:cNvGraphicFramePr>
            <a:graphicFrameLocks noChangeAspect="1"/>
          </p:cNvGraphicFramePr>
          <p:nvPr/>
        </p:nvGraphicFramePr>
        <p:xfrm>
          <a:off x="5613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15415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6" name="Object 61"/>
          <p:cNvGraphicFramePr>
            <a:graphicFrameLocks noChangeAspect="1"/>
          </p:cNvGraphicFramePr>
          <p:nvPr/>
        </p:nvGraphicFramePr>
        <p:xfrm>
          <a:off x="3124200" y="3810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5416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7" name="Object 62"/>
          <p:cNvGraphicFramePr>
            <a:graphicFrameLocks noChangeAspect="1"/>
          </p:cNvGraphicFramePr>
          <p:nvPr/>
        </p:nvGraphicFramePr>
        <p:xfrm>
          <a:off x="3810000" y="3733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15417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7338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18" name="Object 63"/>
          <p:cNvGraphicFramePr>
            <a:graphicFrameLocks noChangeAspect="1"/>
          </p:cNvGraphicFramePr>
          <p:nvPr/>
        </p:nvGraphicFramePr>
        <p:xfrm>
          <a:off x="4953000" y="38100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195" imgH="279279" progId="Equation.3">
                  <p:embed/>
                </p:oleObj>
              </mc:Choice>
              <mc:Fallback>
                <p:oleObj name="Equation" r:id="rId9" imgW="241195" imgH="279279" progId="Equation.3">
                  <p:embed/>
                  <p:pic>
                    <p:nvPicPr>
                      <p:cNvPr id="15418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8100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420" name="Text Box 66"/>
          <p:cNvSpPr txBox="1">
            <a:spLocks noChangeArrowheads="1"/>
          </p:cNvSpPr>
          <p:nvPr/>
        </p:nvSpPr>
        <p:spPr bwMode="auto">
          <a:xfrm>
            <a:off x="3733800" y="3048000"/>
            <a:ext cx="142135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 2</a:t>
            </a:r>
          </a:p>
        </p:txBody>
      </p:sp>
      <p:graphicFrame>
        <p:nvGraphicFramePr>
          <p:cNvPr id="15421" name="Object 67"/>
          <p:cNvGraphicFramePr>
            <a:graphicFrameLocks noChangeAspect="1"/>
          </p:cNvGraphicFramePr>
          <p:nvPr/>
        </p:nvGraphicFramePr>
        <p:xfrm>
          <a:off x="4419600" y="2057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80835" imgH="520474" progId="Equation.3">
                  <p:embed/>
                </p:oleObj>
              </mc:Choice>
              <mc:Fallback>
                <p:oleObj name="Equation" r:id="rId17" imgW="380835" imgH="520474" progId="Equation.3">
                  <p:embed/>
                  <p:pic>
                    <p:nvPicPr>
                      <p:cNvPr id="15421" name="Object 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22" name="Object 68"/>
          <p:cNvGraphicFramePr>
            <a:graphicFrameLocks noChangeAspect="1"/>
          </p:cNvGraphicFramePr>
          <p:nvPr/>
        </p:nvGraphicFramePr>
        <p:xfrm>
          <a:off x="4876800" y="4724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44307" imgH="520474" progId="Equation.3">
                  <p:embed/>
                </p:oleObj>
              </mc:Choice>
              <mc:Fallback>
                <p:oleObj name="Equation" r:id="rId19" imgW="444307" imgH="520474" progId="Equation.3">
                  <p:embed/>
                  <p:pic>
                    <p:nvPicPr>
                      <p:cNvPr id="15422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7244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8186049"/>
              </p:ext>
            </p:extLst>
          </p:nvPr>
        </p:nvGraphicFramePr>
        <p:xfrm>
          <a:off x="4398107" y="1179513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8107" y="1179513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ABE74FD9-A7BD-4614-BF7F-4135E43907AD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" name="Line 2"/>
          <p:cNvSpPr>
            <a:spLocks noChangeShapeType="1"/>
          </p:cNvSpPr>
          <p:nvPr/>
        </p:nvSpPr>
        <p:spPr bwMode="auto">
          <a:xfrm>
            <a:off x="381000" y="914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390" name="Line 3"/>
          <p:cNvSpPr>
            <a:spLocks noChangeShapeType="1"/>
          </p:cNvSpPr>
          <p:nvPr/>
        </p:nvSpPr>
        <p:spPr bwMode="auto">
          <a:xfrm>
            <a:off x="381000" y="1600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391" name="Line 4"/>
          <p:cNvSpPr>
            <a:spLocks noChangeShapeType="1"/>
          </p:cNvSpPr>
          <p:nvPr/>
        </p:nvSpPr>
        <p:spPr bwMode="auto">
          <a:xfrm>
            <a:off x="17526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92" name="Line 5"/>
          <p:cNvSpPr>
            <a:spLocks noChangeShapeType="1"/>
          </p:cNvSpPr>
          <p:nvPr/>
        </p:nvSpPr>
        <p:spPr bwMode="auto">
          <a:xfrm>
            <a:off x="23622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93" name="Line 6"/>
          <p:cNvSpPr>
            <a:spLocks noChangeShapeType="1"/>
          </p:cNvSpPr>
          <p:nvPr/>
        </p:nvSpPr>
        <p:spPr bwMode="auto">
          <a:xfrm>
            <a:off x="29718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94" name="Line 7"/>
          <p:cNvSpPr>
            <a:spLocks noChangeShapeType="1"/>
          </p:cNvSpPr>
          <p:nvPr/>
        </p:nvSpPr>
        <p:spPr bwMode="auto">
          <a:xfrm>
            <a:off x="35814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95" name="Line 8"/>
          <p:cNvSpPr>
            <a:spLocks noChangeShapeType="1"/>
          </p:cNvSpPr>
          <p:nvPr/>
        </p:nvSpPr>
        <p:spPr bwMode="auto">
          <a:xfrm>
            <a:off x="41910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96" name="Line 9"/>
          <p:cNvSpPr>
            <a:spLocks noChangeShapeType="1"/>
          </p:cNvSpPr>
          <p:nvPr/>
        </p:nvSpPr>
        <p:spPr bwMode="auto">
          <a:xfrm>
            <a:off x="48006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97" name="Line 10"/>
          <p:cNvSpPr>
            <a:spLocks noChangeShapeType="1"/>
          </p:cNvSpPr>
          <p:nvPr/>
        </p:nvSpPr>
        <p:spPr bwMode="auto">
          <a:xfrm>
            <a:off x="54102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98" name="Line 11"/>
          <p:cNvSpPr>
            <a:spLocks noChangeShapeType="1"/>
          </p:cNvSpPr>
          <p:nvPr/>
        </p:nvSpPr>
        <p:spPr bwMode="auto">
          <a:xfrm>
            <a:off x="60198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399" name="Line 12"/>
          <p:cNvSpPr>
            <a:spLocks noChangeShapeType="1"/>
          </p:cNvSpPr>
          <p:nvPr/>
        </p:nvSpPr>
        <p:spPr bwMode="auto">
          <a:xfrm>
            <a:off x="66294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00" name="Line 13"/>
          <p:cNvSpPr>
            <a:spLocks noChangeShapeType="1"/>
          </p:cNvSpPr>
          <p:nvPr/>
        </p:nvSpPr>
        <p:spPr bwMode="auto">
          <a:xfrm>
            <a:off x="7239000" y="914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01" name="Text Box 14"/>
          <p:cNvSpPr txBox="1">
            <a:spLocks noChangeArrowheads="1"/>
          </p:cNvSpPr>
          <p:nvPr/>
        </p:nvSpPr>
        <p:spPr bwMode="auto">
          <a:xfrm>
            <a:off x="7772400" y="838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6402" name="Text Box 15"/>
          <p:cNvSpPr txBox="1">
            <a:spLocks noChangeArrowheads="1"/>
          </p:cNvSpPr>
          <p:nvPr/>
        </p:nvSpPr>
        <p:spPr bwMode="auto">
          <a:xfrm>
            <a:off x="685800" y="838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6403" name="Line 16"/>
          <p:cNvSpPr>
            <a:spLocks noChangeShapeType="1"/>
          </p:cNvSpPr>
          <p:nvPr/>
        </p:nvSpPr>
        <p:spPr bwMode="auto">
          <a:xfrm flipV="1">
            <a:off x="4572000" y="1600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6404" name="Object 17"/>
          <p:cNvGraphicFramePr>
            <a:graphicFrameLocks noChangeAspect="1"/>
          </p:cNvGraphicFramePr>
          <p:nvPr/>
        </p:nvGraphicFramePr>
        <p:xfrm>
          <a:off x="19558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640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5" name="Object 18"/>
          <p:cNvGraphicFramePr>
            <a:graphicFrameLocks noChangeAspect="1"/>
          </p:cNvGraphicFramePr>
          <p:nvPr/>
        </p:nvGraphicFramePr>
        <p:xfrm>
          <a:off x="2565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640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Object 19"/>
          <p:cNvGraphicFramePr>
            <a:graphicFrameLocks noChangeAspect="1"/>
          </p:cNvGraphicFramePr>
          <p:nvPr/>
        </p:nvGraphicFramePr>
        <p:xfrm>
          <a:off x="61468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640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Object 20"/>
          <p:cNvGraphicFramePr>
            <a:graphicFrameLocks noChangeAspect="1"/>
          </p:cNvGraphicFramePr>
          <p:nvPr/>
        </p:nvGraphicFramePr>
        <p:xfrm>
          <a:off x="6756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640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Object 21"/>
          <p:cNvGraphicFramePr>
            <a:graphicFrameLocks noChangeAspect="1"/>
          </p:cNvGraphicFramePr>
          <p:nvPr/>
        </p:nvGraphicFramePr>
        <p:xfrm>
          <a:off x="5613400" y="1073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1640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073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9" name="Object 22"/>
          <p:cNvGraphicFramePr>
            <a:graphicFrameLocks noChangeAspect="1"/>
          </p:cNvGraphicFramePr>
          <p:nvPr/>
        </p:nvGraphicFramePr>
        <p:xfrm>
          <a:off x="3124200" y="114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640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14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0" name="Object 23"/>
          <p:cNvGraphicFramePr>
            <a:graphicFrameLocks noChangeAspect="1"/>
          </p:cNvGraphicFramePr>
          <p:nvPr/>
        </p:nvGraphicFramePr>
        <p:xfrm>
          <a:off x="3810000" y="1066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1641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0668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1" name="Object 24"/>
          <p:cNvGraphicFramePr>
            <a:graphicFrameLocks noChangeAspect="1"/>
          </p:cNvGraphicFramePr>
          <p:nvPr/>
        </p:nvGraphicFramePr>
        <p:xfrm>
          <a:off x="4953000" y="11430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195" imgH="279279" progId="Equation.3">
                  <p:embed/>
                </p:oleObj>
              </mc:Choice>
              <mc:Fallback>
                <p:oleObj name="Equation" r:id="rId9" imgW="241195" imgH="279279" progId="Equation.3">
                  <p:embed/>
                  <p:pic>
                    <p:nvPicPr>
                      <p:cNvPr id="1641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1430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2" name="Object 25"/>
          <p:cNvGraphicFramePr>
            <a:graphicFrameLocks noChangeAspect="1"/>
          </p:cNvGraphicFramePr>
          <p:nvPr/>
        </p:nvGraphicFramePr>
        <p:xfrm>
          <a:off x="4419600" y="1143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641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143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3" name="Text Box 26"/>
          <p:cNvSpPr txBox="1">
            <a:spLocks noChangeArrowheads="1"/>
          </p:cNvSpPr>
          <p:nvPr/>
        </p:nvSpPr>
        <p:spPr bwMode="auto">
          <a:xfrm>
            <a:off x="3733800" y="381000"/>
            <a:ext cx="1417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1</a:t>
            </a:r>
          </a:p>
        </p:txBody>
      </p:sp>
      <p:sp>
        <p:nvSpPr>
          <p:cNvPr id="16414" name="Oval 27"/>
          <p:cNvSpPr>
            <a:spLocks noChangeArrowheads="1"/>
          </p:cNvSpPr>
          <p:nvPr/>
        </p:nvSpPr>
        <p:spPr bwMode="auto">
          <a:xfrm>
            <a:off x="4572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6415" name="Oval 28"/>
          <p:cNvSpPr>
            <a:spLocks noChangeArrowheads="1"/>
          </p:cNvSpPr>
          <p:nvPr/>
        </p:nvSpPr>
        <p:spPr bwMode="auto">
          <a:xfrm>
            <a:off x="3657600" y="5715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6416" name="Line 29"/>
          <p:cNvSpPr>
            <a:spLocks noChangeShapeType="1"/>
          </p:cNvSpPr>
          <p:nvPr/>
        </p:nvSpPr>
        <p:spPr bwMode="auto">
          <a:xfrm>
            <a:off x="1295400" y="6096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6417" name="Object 30"/>
          <p:cNvGraphicFramePr>
            <a:graphicFrameLocks noChangeAspect="1"/>
          </p:cNvGraphicFramePr>
          <p:nvPr/>
        </p:nvGraphicFramePr>
        <p:xfrm>
          <a:off x="715963" y="57959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80835" imgH="520474" progId="Equation.3">
                  <p:embed/>
                </p:oleObj>
              </mc:Choice>
              <mc:Fallback>
                <p:oleObj name="Equation" r:id="rId11" imgW="380835" imgH="520474" progId="Equation.3">
                  <p:embed/>
                  <p:pic>
                    <p:nvPicPr>
                      <p:cNvPr id="16417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57959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8" name="Object 31"/>
          <p:cNvGraphicFramePr>
            <a:graphicFrameLocks noChangeAspect="1"/>
          </p:cNvGraphicFramePr>
          <p:nvPr/>
        </p:nvGraphicFramePr>
        <p:xfrm>
          <a:off x="3886200" y="57912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44307" imgH="520474" progId="Equation.3">
                  <p:embed/>
                </p:oleObj>
              </mc:Choice>
              <mc:Fallback>
                <p:oleObj name="Equation" r:id="rId13" imgW="444307" imgH="520474" progId="Equation.3">
                  <p:embed/>
                  <p:pic>
                    <p:nvPicPr>
                      <p:cNvPr id="16418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7912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9" name="Objec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3149700"/>
              </p:ext>
            </p:extLst>
          </p:nvPr>
        </p:nvGraphicFramePr>
        <p:xfrm>
          <a:off x="1764323" y="5544343"/>
          <a:ext cx="1388568" cy="493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71320" imgH="203040" progId="Equation.3">
                  <p:embed/>
                </p:oleObj>
              </mc:Choice>
              <mc:Fallback>
                <p:oleObj name="Equation" r:id="rId15" imgW="571320" imgH="203040" progId="Equation.3">
                  <p:embed/>
                  <p:pic>
                    <p:nvPicPr>
                      <p:cNvPr id="16419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4323" y="5544343"/>
                        <a:ext cx="1388568" cy="493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20" name="Line 33"/>
          <p:cNvSpPr>
            <a:spLocks noChangeShapeType="1"/>
          </p:cNvSpPr>
          <p:nvPr/>
        </p:nvSpPr>
        <p:spPr bwMode="auto">
          <a:xfrm>
            <a:off x="381000" y="35814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421" name="Line 34"/>
          <p:cNvSpPr>
            <a:spLocks noChangeShapeType="1"/>
          </p:cNvSpPr>
          <p:nvPr/>
        </p:nvSpPr>
        <p:spPr bwMode="auto">
          <a:xfrm>
            <a:off x="381000" y="4267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422" name="Line 35"/>
          <p:cNvSpPr>
            <a:spLocks noChangeShapeType="1"/>
          </p:cNvSpPr>
          <p:nvPr/>
        </p:nvSpPr>
        <p:spPr bwMode="auto">
          <a:xfrm>
            <a:off x="17526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23" name="Line 36"/>
          <p:cNvSpPr>
            <a:spLocks noChangeShapeType="1"/>
          </p:cNvSpPr>
          <p:nvPr/>
        </p:nvSpPr>
        <p:spPr bwMode="auto">
          <a:xfrm>
            <a:off x="23622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24" name="Line 37"/>
          <p:cNvSpPr>
            <a:spLocks noChangeShapeType="1"/>
          </p:cNvSpPr>
          <p:nvPr/>
        </p:nvSpPr>
        <p:spPr bwMode="auto">
          <a:xfrm>
            <a:off x="29718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25" name="Line 38"/>
          <p:cNvSpPr>
            <a:spLocks noChangeShapeType="1"/>
          </p:cNvSpPr>
          <p:nvPr/>
        </p:nvSpPr>
        <p:spPr bwMode="auto">
          <a:xfrm>
            <a:off x="35814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26" name="Line 39"/>
          <p:cNvSpPr>
            <a:spLocks noChangeShapeType="1"/>
          </p:cNvSpPr>
          <p:nvPr/>
        </p:nvSpPr>
        <p:spPr bwMode="auto">
          <a:xfrm>
            <a:off x="41910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27" name="Line 40"/>
          <p:cNvSpPr>
            <a:spLocks noChangeShapeType="1"/>
          </p:cNvSpPr>
          <p:nvPr/>
        </p:nvSpPr>
        <p:spPr bwMode="auto">
          <a:xfrm>
            <a:off x="48006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28" name="Line 41"/>
          <p:cNvSpPr>
            <a:spLocks noChangeShapeType="1"/>
          </p:cNvSpPr>
          <p:nvPr/>
        </p:nvSpPr>
        <p:spPr bwMode="auto">
          <a:xfrm>
            <a:off x="54102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29" name="Line 42"/>
          <p:cNvSpPr>
            <a:spLocks noChangeShapeType="1"/>
          </p:cNvSpPr>
          <p:nvPr/>
        </p:nvSpPr>
        <p:spPr bwMode="auto">
          <a:xfrm>
            <a:off x="60198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30" name="Line 43"/>
          <p:cNvSpPr>
            <a:spLocks noChangeShapeType="1"/>
          </p:cNvSpPr>
          <p:nvPr/>
        </p:nvSpPr>
        <p:spPr bwMode="auto">
          <a:xfrm>
            <a:off x="66294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31" name="Line 44"/>
          <p:cNvSpPr>
            <a:spLocks noChangeShapeType="1"/>
          </p:cNvSpPr>
          <p:nvPr/>
        </p:nvSpPr>
        <p:spPr bwMode="auto">
          <a:xfrm>
            <a:off x="7239000" y="35814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6432" name="Text Box 45"/>
          <p:cNvSpPr txBox="1">
            <a:spLocks noChangeArrowheads="1"/>
          </p:cNvSpPr>
          <p:nvPr/>
        </p:nvSpPr>
        <p:spPr bwMode="auto">
          <a:xfrm>
            <a:off x="7772400" y="3505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6433" name="Text Box 46"/>
          <p:cNvSpPr txBox="1">
            <a:spLocks noChangeArrowheads="1"/>
          </p:cNvSpPr>
          <p:nvPr/>
        </p:nvSpPr>
        <p:spPr bwMode="auto">
          <a:xfrm>
            <a:off x="685800" y="35052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6434" name="Line 47"/>
          <p:cNvSpPr>
            <a:spLocks noChangeShapeType="1"/>
          </p:cNvSpPr>
          <p:nvPr/>
        </p:nvSpPr>
        <p:spPr bwMode="auto">
          <a:xfrm flipV="1">
            <a:off x="3886200" y="42672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6435" name="Object 48"/>
          <p:cNvGraphicFramePr>
            <a:graphicFrameLocks noChangeAspect="1"/>
          </p:cNvGraphicFramePr>
          <p:nvPr/>
        </p:nvGraphicFramePr>
        <p:xfrm>
          <a:off x="19558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6435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6" name="Object 49"/>
          <p:cNvGraphicFramePr>
            <a:graphicFrameLocks noChangeAspect="1"/>
          </p:cNvGraphicFramePr>
          <p:nvPr/>
        </p:nvGraphicFramePr>
        <p:xfrm>
          <a:off x="2565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6436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7" name="Object 50"/>
          <p:cNvGraphicFramePr>
            <a:graphicFrameLocks noChangeAspect="1"/>
          </p:cNvGraphicFramePr>
          <p:nvPr/>
        </p:nvGraphicFramePr>
        <p:xfrm>
          <a:off x="61468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6437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8" name="Object 51"/>
          <p:cNvGraphicFramePr>
            <a:graphicFrameLocks noChangeAspect="1"/>
          </p:cNvGraphicFramePr>
          <p:nvPr/>
        </p:nvGraphicFramePr>
        <p:xfrm>
          <a:off x="6756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6438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39" name="Object 52"/>
          <p:cNvGraphicFramePr>
            <a:graphicFrameLocks noChangeAspect="1"/>
          </p:cNvGraphicFramePr>
          <p:nvPr/>
        </p:nvGraphicFramePr>
        <p:xfrm>
          <a:off x="5613400" y="37401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16439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37401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40" name="Object 53"/>
          <p:cNvGraphicFramePr>
            <a:graphicFrameLocks noChangeAspect="1"/>
          </p:cNvGraphicFramePr>
          <p:nvPr/>
        </p:nvGraphicFramePr>
        <p:xfrm>
          <a:off x="3124200" y="38100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644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100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41" name="Object 54"/>
          <p:cNvGraphicFramePr>
            <a:graphicFrameLocks noChangeAspect="1"/>
          </p:cNvGraphicFramePr>
          <p:nvPr/>
        </p:nvGraphicFramePr>
        <p:xfrm>
          <a:off x="3810000" y="37338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16441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7338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42" name="Object 55"/>
          <p:cNvGraphicFramePr>
            <a:graphicFrameLocks noChangeAspect="1"/>
          </p:cNvGraphicFramePr>
          <p:nvPr/>
        </p:nvGraphicFramePr>
        <p:xfrm>
          <a:off x="4953000" y="38100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195" imgH="279279" progId="Equation.3">
                  <p:embed/>
                </p:oleObj>
              </mc:Choice>
              <mc:Fallback>
                <p:oleObj name="Equation" r:id="rId9" imgW="241195" imgH="279279" progId="Equation.3">
                  <p:embed/>
                  <p:pic>
                    <p:nvPicPr>
                      <p:cNvPr id="16442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8100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44" name="Text Box 57"/>
          <p:cNvSpPr txBox="1">
            <a:spLocks noChangeArrowheads="1"/>
          </p:cNvSpPr>
          <p:nvPr/>
        </p:nvSpPr>
        <p:spPr bwMode="auto">
          <a:xfrm>
            <a:off x="3733800" y="30480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16445" name="Object 58"/>
          <p:cNvGraphicFramePr>
            <a:graphicFrameLocks noChangeAspect="1"/>
          </p:cNvGraphicFramePr>
          <p:nvPr/>
        </p:nvGraphicFramePr>
        <p:xfrm>
          <a:off x="4419600" y="20574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80835" imgH="520474" progId="Equation.3">
                  <p:embed/>
                </p:oleObj>
              </mc:Choice>
              <mc:Fallback>
                <p:oleObj name="Equation" r:id="rId17" imgW="380835" imgH="520474" progId="Equation.3">
                  <p:embed/>
                  <p:pic>
                    <p:nvPicPr>
                      <p:cNvPr id="16445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46" name="Object 59"/>
          <p:cNvGraphicFramePr>
            <a:graphicFrameLocks noChangeAspect="1"/>
          </p:cNvGraphicFramePr>
          <p:nvPr/>
        </p:nvGraphicFramePr>
        <p:xfrm>
          <a:off x="3657600" y="47244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444307" imgH="520474" progId="Equation.3">
                  <p:embed/>
                </p:oleObj>
              </mc:Choice>
              <mc:Fallback>
                <p:oleObj name="Equation" r:id="rId19" imgW="444307" imgH="520474" progId="Equation.3">
                  <p:embed/>
                  <p:pic>
                    <p:nvPicPr>
                      <p:cNvPr id="16446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7244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47" name="Text Box 60"/>
          <p:cNvSpPr txBox="1">
            <a:spLocks noChangeArrowheads="1"/>
          </p:cNvSpPr>
          <p:nvPr/>
        </p:nvSpPr>
        <p:spPr bwMode="auto">
          <a:xfrm>
            <a:off x="136525" y="-50800"/>
            <a:ext cx="1874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Example:</a:t>
            </a:r>
          </a:p>
        </p:txBody>
      </p:sp>
      <p:graphicFrame>
        <p:nvGraphicFramePr>
          <p:cNvPr id="65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730859"/>
              </p:ext>
            </p:extLst>
          </p:nvPr>
        </p:nvGraphicFramePr>
        <p:xfrm>
          <a:off x="4294187" y="3792538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4187" y="3792538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40E8908-6D78-4FB3-8E20-E0B513065D3B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3" name="Line 2"/>
          <p:cNvSpPr>
            <a:spLocks noChangeShapeType="1"/>
          </p:cNvSpPr>
          <p:nvPr/>
        </p:nvSpPr>
        <p:spPr bwMode="auto">
          <a:xfrm>
            <a:off x="381000" y="965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14" name="Line 3"/>
          <p:cNvSpPr>
            <a:spLocks noChangeShapeType="1"/>
          </p:cNvSpPr>
          <p:nvPr/>
        </p:nvSpPr>
        <p:spPr bwMode="auto">
          <a:xfrm>
            <a:off x="381000" y="16510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15" name="Line 4"/>
          <p:cNvSpPr>
            <a:spLocks noChangeShapeType="1"/>
          </p:cNvSpPr>
          <p:nvPr/>
        </p:nvSpPr>
        <p:spPr bwMode="auto">
          <a:xfrm>
            <a:off x="17526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16" name="Line 5"/>
          <p:cNvSpPr>
            <a:spLocks noChangeShapeType="1"/>
          </p:cNvSpPr>
          <p:nvPr/>
        </p:nvSpPr>
        <p:spPr bwMode="auto">
          <a:xfrm>
            <a:off x="23622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17" name="Line 6"/>
          <p:cNvSpPr>
            <a:spLocks noChangeShapeType="1"/>
          </p:cNvSpPr>
          <p:nvPr/>
        </p:nvSpPr>
        <p:spPr bwMode="auto">
          <a:xfrm>
            <a:off x="29718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18" name="Line 7"/>
          <p:cNvSpPr>
            <a:spLocks noChangeShapeType="1"/>
          </p:cNvSpPr>
          <p:nvPr/>
        </p:nvSpPr>
        <p:spPr bwMode="auto">
          <a:xfrm>
            <a:off x="35814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19" name="Line 8"/>
          <p:cNvSpPr>
            <a:spLocks noChangeShapeType="1"/>
          </p:cNvSpPr>
          <p:nvPr/>
        </p:nvSpPr>
        <p:spPr bwMode="auto">
          <a:xfrm>
            <a:off x="41910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20" name="Line 9"/>
          <p:cNvSpPr>
            <a:spLocks noChangeShapeType="1"/>
          </p:cNvSpPr>
          <p:nvPr/>
        </p:nvSpPr>
        <p:spPr bwMode="auto">
          <a:xfrm>
            <a:off x="48006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21" name="Line 10"/>
          <p:cNvSpPr>
            <a:spLocks noChangeShapeType="1"/>
          </p:cNvSpPr>
          <p:nvPr/>
        </p:nvSpPr>
        <p:spPr bwMode="auto">
          <a:xfrm>
            <a:off x="54102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22" name="Line 11"/>
          <p:cNvSpPr>
            <a:spLocks noChangeShapeType="1"/>
          </p:cNvSpPr>
          <p:nvPr/>
        </p:nvSpPr>
        <p:spPr bwMode="auto">
          <a:xfrm>
            <a:off x="60198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23" name="Line 12"/>
          <p:cNvSpPr>
            <a:spLocks noChangeShapeType="1"/>
          </p:cNvSpPr>
          <p:nvPr/>
        </p:nvSpPr>
        <p:spPr bwMode="auto">
          <a:xfrm>
            <a:off x="66294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24" name="Line 13"/>
          <p:cNvSpPr>
            <a:spLocks noChangeShapeType="1"/>
          </p:cNvSpPr>
          <p:nvPr/>
        </p:nvSpPr>
        <p:spPr bwMode="auto">
          <a:xfrm>
            <a:off x="7239000" y="96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25" name="Text Box 14"/>
          <p:cNvSpPr txBox="1">
            <a:spLocks noChangeArrowheads="1"/>
          </p:cNvSpPr>
          <p:nvPr/>
        </p:nvSpPr>
        <p:spPr bwMode="auto">
          <a:xfrm>
            <a:off x="7772400" y="8890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7426" name="Text Box 15"/>
          <p:cNvSpPr txBox="1">
            <a:spLocks noChangeArrowheads="1"/>
          </p:cNvSpPr>
          <p:nvPr/>
        </p:nvSpPr>
        <p:spPr bwMode="auto">
          <a:xfrm>
            <a:off x="685800" y="8890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7427" name="Line 16"/>
          <p:cNvSpPr>
            <a:spLocks noChangeShapeType="1"/>
          </p:cNvSpPr>
          <p:nvPr/>
        </p:nvSpPr>
        <p:spPr bwMode="auto">
          <a:xfrm flipV="1">
            <a:off x="5715000" y="1676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7428" name="Object 17"/>
          <p:cNvGraphicFramePr>
            <a:graphicFrameLocks noChangeAspect="1"/>
          </p:cNvGraphicFramePr>
          <p:nvPr/>
        </p:nvGraphicFramePr>
        <p:xfrm>
          <a:off x="19558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7428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9" name="Object 18"/>
          <p:cNvGraphicFramePr>
            <a:graphicFrameLocks noChangeAspect="1"/>
          </p:cNvGraphicFramePr>
          <p:nvPr/>
        </p:nvGraphicFramePr>
        <p:xfrm>
          <a:off x="25654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7429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0" name="Object 19"/>
          <p:cNvGraphicFramePr>
            <a:graphicFrameLocks noChangeAspect="1"/>
          </p:cNvGraphicFramePr>
          <p:nvPr/>
        </p:nvGraphicFramePr>
        <p:xfrm>
          <a:off x="61468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743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1" name="Object 20"/>
          <p:cNvGraphicFramePr>
            <a:graphicFrameLocks noChangeAspect="1"/>
          </p:cNvGraphicFramePr>
          <p:nvPr/>
        </p:nvGraphicFramePr>
        <p:xfrm>
          <a:off x="67564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7431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2" name="Object 21"/>
          <p:cNvGraphicFramePr>
            <a:graphicFrameLocks noChangeAspect="1"/>
          </p:cNvGraphicFramePr>
          <p:nvPr/>
        </p:nvGraphicFramePr>
        <p:xfrm>
          <a:off x="5613400" y="112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17432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123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3" name="Object 22"/>
          <p:cNvGraphicFramePr>
            <a:graphicFrameLocks noChangeAspect="1"/>
          </p:cNvGraphicFramePr>
          <p:nvPr/>
        </p:nvGraphicFramePr>
        <p:xfrm>
          <a:off x="3124200" y="119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7433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19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4" name="Object 23"/>
          <p:cNvGraphicFramePr>
            <a:graphicFrameLocks noChangeAspect="1"/>
          </p:cNvGraphicFramePr>
          <p:nvPr/>
        </p:nvGraphicFramePr>
        <p:xfrm>
          <a:off x="3810000" y="11176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1743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1176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5" name="Object 24"/>
          <p:cNvGraphicFramePr>
            <a:graphicFrameLocks noChangeAspect="1"/>
          </p:cNvGraphicFramePr>
          <p:nvPr/>
        </p:nvGraphicFramePr>
        <p:xfrm>
          <a:off x="4953000" y="11938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195" imgH="279279" progId="Equation.3">
                  <p:embed/>
                </p:oleObj>
              </mc:Choice>
              <mc:Fallback>
                <p:oleObj name="Equation" r:id="rId9" imgW="241195" imgH="279279" progId="Equation.3">
                  <p:embed/>
                  <p:pic>
                    <p:nvPicPr>
                      <p:cNvPr id="1743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1938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6" name="Object 25"/>
          <p:cNvGraphicFramePr>
            <a:graphicFrameLocks noChangeAspect="1"/>
          </p:cNvGraphicFramePr>
          <p:nvPr/>
        </p:nvGraphicFramePr>
        <p:xfrm>
          <a:off x="4419600" y="119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743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19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7" name="Text Box 26"/>
          <p:cNvSpPr txBox="1">
            <a:spLocks noChangeArrowheads="1"/>
          </p:cNvSpPr>
          <p:nvPr/>
        </p:nvSpPr>
        <p:spPr bwMode="auto">
          <a:xfrm>
            <a:off x="3733800" y="431800"/>
            <a:ext cx="1417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1</a:t>
            </a:r>
          </a:p>
        </p:txBody>
      </p:sp>
      <p:sp>
        <p:nvSpPr>
          <p:cNvPr id="17438" name="Oval 27"/>
          <p:cNvSpPr>
            <a:spLocks noChangeArrowheads="1"/>
          </p:cNvSpPr>
          <p:nvPr/>
        </p:nvSpPr>
        <p:spPr bwMode="auto">
          <a:xfrm>
            <a:off x="457200" y="5765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39" name="Oval 28"/>
          <p:cNvSpPr>
            <a:spLocks noChangeArrowheads="1"/>
          </p:cNvSpPr>
          <p:nvPr/>
        </p:nvSpPr>
        <p:spPr bwMode="auto">
          <a:xfrm>
            <a:off x="3657600" y="5765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17440" name="Line 29"/>
          <p:cNvSpPr>
            <a:spLocks noChangeShapeType="1"/>
          </p:cNvSpPr>
          <p:nvPr/>
        </p:nvSpPr>
        <p:spPr bwMode="auto">
          <a:xfrm>
            <a:off x="1295400" y="61468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7441" name="Object 30"/>
          <p:cNvGraphicFramePr>
            <a:graphicFrameLocks noChangeAspect="1"/>
          </p:cNvGraphicFramePr>
          <p:nvPr/>
        </p:nvGraphicFramePr>
        <p:xfrm>
          <a:off x="715963" y="58467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80835" imgH="520474" progId="Equation.3">
                  <p:embed/>
                </p:oleObj>
              </mc:Choice>
              <mc:Fallback>
                <p:oleObj name="Equation" r:id="rId11" imgW="380835" imgH="520474" progId="Equation.3">
                  <p:embed/>
                  <p:pic>
                    <p:nvPicPr>
                      <p:cNvPr id="1744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58467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2" name="Object 31"/>
          <p:cNvGraphicFramePr>
            <a:graphicFrameLocks noChangeAspect="1"/>
          </p:cNvGraphicFramePr>
          <p:nvPr/>
        </p:nvGraphicFramePr>
        <p:xfrm>
          <a:off x="3886200" y="58420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444307" imgH="520474" progId="Equation.3">
                  <p:embed/>
                </p:oleObj>
              </mc:Choice>
              <mc:Fallback>
                <p:oleObj name="Equation" r:id="rId13" imgW="444307" imgH="520474" progId="Equation.3">
                  <p:embed/>
                  <p:pic>
                    <p:nvPicPr>
                      <p:cNvPr id="1744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8420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3" name="Object 32"/>
          <p:cNvGraphicFramePr>
            <a:graphicFrameLocks noChangeAspect="1"/>
          </p:cNvGraphicFramePr>
          <p:nvPr/>
        </p:nvGraphicFramePr>
        <p:xfrm>
          <a:off x="1651000" y="5689600"/>
          <a:ext cx="16383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38300" imgH="469900" progId="Equation.3">
                  <p:embed/>
                </p:oleObj>
              </mc:Choice>
              <mc:Fallback>
                <p:oleObj name="Equation" r:id="rId15" imgW="1638300" imgH="469900" progId="Equation.3">
                  <p:embed/>
                  <p:pic>
                    <p:nvPicPr>
                      <p:cNvPr id="1744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000" y="5689600"/>
                        <a:ext cx="16383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44" name="Line 33"/>
          <p:cNvSpPr>
            <a:spLocks noChangeShapeType="1"/>
          </p:cNvSpPr>
          <p:nvPr/>
        </p:nvSpPr>
        <p:spPr bwMode="auto">
          <a:xfrm>
            <a:off x="381000" y="36322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45" name="Line 34"/>
          <p:cNvSpPr>
            <a:spLocks noChangeShapeType="1"/>
          </p:cNvSpPr>
          <p:nvPr/>
        </p:nvSpPr>
        <p:spPr bwMode="auto">
          <a:xfrm>
            <a:off x="381000" y="43180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446" name="Line 35"/>
          <p:cNvSpPr>
            <a:spLocks noChangeShapeType="1"/>
          </p:cNvSpPr>
          <p:nvPr/>
        </p:nvSpPr>
        <p:spPr bwMode="auto">
          <a:xfrm>
            <a:off x="17526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47" name="Line 36"/>
          <p:cNvSpPr>
            <a:spLocks noChangeShapeType="1"/>
          </p:cNvSpPr>
          <p:nvPr/>
        </p:nvSpPr>
        <p:spPr bwMode="auto">
          <a:xfrm>
            <a:off x="23622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48" name="Line 37"/>
          <p:cNvSpPr>
            <a:spLocks noChangeShapeType="1"/>
          </p:cNvSpPr>
          <p:nvPr/>
        </p:nvSpPr>
        <p:spPr bwMode="auto">
          <a:xfrm>
            <a:off x="29718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49" name="Line 38"/>
          <p:cNvSpPr>
            <a:spLocks noChangeShapeType="1"/>
          </p:cNvSpPr>
          <p:nvPr/>
        </p:nvSpPr>
        <p:spPr bwMode="auto">
          <a:xfrm>
            <a:off x="35814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50" name="Line 39"/>
          <p:cNvSpPr>
            <a:spLocks noChangeShapeType="1"/>
          </p:cNvSpPr>
          <p:nvPr/>
        </p:nvSpPr>
        <p:spPr bwMode="auto">
          <a:xfrm>
            <a:off x="41910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51" name="Line 40"/>
          <p:cNvSpPr>
            <a:spLocks noChangeShapeType="1"/>
          </p:cNvSpPr>
          <p:nvPr/>
        </p:nvSpPr>
        <p:spPr bwMode="auto">
          <a:xfrm>
            <a:off x="48006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52" name="Line 41"/>
          <p:cNvSpPr>
            <a:spLocks noChangeShapeType="1"/>
          </p:cNvSpPr>
          <p:nvPr/>
        </p:nvSpPr>
        <p:spPr bwMode="auto">
          <a:xfrm>
            <a:off x="54102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53" name="Line 42"/>
          <p:cNvSpPr>
            <a:spLocks noChangeShapeType="1"/>
          </p:cNvSpPr>
          <p:nvPr/>
        </p:nvSpPr>
        <p:spPr bwMode="auto">
          <a:xfrm>
            <a:off x="60198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54" name="Line 43"/>
          <p:cNvSpPr>
            <a:spLocks noChangeShapeType="1"/>
          </p:cNvSpPr>
          <p:nvPr/>
        </p:nvSpPr>
        <p:spPr bwMode="auto">
          <a:xfrm>
            <a:off x="66294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55" name="Line 44"/>
          <p:cNvSpPr>
            <a:spLocks noChangeShapeType="1"/>
          </p:cNvSpPr>
          <p:nvPr/>
        </p:nvSpPr>
        <p:spPr bwMode="auto">
          <a:xfrm>
            <a:off x="7239000" y="3632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17456" name="Text Box 45"/>
          <p:cNvSpPr txBox="1">
            <a:spLocks noChangeArrowheads="1"/>
          </p:cNvSpPr>
          <p:nvPr/>
        </p:nvSpPr>
        <p:spPr bwMode="auto">
          <a:xfrm>
            <a:off x="7772400" y="35560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7457" name="Text Box 46"/>
          <p:cNvSpPr txBox="1">
            <a:spLocks noChangeArrowheads="1"/>
          </p:cNvSpPr>
          <p:nvPr/>
        </p:nvSpPr>
        <p:spPr bwMode="auto">
          <a:xfrm>
            <a:off x="685800" y="35560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17458" name="Line 47"/>
          <p:cNvSpPr>
            <a:spLocks noChangeShapeType="1"/>
          </p:cNvSpPr>
          <p:nvPr/>
        </p:nvSpPr>
        <p:spPr bwMode="auto">
          <a:xfrm flipV="1">
            <a:off x="6324600" y="4343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17459" name="Object 48"/>
          <p:cNvGraphicFramePr>
            <a:graphicFrameLocks noChangeAspect="1"/>
          </p:cNvGraphicFramePr>
          <p:nvPr/>
        </p:nvGraphicFramePr>
        <p:xfrm>
          <a:off x="1955800" y="379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7459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3790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0" name="Object 49"/>
          <p:cNvGraphicFramePr>
            <a:graphicFrameLocks noChangeAspect="1"/>
          </p:cNvGraphicFramePr>
          <p:nvPr/>
        </p:nvGraphicFramePr>
        <p:xfrm>
          <a:off x="2565400" y="379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746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3790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1" name="Object 50"/>
          <p:cNvGraphicFramePr>
            <a:graphicFrameLocks noChangeAspect="1"/>
          </p:cNvGraphicFramePr>
          <p:nvPr/>
        </p:nvGraphicFramePr>
        <p:xfrm>
          <a:off x="6146800" y="379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7461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3790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2" name="Object 51"/>
          <p:cNvGraphicFramePr>
            <a:graphicFrameLocks noChangeAspect="1"/>
          </p:cNvGraphicFramePr>
          <p:nvPr/>
        </p:nvGraphicFramePr>
        <p:xfrm>
          <a:off x="6756400" y="3790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17462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3790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3" name="Object 52"/>
          <p:cNvGraphicFramePr>
            <a:graphicFrameLocks noChangeAspect="1"/>
          </p:cNvGraphicFramePr>
          <p:nvPr/>
        </p:nvGraphicFramePr>
        <p:xfrm>
          <a:off x="5581650" y="3790950"/>
          <a:ext cx="3159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17362" imgH="368140" progId="Equation.3">
                  <p:embed/>
                </p:oleObj>
              </mc:Choice>
              <mc:Fallback>
                <p:oleObj name="Equation" r:id="rId17" imgW="317362" imgH="368140" progId="Equation.3">
                  <p:embed/>
                  <p:pic>
                    <p:nvPicPr>
                      <p:cNvPr id="17463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1650" y="3790950"/>
                        <a:ext cx="3159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4" name="Object 53"/>
          <p:cNvGraphicFramePr>
            <a:graphicFrameLocks noChangeAspect="1"/>
          </p:cNvGraphicFramePr>
          <p:nvPr/>
        </p:nvGraphicFramePr>
        <p:xfrm>
          <a:off x="3124200" y="3860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17464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860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5" name="Object 54"/>
          <p:cNvGraphicFramePr>
            <a:graphicFrameLocks noChangeAspect="1"/>
          </p:cNvGraphicFramePr>
          <p:nvPr/>
        </p:nvGraphicFramePr>
        <p:xfrm>
          <a:off x="3810000" y="37846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3">
                  <p:embed/>
                </p:oleObj>
              </mc:Choice>
              <mc:Fallback>
                <p:oleObj name="Equation" r:id="rId7" imgW="253890" imgH="393529" progId="Equation.3">
                  <p:embed/>
                  <p:pic>
                    <p:nvPicPr>
                      <p:cNvPr id="17465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37846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66" name="Object 55"/>
          <p:cNvGraphicFramePr>
            <a:graphicFrameLocks noChangeAspect="1"/>
          </p:cNvGraphicFramePr>
          <p:nvPr/>
        </p:nvGraphicFramePr>
        <p:xfrm>
          <a:off x="4953000" y="38608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1195" imgH="279279" progId="Equation.3">
                  <p:embed/>
                </p:oleObj>
              </mc:Choice>
              <mc:Fallback>
                <p:oleObj name="Equation" r:id="rId9" imgW="241195" imgH="279279" progId="Equation.3">
                  <p:embed/>
                  <p:pic>
                    <p:nvPicPr>
                      <p:cNvPr id="17466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8608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68" name="Text Box 57"/>
          <p:cNvSpPr txBox="1">
            <a:spLocks noChangeArrowheads="1"/>
          </p:cNvSpPr>
          <p:nvPr/>
        </p:nvSpPr>
        <p:spPr bwMode="auto">
          <a:xfrm>
            <a:off x="3733800" y="30988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17469" name="Object 58"/>
          <p:cNvGraphicFramePr>
            <a:graphicFrameLocks noChangeAspect="1"/>
          </p:cNvGraphicFramePr>
          <p:nvPr/>
        </p:nvGraphicFramePr>
        <p:xfrm>
          <a:off x="5562600" y="21336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380835" imgH="520474" progId="Equation.3">
                  <p:embed/>
                </p:oleObj>
              </mc:Choice>
              <mc:Fallback>
                <p:oleObj name="Equation" r:id="rId19" imgW="380835" imgH="520474" progId="Equation.3">
                  <p:embed/>
                  <p:pic>
                    <p:nvPicPr>
                      <p:cNvPr id="17469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21336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70" name="Object 59"/>
          <p:cNvGraphicFramePr>
            <a:graphicFrameLocks noChangeAspect="1"/>
          </p:cNvGraphicFramePr>
          <p:nvPr/>
        </p:nvGraphicFramePr>
        <p:xfrm>
          <a:off x="6096000" y="4800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444307" imgH="520474" progId="Equation.3">
                  <p:embed/>
                </p:oleObj>
              </mc:Choice>
              <mc:Fallback>
                <p:oleObj name="Equation" r:id="rId21" imgW="444307" imgH="520474" progId="Equation.3">
                  <p:embed/>
                  <p:pic>
                    <p:nvPicPr>
                      <p:cNvPr id="1747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48006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71" name="Text Box 60"/>
          <p:cNvSpPr txBox="1">
            <a:spLocks noChangeArrowheads="1"/>
          </p:cNvSpPr>
          <p:nvPr/>
        </p:nvSpPr>
        <p:spPr bwMode="auto">
          <a:xfrm>
            <a:off x="136525" y="0"/>
            <a:ext cx="1874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Example:</a:t>
            </a:r>
          </a:p>
        </p:txBody>
      </p:sp>
      <p:graphicFrame>
        <p:nvGraphicFramePr>
          <p:cNvPr id="64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6191387"/>
              </p:ext>
            </p:extLst>
          </p:nvPr>
        </p:nvGraphicFramePr>
        <p:xfrm>
          <a:off x="4325144" y="3868615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6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5144" y="3868615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Halting</a:t>
            </a:r>
          </a:p>
        </p:txBody>
      </p:sp>
      <p:sp>
        <p:nvSpPr>
          <p:cNvPr id="20483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20484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D85AA7D7-BBA6-4C7D-94F3-6EA4D4DA3A4A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19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6" name="Text Box 28"/>
          <p:cNvSpPr txBox="1">
            <a:spLocks noChangeArrowheads="1"/>
          </p:cNvSpPr>
          <p:nvPr/>
        </p:nvSpPr>
        <p:spPr bwMode="auto">
          <a:xfrm>
            <a:off x="212725" y="1016000"/>
            <a:ext cx="1841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0487" name="Text Box 29"/>
          <p:cNvSpPr txBox="1">
            <a:spLocks noChangeArrowheads="1"/>
          </p:cNvSpPr>
          <p:nvPr/>
        </p:nvSpPr>
        <p:spPr bwMode="auto">
          <a:xfrm>
            <a:off x="1219200" y="2514600"/>
            <a:ext cx="7623175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The machine </a:t>
            </a:r>
            <a:r>
              <a:rPr lang="en-US" altLang="en-US" b="1" i="1">
                <a:solidFill>
                  <a:srgbClr val="FF0000"/>
                </a:solidFill>
              </a:rPr>
              <a:t>halts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/>
              <a:t>in a state</a:t>
            </a:r>
            <a:r>
              <a:rPr lang="en-US" altLang="en-US">
                <a:solidFill>
                  <a:srgbClr val="FF0000"/>
                </a:solidFill>
              </a:rPr>
              <a:t> </a:t>
            </a:r>
            <a:r>
              <a:rPr lang="en-US" altLang="en-US"/>
              <a:t>if there is</a:t>
            </a:r>
          </a:p>
          <a:p>
            <a:r>
              <a:rPr lang="en-US" altLang="en-US"/>
              <a:t>no transition to follow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2B3D04F1-2691-4096-9A17-D9CD75983E4F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9" name="Text Box 2"/>
          <p:cNvSpPr txBox="1">
            <a:spLocks noChangeArrowheads="1"/>
          </p:cNvSpPr>
          <p:nvPr/>
        </p:nvSpPr>
        <p:spPr bwMode="auto">
          <a:xfrm>
            <a:off x="136525" y="101600"/>
            <a:ext cx="36687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Halting Example 1:</a:t>
            </a:r>
          </a:p>
        </p:txBody>
      </p:sp>
      <p:sp>
        <p:nvSpPr>
          <p:cNvPr id="21510" name="Line 3"/>
          <p:cNvSpPr>
            <a:spLocks noChangeShapeType="1"/>
          </p:cNvSpPr>
          <p:nvPr/>
        </p:nvSpPr>
        <p:spPr bwMode="auto">
          <a:xfrm>
            <a:off x="381000" y="18288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511" name="Line 4"/>
          <p:cNvSpPr>
            <a:spLocks noChangeShapeType="1"/>
          </p:cNvSpPr>
          <p:nvPr/>
        </p:nvSpPr>
        <p:spPr bwMode="auto">
          <a:xfrm>
            <a:off x="381000" y="2514600"/>
            <a:ext cx="853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512" name="Line 5"/>
          <p:cNvSpPr>
            <a:spLocks noChangeShapeType="1"/>
          </p:cNvSpPr>
          <p:nvPr/>
        </p:nvSpPr>
        <p:spPr bwMode="auto">
          <a:xfrm>
            <a:off x="1752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13" name="Line 6"/>
          <p:cNvSpPr>
            <a:spLocks noChangeShapeType="1"/>
          </p:cNvSpPr>
          <p:nvPr/>
        </p:nvSpPr>
        <p:spPr bwMode="auto">
          <a:xfrm>
            <a:off x="2362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14" name="Line 7"/>
          <p:cNvSpPr>
            <a:spLocks noChangeShapeType="1"/>
          </p:cNvSpPr>
          <p:nvPr/>
        </p:nvSpPr>
        <p:spPr bwMode="auto">
          <a:xfrm>
            <a:off x="2971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15" name="Line 8"/>
          <p:cNvSpPr>
            <a:spLocks noChangeShapeType="1"/>
          </p:cNvSpPr>
          <p:nvPr/>
        </p:nvSpPr>
        <p:spPr bwMode="auto">
          <a:xfrm>
            <a:off x="35814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16" name="Line 9"/>
          <p:cNvSpPr>
            <a:spLocks noChangeShapeType="1"/>
          </p:cNvSpPr>
          <p:nvPr/>
        </p:nvSpPr>
        <p:spPr bwMode="auto">
          <a:xfrm>
            <a:off x="4191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17" name="Line 10"/>
          <p:cNvSpPr>
            <a:spLocks noChangeShapeType="1"/>
          </p:cNvSpPr>
          <p:nvPr/>
        </p:nvSpPr>
        <p:spPr bwMode="auto">
          <a:xfrm>
            <a:off x="4800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18" name="Line 11"/>
          <p:cNvSpPr>
            <a:spLocks noChangeShapeType="1"/>
          </p:cNvSpPr>
          <p:nvPr/>
        </p:nvSpPr>
        <p:spPr bwMode="auto">
          <a:xfrm>
            <a:off x="5410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19" name="Line 12"/>
          <p:cNvSpPr>
            <a:spLocks noChangeShapeType="1"/>
          </p:cNvSpPr>
          <p:nvPr/>
        </p:nvSpPr>
        <p:spPr bwMode="auto">
          <a:xfrm>
            <a:off x="6019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20" name="Line 13"/>
          <p:cNvSpPr>
            <a:spLocks noChangeShapeType="1"/>
          </p:cNvSpPr>
          <p:nvPr/>
        </p:nvSpPr>
        <p:spPr bwMode="auto">
          <a:xfrm>
            <a:off x="66294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21" name="Line 14"/>
          <p:cNvSpPr>
            <a:spLocks noChangeShapeType="1"/>
          </p:cNvSpPr>
          <p:nvPr/>
        </p:nvSpPr>
        <p:spPr bwMode="auto">
          <a:xfrm>
            <a:off x="7239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1522" name="Text Box 15"/>
          <p:cNvSpPr txBox="1">
            <a:spLocks noChangeArrowheads="1"/>
          </p:cNvSpPr>
          <p:nvPr/>
        </p:nvSpPr>
        <p:spPr bwMode="auto">
          <a:xfrm>
            <a:off x="7772400" y="17526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21523" name="Text Box 16"/>
          <p:cNvSpPr txBox="1">
            <a:spLocks noChangeArrowheads="1"/>
          </p:cNvSpPr>
          <p:nvPr/>
        </p:nvSpPr>
        <p:spPr bwMode="auto">
          <a:xfrm>
            <a:off x="685800" y="1752600"/>
            <a:ext cx="79375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......</a:t>
            </a:r>
          </a:p>
        </p:txBody>
      </p:sp>
      <p:sp>
        <p:nvSpPr>
          <p:cNvPr id="21524" name="Line 17"/>
          <p:cNvSpPr>
            <a:spLocks noChangeShapeType="1"/>
          </p:cNvSpPr>
          <p:nvPr/>
        </p:nvSpPr>
        <p:spPr bwMode="auto">
          <a:xfrm flipV="1">
            <a:off x="5105400" y="2514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21525" name="Object 18"/>
          <p:cNvGraphicFramePr>
            <a:graphicFrameLocks noChangeAspect="1"/>
          </p:cNvGraphicFramePr>
          <p:nvPr/>
        </p:nvGraphicFramePr>
        <p:xfrm>
          <a:off x="19558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152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6" name="Object 19"/>
          <p:cNvGraphicFramePr>
            <a:graphicFrameLocks noChangeAspect="1"/>
          </p:cNvGraphicFramePr>
          <p:nvPr/>
        </p:nvGraphicFramePr>
        <p:xfrm>
          <a:off x="25654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152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54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7" name="Object 20"/>
          <p:cNvGraphicFramePr>
            <a:graphicFrameLocks noChangeAspect="1"/>
          </p:cNvGraphicFramePr>
          <p:nvPr/>
        </p:nvGraphicFramePr>
        <p:xfrm>
          <a:off x="61468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1527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8" name="Object 21"/>
          <p:cNvGraphicFramePr>
            <a:graphicFrameLocks noChangeAspect="1"/>
          </p:cNvGraphicFramePr>
          <p:nvPr/>
        </p:nvGraphicFramePr>
        <p:xfrm>
          <a:off x="67564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152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22"/>
          <p:cNvGraphicFramePr>
            <a:graphicFrameLocks noChangeAspect="1"/>
          </p:cNvGraphicFramePr>
          <p:nvPr/>
        </p:nvGraphicFramePr>
        <p:xfrm>
          <a:off x="56134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2152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34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0" name="Object 23"/>
          <p:cNvGraphicFramePr>
            <a:graphicFrameLocks noChangeAspect="1"/>
          </p:cNvGraphicFramePr>
          <p:nvPr/>
        </p:nvGraphicFramePr>
        <p:xfrm>
          <a:off x="31242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6584" imgH="279279" progId="Equation.3">
                  <p:embed/>
                </p:oleObj>
              </mc:Choice>
              <mc:Fallback>
                <p:oleObj name="Equation" r:id="rId2" imgW="266584" imgH="279279" progId="Equation.3">
                  <p:embed/>
                  <p:pic>
                    <p:nvPicPr>
                      <p:cNvPr id="2153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1" name="Object 24"/>
          <p:cNvGraphicFramePr>
            <a:graphicFrameLocks noChangeAspect="1"/>
          </p:cNvGraphicFramePr>
          <p:nvPr/>
        </p:nvGraphicFramePr>
        <p:xfrm>
          <a:off x="3810000" y="1981200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93529" progId="Equation.3">
                  <p:embed/>
                </p:oleObj>
              </mc:Choice>
              <mc:Fallback>
                <p:oleObj name="Equation" r:id="rId2" imgW="253890" imgH="393529" progId="Equation.3">
                  <p:embed/>
                  <p:pic>
                    <p:nvPicPr>
                      <p:cNvPr id="21531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981200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2" name="Object 25"/>
          <p:cNvGraphicFramePr>
            <a:graphicFrameLocks noChangeAspect="1"/>
          </p:cNvGraphicFramePr>
          <p:nvPr/>
        </p:nvGraphicFramePr>
        <p:xfrm>
          <a:off x="4953000" y="2057400"/>
          <a:ext cx="2397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41195" imgH="279279" progId="Equation.3">
                  <p:embed/>
                </p:oleObj>
              </mc:Choice>
              <mc:Fallback>
                <p:oleObj name="Equation" r:id="rId7" imgW="241195" imgH="279279" progId="Equation.3">
                  <p:embed/>
                  <p:pic>
                    <p:nvPicPr>
                      <p:cNvPr id="21532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057400"/>
                        <a:ext cx="2397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3" name="Object 26"/>
          <p:cNvGraphicFramePr>
            <a:graphicFrameLocks noChangeAspect="1"/>
          </p:cNvGraphicFramePr>
          <p:nvPr/>
        </p:nvGraphicFramePr>
        <p:xfrm>
          <a:off x="44196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66584" imgH="279279" progId="Equation.3">
                  <p:embed/>
                </p:oleObj>
              </mc:Choice>
              <mc:Fallback>
                <p:oleObj name="Equation" r:id="rId9" imgW="266584" imgH="279279" progId="Equation.3">
                  <p:embed/>
                  <p:pic>
                    <p:nvPicPr>
                      <p:cNvPr id="21533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34" name="Object 27"/>
          <p:cNvGraphicFramePr>
            <a:graphicFrameLocks noChangeAspect="1"/>
          </p:cNvGraphicFramePr>
          <p:nvPr/>
        </p:nvGraphicFramePr>
        <p:xfrm>
          <a:off x="4953000" y="29718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35" imgH="520474" progId="Equation.3">
                  <p:embed/>
                </p:oleObj>
              </mc:Choice>
              <mc:Fallback>
                <p:oleObj name="Equation" r:id="rId2" imgW="380835" imgH="520474" progId="Equation.3">
                  <p:embed/>
                  <p:pic>
                    <p:nvPicPr>
                      <p:cNvPr id="2153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9718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5" name="Oval 28"/>
          <p:cNvSpPr>
            <a:spLocks noChangeArrowheads="1"/>
          </p:cNvSpPr>
          <p:nvPr/>
        </p:nvSpPr>
        <p:spPr bwMode="auto">
          <a:xfrm>
            <a:off x="2362200" y="46482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1536" name="Object 31"/>
          <p:cNvGraphicFramePr>
            <a:graphicFrameLocks noChangeAspect="1"/>
          </p:cNvGraphicFramePr>
          <p:nvPr/>
        </p:nvGraphicFramePr>
        <p:xfrm>
          <a:off x="2620963" y="47291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35" imgH="520474" progId="Equation.3">
                  <p:embed/>
                </p:oleObj>
              </mc:Choice>
              <mc:Fallback>
                <p:oleObj name="Equation" r:id="rId2" imgW="380835" imgH="520474" progId="Equation.3">
                  <p:embed/>
                  <p:pic>
                    <p:nvPicPr>
                      <p:cNvPr id="21536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0963" y="47291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37" name="Text Box 38"/>
          <p:cNvSpPr txBox="1">
            <a:spLocks noChangeArrowheads="1"/>
          </p:cNvSpPr>
          <p:nvPr/>
        </p:nvSpPr>
        <p:spPr bwMode="auto">
          <a:xfrm>
            <a:off x="4648200" y="4572000"/>
            <a:ext cx="43640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No transition from     </a:t>
            </a:r>
          </a:p>
        </p:txBody>
      </p:sp>
      <p:sp>
        <p:nvSpPr>
          <p:cNvPr id="21538" name="Text Box 39"/>
          <p:cNvSpPr txBox="1">
            <a:spLocks noChangeArrowheads="1"/>
          </p:cNvSpPr>
          <p:nvPr/>
        </p:nvSpPr>
        <p:spPr bwMode="auto">
          <a:xfrm>
            <a:off x="5791200" y="5334000"/>
            <a:ext cx="15906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HALT!!!</a:t>
            </a:r>
          </a:p>
        </p:txBody>
      </p:sp>
      <p:graphicFrame>
        <p:nvGraphicFramePr>
          <p:cNvPr id="21539" name="Object 40"/>
          <p:cNvGraphicFramePr>
            <a:graphicFrameLocks noChangeAspect="1"/>
          </p:cNvGraphicFramePr>
          <p:nvPr/>
        </p:nvGraphicFramePr>
        <p:xfrm>
          <a:off x="8382000" y="4572000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35" imgH="520474" progId="Equation.3">
                  <p:embed/>
                </p:oleObj>
              </mc:Choice>
              <mc:Fallback>
                <p:oleObj name="Equation" r:id="rId2" imgW="380835" imgH="520474" progId="Equation.3">
                  <p:embed/>
                  <p:pic>
                    <p:nvPicPr>
                      <p:cNvPr id="21539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0" y="4572000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40" name="Line 42"/>
          <p:cNvSpPr>
            <a:spLocks noChangeShapeType="1"/>
          </p:cNvSpPr>
          <p:nvPr/>
        </p:nvSpPr>
        <p:spPr bwMode="auto">
          <a:xfrm>
            <a:off x="914400" y="4114800"/>
            <a:ext cx="1524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541" name="Line 43"/>
          <p:cNvSpPr>
            <a:spLocks noChangeShapeType="1"/>
          </p:cNvSpPr>
          <p:nvPr/>
        </p:nvSpPr>
        <p:spPr bwMode="auto">
          <a:xfrm flipV="1">
            <a:off x="762000" y="5105400"/>
            <a:ext cx="160020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  <p:sp>
        <p:nvSpPr>
          <p:cNvPr id="21542" name="Line 44"/>
          <p:cNvSpPr>
            <a:spLocks noChangeShapeType="1"/>
          </p:cNvSpPr>
          <p:nvPr/>
        </p:nvSpPr>
        <p:spPr bwMode="auto">
          <a:xfrm flipV="1">
            <a:off x="762000" y="5334000"/>
            <a:ext cx="1752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Accepting States</a:t>
            </a:r>
          </a:p>
        </p:txBody>
      </p:sp>
      <p:sp>
        <p:nvSpPr>
          <p:cNvPr id="23555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23556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DB089165-BF90-4DFC-B12B-427B2DA7F2AD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8" name="Oval 3"/>
          <p:cNvSpPr>
            <a:spLocks noChangeArrowheads="1"/>
          </p:cNvSpPr>
          <p:nvPr/>
        </p:nvSpPr>
        <p:spPr bwMode="auto">
          <a:xfrm>
            <a:off x="457200" y="129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59" name="Oval 4"/>
          <p:cNvSpPr>
            <a:spLocks noChangeArrowheads="1"/>
          </p:cNvSpPr>
          <p:nvPr/>
        </p:nvSpPr>
        <p:spPr bwMode="auto">
          <a:xfrm>
            <a:off x="3352800" y="129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60" name="Line 5"/>
          <p:cNvSpPr>
            <a:spLocks noChangeShapeType="1"/>
          </p:cNvSpPr>
          <p:nvPr/>
        </p:nvSpPr>
        <p:spPr bwMode="auto">
          <a:xfrm>
            <a:off x="1295400" y="1676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3561" name="Object 6"/>
          <p:cNvGraphicFramePr>
            <a:graphicFrameLocks noChangeAspect="1"/>
          </p:cNvGraphicFramePr>
          <p:nvPr/>
        </p:nvGraphicFramePr>
        <p:xfrm>
          <a:off x="715963" y="137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35" imgH="520474" progId="Equation.3">
                  <p:embed/>
                </p:oleObj>
              </mc:Choice>
              <mc:Fallback>
                <p:oleObj name="Equation" r:id="rId2" imgW="380835" imgH="520474" progId="Equation.3">
                  <p:embed/>
                  <p:pic>
                    <p:nvPicPr>
                      <p:cNvPr id="23561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137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2" name="Object 7"/>
          <p:cNvGraphicFramePr>
            <a:graphicFrameLocks noChangeAspect="1"/>
          </p:cNvGraphicFramePr>
          <p:nvPr/>
        </p:nvGraphicFramePr>
        <p:xfrm>
          <a:off x="3581400" y="1371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307" imgH="520474" progId="Equation.3">
                  <p:embed/>
                </p:oleObj>
              </mc:Choice>
              <mc:Fallback>
                <p:oleObj name="Equation" r:id="rId4" imgW="444307" imgH="520474" progId="Equation.3">
                  <p:embed/>
                  <p:pic>
                    <p:nvPicPr>
                      <p:cNvPr id="2356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3716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Oval 9"/>
          <p:cNvSpPr>
            <a:spLocks noChangeArrowheads="1"/>
          </p:cNvSpPr>
          <p:nvPr/>
        </p:nvSpPr>
        <p:spPr bwMode="auto">
          <a:xfrm>
            <a:off x="3200400" y="114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64" name="Text Box 10"/>
          <p:cNvSpPr txBox="1">
            <a:spLocks noChangeArrowheads="1"/>
          </p:cNvSpPr>
          <p:nvPr/>
        </p:nvSpPr>
        <p:spPr bwMode="auto">
          <a:xfrm>
            <a:off x="5105400" y="1371600"/>
            <a:ext cx="16557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Allowed</a:t>
            </a:r>
          </a:p>
        </p:txBody>
      </p:sp>
      <p:sp>
        <p:nvSpPr>
          <p:cNvPr id="23565" name="Oval 23"/>
          <p:cNvSpPr>
            <a:spLocks noChangeArrowheads="1"/>
          </p:cNvSpPr>
          <p:nvPr/>
        </p:nvSpPr>
        <p:spPr bwMode="auto">
          <a:xfrm>
            <a:off x="457200" y="3200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66" name="Oval 24"/>
          <p:cNvSpPr>
            <a:spLocks noChangeArrowheads="1"/>
          </p:cNvSpPr>
          <p:nvPr/>
        </p:nvSpPr>
        <p:spPr bwMode="auto">
          <a:xfrm>
            <a:off x="3352800" y="3200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67" name="Line 25"/>
          <p:cNvSpPr>
            <a:spLocks noChangeShapeType="1"/>
          </p:cNvSpPr>
          <p:nvPr/>
        </p:nvSpPr>
        <p:spPr bwMode="auto">
          <a:xfrm>
            <a:off x="1447800" y="3581400"/>
            <a:ext cx="1905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3568" name="Object 26"/>
          <p:cNvGraphicFramePr>
            <a:graphicFrameLocks noChangeAspect="1"/>
          </p:cNvGraphicFramePr>
          <p:nvPr/>
        </p:nvGraphicFramePr>
        <p:xfrm>
          <a:off x="715963" y="3281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80835" imgH="520474" progId="Equation.3">
                  <p:embed/>
                </p:oleObj>
              </mc:Choice>
              <mc:Fallback>
                <p:oleObj name="Equation" r:id="rId6" imgW="380835" imgH="520474" progId="Equation.3">
                  <p:embed/>
                  <p:pic>
                    <p:nvPicPr>
                      <p:cNvPr id="2356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963" y="3281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9" name="Object 27"/>
          <p:cNvGraphicFramePr>
            <a:graphicFrameLocks noChangeAspect="1"/>
          </p:cNvGraphicFramePr>
          <p:nvPr/>
        </p:nvGraphicFramePr>
        <p:xfrm>
          <a:off x="3581400" y="3276600"/>
          <a:ext cx="442913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307" imgH="520474" progId="Equation.3">
                  <p:embed/>
                </p:oleObj>
              </mc:Choice>
              <mc:Fallback>
                <p:oleObj name="Equation" r:id="rId6" imgW="444307" imgH="520474" progId="Equation.3">
                  <p:embed/>
                  <p:pic>
                    <p:nvPicPr>
                      <p:cNvPr id="2356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276600"/>
                        <a:ext cx="442913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0" name="Oval 28"/>
          <p:cNvSpPr>
            <a:spLocks noChangeArrowheads="1"/>
          </p:cNvSpPr>
          <p:nvPr/>
        </p:nvSpPr>
        <p:spPr bwMode="auto">
          <a:xfrm>
            <a:off x="304800" y="3048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3571" name="Text Box 29"/>
          <p:cNvSpPr txBox="1">
            <a:spLocks noChangeArrowheads="1"/>
          </p:cNvSpPr>
          <p:nvPr/>
        </p:nvSpPr>
        <p:spPr bwMode="auto">
          <a:xfrm>
            <a:off x="5029200" y="3227388"/>
            <a:ext cx="26050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</a:rPr>
              <a:t>Not</a:t>
            </a:r>
            <a:r>
              <a:rPr lang="en-US" altLang="en-US">
                <a:solidFill>
                  <a:srgbClr val="FF0000"/>
                </a:solidFill>
              </a:rPr>
              <a:t> Allowed</a:t>
            </a:r>
          </a:p>
        </p:txBody>
      </p:sp>
      <p:sp>
        <p:nvSpPr>
          <p:cNvPr id="23572" name="Text Box 30"/>
          <p:cNvSpPr txBox="1">
            <a:spLocks noChangeArrowheads="1"/>
          </p:cNvSpPr>
          <p:nvPr/>
        </p:nvSpPr>
        <p:spPr bwMode="auto">
          <a:xfrm>
            <a:off x="152400" y="4876800"/>
            <a:ext cx="8988425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buFontTx/>
              <a:buChar char="•"/>
            </a:pPr>
            <a:r>
              <a:rPr lang="en-US" altLang="en-US"/>
              <a:t>Accepting states have no outgoing transitions</a:t>
            </a:r>
          </a:p>
          <a:p>
            <a:pPr>
              <a:buFontTx/>
              <a:buChar char="•"/>
            </a:pPr>
            <a:r>
              <a:rPr lang="en-US" altLang="en-US"/>
              <a:t>The machine halts and accepts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Acceptance</a:t>
            </a:r>
          </a:p>
        </p:txBody>
      </p:sp>
      <p:sp>
        <p:nvSpPr>
          <p:cNvPr id="24579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2458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09A62481-DF9B-4A9A-AF79-4EE16F31F18B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82" name="Text Box 3"/>
          <p:cNvSpPr txBox="1">
            <a:spLocks noChangeArrowheads="1"/>
          </p:cNvSpPr>
          <p:nvPr/>
        </p:nvSpPr>
        <p:spPr bwMode="auto">
          <a:xfrm>
            <a:off x="228600" y="1447800"/>
            <a:ext cx="27098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 Input</a:t>
            </a:r>
          </a:p>
        </p:txBody>
      </p:sp>
      <p:sp>
        <p:nvSpPr>
          <p:cNvPr id="24583" name="Text Box 5"/>
          <p:cNvSpPr txBox="1">
            <a:spLocks noChangeArrowheads="1"/>
          </p:cNvSpPr>
          <p:nvPr/>
        </p:nvSpPr>
        <p:spPr bwMode="auto">
          <a:xfrm>
            <a:off x="4953000" y="1219200"/>
            <a:ext cx="3702050" cy="11731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If machine halts </a:t>
            </a:r>
          </a:p>
          <a:p>
            <a:r>
              <a:rPr lang="en-US" altLang="en-US"/>
              <a:t>in an accept state </a:t>
            </a:r>
          </a:p>
        </p:txBody>
      </p:sp>
      <p:sp>
        <p:nvSpPr>
          <p:cNvPr id="24584" name="AutoShape 10"/>
          <p:cNvSpPr>
            <a:spLocks noChangeArrowheads="1"/>
          </p:cNvSpPr>
          <p:nvPr/>
        </p:nvSpPr>
        <p:spPr bwMode="auto">
          <a:xfrm>
            <a:off x="3429000" y="15240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85" name="Text Box 11"/>
          <p:cNvSpPr txBox="1">
            <a:spLocks noChangeArrowheads="1"/>
          </p:cNvSpPr>
          <p:nvPr/>
        </p:nvSpPr>
        <p:spPr bwMode="auto">
          <a:xfrm>
            <a:off x="228600" y="4419600"/>
            <a:ext cx="2627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Reject Input</a:t>
            </a:r>
          </a:p>
        </p:txBody>
      </p:sp>
      <p:sp>
        <p:nvSpPr>
          <p:cNvPr id="24586" name="AutoShape 12"/>
          <p:cNvSpPr>
            <a:spLocks noChangeArrowheads="1"/>
          </p:cNvSpPr>
          <p:nvPr/>
        </p:nvSpPr>
        <p:spPr bwMode="auto">
          <a:xfrm>
            <a:off x="3429000" y="4495800"/>
            <a:ext cx="976313" cy="485775"/>
          </a:xfrm>
          <a:prstGeom prst="rightArrow">
            <a:avLst>
              <a:gd name="adj1" fmla="val 50000"/>
              <a:gd name="adj2" fmla="val 5024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4587" name="Text Box 13"/>
          <p:cNvSpPr txBox="1">
            <a:spLocks noChangeArrowheads="1"/>
          </p:cNvSpPr>
          <p:nvPr/>
        </p:nvSpPr>
        <p:spPr bwMode="auto">
          <a:xfrm>
            <a:off x="4648200" y="3429000"/>
            <a:ext cx="4298950" cy="29257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 If machine  halts </a:t>
            </a:r>
          </a:p>
          <a:p>
            <a:r>
              <a:rPr lang="en-US" altLang="en-US"/>
              <a:t> in a non-accept state</a:t>
            </a:r>
          </a:p>
          <a:p>
            <a:r>
              <a:rPr lang="en-US" altLang="en-US"/>
              <a:t>             </a:t>
            </a:r>
            <a:r>
              <a:rPr lang="en-US" altLang="en-US">
                <a:solidFill>
                  <a:srgbClr val="FF0000"/>
                </a:solidFill>
              </a:rPr>
              <a:t>or</a:t>
            </a:r>
          </a:p>
          <a:p>
            <a:r>
              <a:rPr lang="en-US" altLang="en-US"/>
              <a:t> If machine enters </a:t>
            </a:r>
          </a:p>
          <a:p>
            <a:r>
              <a:rPr lang="en-US" altLang="en-US"/>
              <a:t> an </a:t>
            </a:r>
            <a:r>
              <a:rPr lang="en-US" altLang="en-US" i="1"/>
              <a:t>infinite loop</a:t>
            </a:r>
            <a:r>
              <a:rPr lang="en-US" altLang="en-US"/>
              <a:t> </a:t>
            </a:r>
          </a:p>
        </p:txBody>
      </p:sp>
      <p:sp>
        <p:nvSpPr>
          <p:cNvPr id="24588" name="Text Box 15"/>
          <p:cNvSpPr txBox="1">
            <a:spLocks noChangeArrowheads="1"/>
          </p:cNvSpPr>
          <p:nvPr/>
        </p:nvSpPr>
        <p:spPr bwMode="auto">
          <a:xfrm>
            <a:off x="1676400" y="1905000"/>
            <a:ext cx="13128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string</a:t>
            </a:r>
          </a:p>
        </p:txBody>
      </p:sp>
      <p:sp>
        <p:nvSpPr>
          <p:cNvPr id="24589" name="Text Box 16"/>
          <p:cNvSpPr txBox="1">
            <a:spLocks noChangeArrowheads="1"/>
          </p:cNvSpPr>
          <p:nvPr/>
        </p:nvSpPr>
        <p:spPr bwMode="auto">
          <a:xfrm>
            <a:off x="1676400" y="4953000"/>
            <a:ext cx="13128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string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E395B41E-879A-4960-BCE0-7EA06409A5DA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5" name="Text Box 4"/>
          <p:cNvSpPr txBox="1">
            <a:spLocks noChangeArrowheads="1"/>
          </p:cNvSpPr>
          <p:nvPr/>
        </p:nvSpPr>
        <p:spPr bwMode="auto">
          <a:xfrm>
            <a:off x="517525" y="482600"/>
            <a:ext cx="2627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Observation:</a:t>
            </a:r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1736725" y="1244600"/>
            <a:ext cx="6692900" cy="174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In order to accept an input string,</a:t>
            </a:r>
          </a:p>
          <a:p>
            <a:r>
              <a:rPr lang="en-US" altLang="en-US"/>
              <a:t>it is not necessary to scan all the</a:t>
            </a:r>
          </a:p>
          <a:p>
            <a:r>
              <a:rPr lang="en-US" altLang="en-US"/>
              <a:t>symbols in the string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Turing Machine Example</a:t>
            </a:r>
          </a:p>
        </p:txBody>
      </p:sp>
      <p:sp>
        <p:nvSpPr>
          <p:cNvPr id="26627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2662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A92FA2D-71CA-492D-97F5-33106598A334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30" name="Text Box 3"/>
          <p:cNvSpPr txBox="1">
            <a:spLocks noChangeArrowheads="1"/>
          </p:cNvSpPr>
          <p:nvPr/>
        </p:nvSpPr>
        <p:spPr bwMode="auto">
          <a:xfrm>
            <a:off x="1676400" y="2514600"/>
            <a:ext cx="4351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Accepts the language:</a:t>
            </a:r>
          </a:p>
        </p:txBody>
      </p:sp>
      <p:graphicFrame>
        <p:nvGraphicFramePr>
          <p:cNvPr id="26631" name="Object 4"/>
          <p:cNvGraphicFramePr>
            <a:graphicFrameLocks noChangeAspect="1"/>
          </p:cNvGraphicFramePr>
          <p:nvPr/>
        </p:nvGraphicFramePr>
        <p:xfrm>
          <a:off x="6248400" y="2514600"/>
          <a:ext cx="6858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696" imgH="355446" progId="Equation.3">
                  <p:embed/>
                </p:oleObj>
              </mc:Choice>
              <mc:Fallback>
                <p:oleObj name="Equation" r:id="rId2" imgW="469696" imgH="355446" progId="Equation.3">
                  <p:embed/>
                  <p:pic>
                    <p:nvPicPr>
                      <p:cNvPr id="2663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2514600"/>
                        <a:ext cx="6858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2" name="Oval 5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6633" name="Object 6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307" imgH="533169" progId="Equation.3">
                  <p:embed/>
                </p:oleObj>
              </mc:Choice>
              <mc:Fallback>
                <p:oleObj name="Equation" r:id="rId4" imgW="444307" imgH="533169" progId="Equation.3">
                  <p:embed/>
                  <p:pic>
                    <p:nvPicPr>
                      <p:cNvPr id="2663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Freeform 9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635" name="Line 10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636" name="Line 11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637" name="Oval 12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6638" name="Oval 13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6639" name="Object 14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12900" imgH="457200" progId="Equation.3">
                  <p:embed/>
                </p:oleObj>
              </mc:Choice>
              <mc:Fallback>
                <p:oleObj name="Equation" r:id="rId6" imgW="1612900" imgH="457200" progId="Equation.3">
                  <p:embed/>
                  <p:pic>
                    <p:nvPicPr>
                      <p:cNvPr id="26639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0" name="Object 15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549400" imgH="457200" progId="Equation.3">
                  <p:embed/>
                </p:oleObj>
              </mc:Choice>
              <mc:Fallback>
                <p:oleObj name="Equation" r:id="rId8" imgW="1549400" imgH="457200" progId="Equation.3">
                  <p:embed/>
                  <p:pic>
                    <p:nvPicPr>
                      <p:cNvPr id="2664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41" name="Object 16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0835" imgH="520474" progId="Equation.3">
                  <p:embed/>
                </p:oleObj>
              </mc:Choice>
              <mc:Fallback>
                <p:oleObj name="Equation" r:id="rId10" imgW="380835" imgH="520474" progId="Equation.3">
                  <p:embed/>
                  <p:pic>
                    <p:nvPicPr>
                      <p:cNvPr id="26641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2" name="Text Box 17"/>
          <p:cNvSpPr txBox="1">
            <a:spLocks noChangeArrowheads="1"/>
          </p:cNvSpPr>
          <p:nvPr/>
        </p:nvSpPr>
        <p:spPr bwMode="auto">
          <a:xfrm>
            <a:off x="1736725" y="1320800"/>
            <a:ext cx="299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Input alphabet</a:t>
            </a:r>
          </a:p>
        </p:txBody>
      </p:sp>
      <p:graphicFrame>
        <p:nvGraphicFramePr>
          <p:cNvPr id="26643" name="Object 18"/>
          <p:cNvGraphicFramePr>
            <a:graphicFrameLocks noChangeAspect="1"/>
          </p:cNvGraphicFramePr>
          <p:nvPr/>
        </p:nvGraphicFramePr>
        <p:xfrm>
          <a:off x="4876800" y="1219200"/>
          <a:ext cx="2286000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72808" imgH="215806" progId="Equation.3">
                  <p:embed/>
                </p:oleObj>
              </mc:Choice>
              <mc:Fallback>
                <p:oleObj name="Equation" r:id="rId12" imgW="672808" imgH="215806" progId="Equation.3">
                  <p:embed/>
                  <p:pic>
                    <p:nvPicPr>
                      <p:cNvPr id="26643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1219200"/>
                        <a:ext cx="2286000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F7DD872E-291A-4C82-AA85-B6665AF5132C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3" name="Line 12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54" name="Line 13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55" name="Line 14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56" name="Line 15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57" name="Line 16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58" name="Line 17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59" name="Line 18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60" name="Line 19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61" name="Line 20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62" name="Line 21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7663" name="Line 22"/>
          <p:cNvSpPr>
            <a:spLocks noChangeShapeType="1"/>
          </p:cNvSpPr>
          <p:nvPr/>
        </p:nvSpPr>
        <p:spPr bwMode="auto">
          <a:xfrm flipV="1">
            <a:off x="4572000" y="106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7664" name="Object 23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766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5" name="Object 24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766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6" name="Object 25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766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7" name="Object 26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766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8" name="Object 27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2766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69" name="Object 28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2766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0" name="Text Box 29"/>
          <p:cNvSpPr txBox="1">
            <a:spLocks noChangeArrowheads="1"/>
          </p:cNvSpPr>
          <p:nvPr/>
        </p:nvSpPr>
        <p:spPr bwMode="auto">
          <a:xfrm>
            <a:off x="381000" y="4572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0</a:t>
            </a:r>
          </a:p>
        </p:txBody>
      </p:sp>
      <p:graphicFrame>
        <p:nvGraphicFramePr>
          <p:cNvPr id="27671" name="Object 30"/>
          <p:cNvGraphicFramePr>
            <a:graphicFrameLocks noChangeAspect="1"/>
          </p:cNvGraphicFramePr>
          <p:nvPr/>
        </p:nvGraphicFramePr>
        <p:xfrm>
          <a:off x="4419600" y="14478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307" imgH="533169" progId="Equation.3">
                  <p:embed/>
                </p:oleObj>
              </mc:Choice>
              <mc:Fallback>
                <p:oleObj name="Equation" r:id="rId6" imgW="444307" imgH="533169" progId="Equation.3">
                  <p:embed/>
                  <p:pic>
                    <p:nvPicPr>
                      <p:cNvPr id="2767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4478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2" name="Object 31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2767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3" name="Oval 52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7674" name="Object 53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307" imgH="533169" progId="Equation.3">
                  <p:embed/>
                </p:oleObj>
              </mc:Choice>
              <mc:Fallback>
                <p:oleObj name="Equation" r:id="rId6" imgW="444307" imgH="533169" progId="Equation.3">
                  <p:embed/>
                  <p:pic>
                    <p:nvPicPr>
                      <p:cNvPr id="27674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75" name="Freeform 54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76" name="Line 55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77" name="Line 56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678" name="Oval 57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7679" name="Oval 58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7680" name="Object 59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12900" imgH="457200" progId="Equation.3">
                  <p:embed/>
                </p:oleObj>
              </mc:Choice>
              <mc:Fallback>
                <p:oleObj name="Equation" r:id="rId8" imgW="1612900" imgH="457200" progId="Equation.3">
                  <p:embed/>
                  <p:pic>
                    <p:nvPicPr>
                      <p:cNvPr id="2768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1" name="Object 60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49400" imgH="457200" progId="Equation.3">
                  <p:embed/>
                </p:oleObj>
              </mc:Choice>
              <mc:Fallback>
                <p:oleObj name="Equation" r:id="rId10" imgW="1549400" imgH="457200" progId="Equation.3">
                  <p:embed/>
                  <p:pic>
                    <p:nvPicPr>
                      <p:cNvPr id="27681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2" name="Object 61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80835" imgH="520474" progId="Equation.3">
                  <p:embed/>
                </p:oleObj>
              </mc:Choice>
              <mc:Fallback>
                <p:oleObj name="Equation" r:id="rId12" imgW="380835" imgH="520474" progId="Equation.3">
                  <p:embed/>
                  <p:pic>
                    <p:nvPicPr>
                      <p:cNvPr id="27682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3" name="Oval 62"/>
          <p:cNvSpPr>
            <a:spLocks noChangeArrowheads="1"/>
          </p:cNvSpPr>
          <p:nvPr/>
        </p:nvSpPr>
        <p:spPr bwMode="auto">
          <a:xfrm>
            <a:off x="2590800" y="3429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89BE7EF3-7ABF-449D-83FC-E494A77E61AF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8677" name="Oval 63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678" name="Line 12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79" name="Line 13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0" name="Line 14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1" name="Line 15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2" name="Line 16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3" name="Line 17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4" name="Line 18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5" name="Line 19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6" name="Line 20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7" name="Line 21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8688" name="Line 22"/>
          <p:cNvSpPr>
            <a:spLocks noChangeShapeType="1"/>
          </p:cNvSpPr>
          <p:nvPr/>
        </p:nvSpPr>
        <p:spPr bwMode="auto">
          <a:xfrm flipV="1">
            <a:off x="5181600" y="1069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8689" name="Object 23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868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0" name="Object 24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869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1" name="Object 25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869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2" name="Object 26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869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3" name="Object 27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2869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4" name="Object 28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2869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5" name="Text Box 29"/>
          <p:cNvSpPr txBox="1">
            <a:spLocks noChangeArrowheads="1"/>
          </p:cNvSpPr>
          <p:nvPr/>
        </p:nvSpPr>
        <p:spPr bwMode="auto">
          <a:xfrm>
            <a:off x="381000" y="457200"/>
            <a:ext cx="1417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1</a:t>
            </a:r>
          </a:p>
        </p:txBody>
      </p:sp>
      <p:graphicFrame>
        <p:nvGraphicFramePr>
          <p:cNvPr id="28696" name="Object 30"/>
          <p:cNvGraphicFramePr>
            <a:graphicFrameLocks noChangeAspect="1"/>
          </p:cNvGraphicFramePr>
          <p:nvPr/>
        </p:nvGraphicFramePr>
        <p:xfrm>
          <a:off x="4953000" y="1450975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307" imgH="533169" progId="Equation.3">
                  <p:embed/>
                </p:oleObj>
              </mc:Choice>
              <mc:Fallback>
                <p:oleObj name="Equation" r:id="rId7" imgW="444307" imgH="533169" progId="Equation.3">
                  <p:embed/>
                  <p:pic>
                    <p:nvPicPr>
                      <p:cNvPr id="2869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1450975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7" name="Object 31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2869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8" name="Object 53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28698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99" name="Freeform 54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700" name="Line 55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701" name="Line 56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702" name="Oval 57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8703" name="Oval 58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8704" name="Object 59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2900" imgH="457200" progId="Equation.3">
                  <p:embed/>
                </p:oleObj>
              </mc:Choice>
              <mc:Fallback>
                <p:oleObj name="Equation" r:id="rId10" imgW="1612900" imgH="457200" progId="Equation.3">
                  <p:embed/>
                  <p:pic>
                    <p:nvPicPr>
                      <p:cNvPr id="28704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5" name="Object 60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400" imgH="457200" progId="Equation.3">
                  <p:embed/>
                </p:oleObj>
              </mc:Choice>
              <mc:Fallback>
                <p:oleObj name="Equation" r:id="rId12" imgW="1549400" imgH="457200" progId="Equation.3">
                  <p:embed/>
                  <p:pic>
                    <p:nvPicPr>
                      <p:cNvPr id="28705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6" name="Object 61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835" imgH="520474" progId="Equation.3">
                  <p:embed/>
                </p:oleObj>
              </mc:Choice>
              <mc:Fallback>
                <p:oleObj name="Equation" r:id="rId14" imgW="380835" imgH="520474" progId="Equation.3">
                  <p:embed/>
                  <p:pic>
                    <p:nvPicPr>
                      <p:cNvPr id="28706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7" name="Oval 62"/>
          <p:cNvSpPr>
            <a:spLocks noChangeArrowheads="1"/>
          </p:cNvSpPr>
          <p:nvPr/>
        </p:nvSpPr>
        <p:spPr bwMode="auto">
          <a:xfrm>
            <a:off x="2590800" y="3429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00D49B17-A5B6-497E-8580-7F90BCD35772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01" name="Oval 63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02" name="Line 12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3" name="Line 13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4" name="Line 14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5" name="Line 15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6" name="Line 16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7" name="Line 17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8" name="Line 18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09" name="Line 19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10" name="Line 20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11" name="Line 21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29712" name="Line 22"/>
          <p:cNvSpPr>
            <a:spLocks noChangeShapeType="1"/>
          </p:cNvSpPr>
          <p:nvPr/>
        </p:nvSpPr>
        <p:spPr bwMode="auto">
          <a:xfrm flipV="1">
            <a:off x="5791200" y="1069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29713" name="Object 23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971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4" name="Object 24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971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5" name="Object 25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2971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6" name="Object 26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2971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7" name="Object 27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2971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18" name="Object 28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2971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9" name="Text Box 29"/>
          <p:cNvSpPr txBox="1">
            <a:spLocks noChangeArrowheads="1"/>
          </p:cNvSpPr>
          <p:nvPr/>
        </p:nvSpPr>
        <p:spPr bwMode="auto">
          <a:xfrm>
            <a:off x="381000" y="4572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29720" name="Object 30"/>
          <p:cNvGraphicFramePr>
            <a:graphicFrameLocks noChangeAspect="1"/>
          </p:cNvGraphicFramePr>
          <p:nvPr/>
        </p:nvGraphicFramePr>
        <p:xfrm>
          <a:off x="5562600" y="1450975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307" imgH="533169" progId="Equation.3">
                  <p:embed/>
                </p:oleObj>
              </mc:Choice>
              <mc:Fallback>
                <p:oleObj name="Equation" r:id="rId7" imgW="444307" imgH="533169" progId="Equation.3">
                  <p:embed/>
                  <p:pic>
                    <p:nvPicPr>
                      <p:cNvPr id="2972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450975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1" name="Object 31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2972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2" name="Object 53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307" imgH="533169" progId="Equation.3">
                  <p:embed/>
                </p:oleObj>
              </mc:Choice>
              <mc:Fallback>
                <p:oleObj name="Equation" r:id="rId7" imgW="444307" imgH="533169" progId="Equation.3">
                  <p:embed/>
                  <p:pic>
                    <p:nvPicPr>
                      <p:cNvPr id="29722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3" name="Freeform 54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24" name="Line 55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25" name="Line 56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9726" name="Oval 57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29727" name="Oval 58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29728" name="Object 59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2900" imgH="457200" progId="Equation.3">
                  <p:embed/>
                </p:oleObj>
              </mc:Choice>
              <mc:Fallback>
                <p:oleObj name="Equation" r:id="rId9" imgW="1612900" imgH="457200" progId="Equation.3">
                  <p:embed/>
                  <p:pic>
                    <p:nvPicPr>
                      <p:cNvPr id="29728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29" name="Object 60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49400" imgH="457200" progId="Equation.3">
                  <p:embed/>
                </p:oleObj>
              </mc:Choice>
              <mc:Fallback>
                <p:oleObj name="Equation" r:id="rId11" imgW="1549400" imgH="457200" progId="Equation.3">
                  <p:embed/>
                  <p:pic>
                    <p:nvPicPr>
                      <p:cNvPr id="29729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0" name="Object 61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80835" imgH="520474" progId="Equation.3">
                  <p:embed/>
                </p:oleObj>
              </mc:Choice>
              <mc:Fallback>
                <p:oleObj name="Equation" r:id="rId13" imgW="380835" imgH="520474" progId="Equation.3">
                  <p:embed/>
                  <p:pic>
                    <p:nvPicPr>
                      <p:cNvPr id="2973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1" name="Oval 62"/>
          <p:cNvSpPr>
            <a:spLocks noChangeArrowheads="1"/>
          </p:cNvSpPr>
          <p:nvPr/>
        </p:nvSpPr>
        <p:spPr bwMode="auto">
          <a:xfrm>
            <a:off x="2590800" y="34290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2115504F-E84F-4573-AA2E-0D21C45E969A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5" name="Oval 65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26" name="Line 12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7" name="Line 13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8" name="Line 14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29" name="Line 15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30" name="Line 16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31" name="Line 17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32" name="Line 18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33" name="Line 19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34" name="Line 20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35" name="Line 21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0736" name="Line 22"/>
          <p:cNvSpPr>
            <a:spLocks noChangeShapeType="1"/>
          </p:cNvSpPr>
          <p:nvPr/>
        </p:nvSpPr>
        <p:spPr bwMode="auto">
          <a:xfrm flipV="1">
            <a:off x="6324600" y="1069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0737" name="Object 23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0737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8" name="Object 24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0738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9" name="Object 25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073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0" name="Object 26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074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1" name="Object 27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074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2" name="Object 28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074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3" name="Text Box 29"/>
          <p:cNvSpPr txBox="1">
            <a:spLocks noChangeArrowheads="1"/>
          </p:cNvSpPr>
          <p:nvPr/>
        </p:nvSpPr>
        <p:spPr bwMode="auto">
          <a:xfrm>
            <a:off x="381000" y="4572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3</a:t>
            </a:r>
          </a:p>
        </p:txBody>
      </p:sp>
      <p:graphicFrame>
        <p:nvGraphicFramePr>
          <p:cNvPr id="30744" name="Object 30"/>
          <p:cNvGraphicFramePr>
            <a:graphicFrameLocks noChangeAspect="1"/>
          </p:cNvGraphicFramePr>
          <p:nvPr/>
        </p:nvGraphicFramePr>
        <p:xfrm>
          <a:off x="6172200" y="1450975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307" imgH="533169" progId="Equation.3">
                  <p:embed/>
                </p:oleObj>
              </mc:Choice>
              <mc:Fallback>
                <p:oleObj name="Equation" r:id="rId7" imgW="444307" imgH="533169" progId="Equation.3">
                  <p:embed/>
                  <p:pic>
                    <p:nvPicPr>
                      <p:cNvPr id="3074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1450975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5" name="Object 31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66584" imgH="279279" progId="Equation.3">
                  <p:embed/>
                </p:oleObj>
              </mc:Choice>
              <mc:Fallback>
                <p:oleObj name="Equation" r:id="rId5" imgW="266584" imgH="279279" progId="Equation.3">
                  <p:embed/>
                  <p:pic>
                    <p:nvPicPr>
                      <p:cNvPr id="3074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6" name="Object 55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307" imgH="533169" progId="Equation.3">
                  <p:embed/>
                </p:oleObj>
              </mc:Choice>
              <mc:Fallback>
                <p:oleObj name="Equation" r:id="rId7" imgW="444307" imgH="533169" progId="Equation.3">
                  <p:embed/>
                  <p:pic>
                    <p:nvPicPr>
                      <p:cNvPr id="30746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7" name="Freeform 56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48" name="Line 57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49" name="Line 58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0750" name="Oval 59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0751" name="Oval 60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0752" name="Object 61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12900" imgH="457200" progId="Equation.3">
                  <p:embed/>
                </p:oleObj>
              </mc:Choice>
              <mc:Fallback>
                <p:oleObj name="Equation" r:id="rId9" imgW="1612900" imgH="457200" progId="Equation.3">
                  <p:embed/>
                  <p:pic>
                    <p:nvPicPr>
                      <p:cNvPr id="30752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3" name="Object 62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549400" imgH="457200" progId="Equation.3">
                  <p:embed/>
                </p:oleObj>
              </mc:Choice>
              <mc:Fallback>
                <p:oleObj name="Equation" r:id="rId11" imgW="1549400" imgH="457200" progId="Equation.3">
                  <p:embed/>
                  <p:pic>
                    <p:nvPicPr>
                      <p:cNvPr id="30753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4" name="Object 63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80835" imgH="520474" progId="Equation.3">
                  <p:embed/>
                </p:oleObj>
              </mc:Choice>
              <mc:Fallback>
                <p:oleObj name="Equation" r:id="rId13" imgW="380835" imgH="520474" progId="Equation.3">
                  <p:embed/>
                  <p:pic>
                    <p:nvPicPr>
                      <p:cNvPr id="30754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5" name="Oval 64"/>
          <p:cNvSpPr>
            <a:spLocks noChangeArrowheads="1"/>
          </p:cNvSpPr>
          <p:nvPr/>
        </p:nvSpPr>
        <p:spPr bwMode="auto">
          <a:xfrm>
            <a:off x="3962400" y="4724400"/>
            <a:ext cx="2057400" cy="7620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B48A5F8F-FB38-44F3-B5B5-32561DDCBF2F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29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9" name="Oval 2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50" name="Line 3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1" name="Line 4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2" name="Line 5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3" name="Line 6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4" name="Line 7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5" name="Line 8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6" name="Line 9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7" name="Line 10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8" name="Line 11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59" name="Line 12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1760" name="Line 13"/>
          <p:cNvSpPr>
            <a:spLocks noChangeShapeType="1"/>
          </p:cNvSpPr>
          <p:nvPr/>
        </p:nvSpPr>
        <p:spPr bwMode="auto">
          <a:xfrm flipV="1">
            <a:off x="5791200" y="1069975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1761" name="Object 14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1761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2" name="Object 15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176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3" name="Object 16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1763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4" name="Object 17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1764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5" name="Object 18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31765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6" name="Object 19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31766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7" name="Text Box 20"/>
          <p:cNvSpPr txBox="1">
            <a:spLocks noChangeArrowheads="1"/>
          </p:cNvSpPr>
          <p:nvPr/>
        </p:nvSpPr>
        <p:spPr bwMode="auto">
          <a:xfrm>
            <a:off x="381000" y="4572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4</a:t>
            </a:r>
          </a:p>
        </p:txBody>
      </p:sp>
      <p:graphicFrame>
        <p:nvGraphicFramePr>
          <p:cNvPr id="31768" name="Object 21"/>
          <p:cNvGraphicFramePr>
            <a:graphicFrameLocks noChangeAspect="1"/>
          </p:cNvGraphicFramePr>
          <p:nvPr/>
        </p:nvGraphicFramePr>
        <p:xfrm>
          <a:off x="5638800" y="1450975"/>
          <a:ext cx="390525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18918" imgH="571252" progId="Equation.3">
                  <p:embed/>
                </p:oleObj>
              </mc:Choice>
              <mc:Fallback>
                <p:oleObj name="Equation" r:id="rId6" imgW="418918" imgH="571252" progId="Equation.3">
                  <p:embed/>
                  <p:pic>
                    <p:nvPicPr>
                      <p:cNvPr id="31768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450975"/>
                        <a:ext cx="390525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69" name="Object 22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31769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0" name="Object 23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3177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1" name="Freeform 24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72" name="Line 25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73" name="Line 26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1774" name="Oval 27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1775" name="Oval 28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1776" name="Object 29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2900" imgH="457200" progId="Equation.3">
                  <p:embed/>
                </p:oleObj>
              </mc:Choice>
              <mc:Fallback>
                <p:oleObj name="Equation" r:id="rId10" imgW="1612900" imgH="457200" progId="Equation.3">
                  <p:embed/>
                  <p:pic>
                    <p:nvPicPr>
                      <p:cNvPr id="31776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7" name="Object 30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400" imgH="457200" progId="Equation.3">
                  <p:embed/>
                </p:oleObj>
              </mc:Choice>
              <mc:Fallback>
                <p:oleObj name="Equation" r:id="rId12" imgW="1549400" imgH="457200" progId="Equation.3">
                  <p:embed/>
                  <p:pic>
                    <p:nvPicPr>
                      <p:cNvPr id="31777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78" name="Object 31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835" imgH="520474" progId="Equation.3">
                  <p:embed/>
                </p:oleObj>
              </mc:Choice>
              <mc:Fallback>
                <p:oleObj name="Equation" r:id="rId14" imgW="380835" imgH="520474" progId="Equation.3">
                  <p:embed/>
                  <p:pic>
                    <p:nvPicPr>
                      <p:cNvPr id="31778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79" name="Text Box 33"/>
          <p:cNvSpPr txBox="1">
            <a:spLocks noChangeArrowheads="1"/>
          </p:cNvSpPr>
          <p:nvPr/>
        </p:nvSpPr>
        <p:spPr bwMode="auto">
          <a:xfrm>
            <a:off x="5562600" y="3733800"/>
            <a:ext cx="2997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b="1">
                <a:solidFill>
                  <a:srgbClr val="FF0000"/>
                </a:solidFill>
              </a:rPr>
              <a:t>Halt &amp; Accept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3277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506F74A1-1B06-45FD-BA8D-8254923AD5D5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30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3" name="Text Box 2"/>
          <p:cNvSpPr txBox="1">
            <a:spLocks noChangeArrowheads="1"/>
          </p:cNvSpPr>
          <p:nvPr/>
        </p:nvSpPr>
        <p:spPr bwMode="auto">
          <a:xfrm>
            <a:off x="288925" y="101600"/>
            <a:ext cx="36814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chemeClr val="tx1"/>
                </a:solidFill>
              </a:rPr>
              <a:t>Rejection Example</a:t>
            </a:r>
          </a:p>
        </p:txBody>
      </p:sp>
      <p:sp>
        <p:nvSpPr>
          <p:cNvPr id="32774" name="Oval 3"/>
          <p:cNvSpPr>
            <a:spLocks noChangeArrowheads="1"/>
          </p:cNvSpPr>
          <p:nvPr/>
        </p:nvSpPr>
        <p:spPr bwMode="auto">
          <a:xfrm>
            <a:off x="2819400" y="56388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2775" name="Object 4"/>
          <p:cNvGraphicFramePr>
            <a:graphicFrameLocks noChangeAspect="1"/>
          </p:cNvGraphicFramePr>
          <p:nvPr/>
        </p:nvGraphicFramePr>
        <p:xfrm>
          <a:off x="3017838" y="57102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533169" progId="Equation.3">
                  <p:embed/>
                </p:oleObj>
              </mc:Choice>
              <mc:Fallback>
                <p:oleObj name="Equation" r:id="rId2" imgW="444307" imgH="533169" progId="Equation.3">
                  <p:embed/>
                  <p:pic>
                    <p:nvPicPr>
                      <p:cNvPr id="3277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7838" y="57102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6" name="Freeform 5"/>
          <p:cNvSpPr>
            <a:spLocks/>
          </p:cNvSpPr>
          <p:nvPr/>
        </p:nvSpPr>
        <p:spPr bwMode="auto">
          <a:xfrm>
            <a:off x="2768600" y="47117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777" name="Line 6"/>
          <p:cNvSpPr>
            <a:spLocks noChangeShapeType="1"/>
          </p:cNvSpPr>
          <p:nvPr/>
        </p:nvSpPr>
        <p:spPr bwMode="auto">
          <a:xfrm>
            <a:off x="2209800" y="60198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778" name="Line 7"/>
          <p:cNvSpPr>
            <a:spLocks noChangeShapeType="1"/>
          </p:cNvSpPr>
          <p:nvPr/>
        </p:nvSpPr>
        <p:spPr bwMode="auto">
          <a:xfrm>
            <a:off x="3657600" y="60198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2779" name="Oval 8"/>
          <p:cNvSpPr>
            <a:spLocks noChangeArrowheads="1"/>
          </p:cNvSpPr>
          <p:nvPr/>
        </p:nvSpPr>
        <p:spPr bwMode="auto">
          <a:xfrm>
            <a:off x="6019800" y="56388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2780" name="Oval 9"/>
          <p:cNvSpPr>
            <a:spLocks noChangeArrowheads="1"/>
          </p:cNvSpPr>
          <p:nvPr/>
        </p:nvSpPr>
        <p:spPr bwMode="auto">
          <a:xfrm>
            <a:off x="5867400" y="54864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2781" name="Object 10"/>
          <p:cNvGraphicFramePr>
            <a:graphicFrameLocks noChangeAspect="1"/>
          </p:cNvGraphicFramePr>
          <p:nvPr/>
        </p:nvGraphicFramePr>
        <p:xfrm>
          <a:off x="2719388" y="4178300"/>
          <a:ext cx="1471612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71320" imgH="203040" progId="Equation.3">
                  <p:embed/>
                </p:oleObj>
              </mc:Choice>
              <mc:Fallback>
                <p:oleObj name="Equation" r:id="rId4" imgW="571320" imgH="203040" progId="Equation.3">
                  <p:embed/>
                  <p:pic>
                    <p:nvPicPr>
                      <p:cNvPr id="3278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9388" y="4178300"/>
                        <a:ext cx="1471612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2" name="Object 11"/>
          <p:cNvGraphicFramePr>
            <a:graphicFrameLocks noChangeAspect="1"/>
          </p:cNvGraphicFramePr>
          <p:nvPr/>
        </p:nvGraphicFramePr>
        <p:xfrm>
          <a:off x="3994150" y="54864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9400" imgH="457200" progId="Equation.3">
                  <p:embed/>
                </p:oleObj>
              </mc:Choice>
              <mc:Fallback>
                <p:oleObj name="Equation" r:id="rId6" imgW="1549400" imgH="457200" progId="Equation.3">
                  <p:embed/>
                  <p:pic>
                    <p:nvPicPr>
                      <p:cNvPr id="3278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4150" y="54864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83" name="Object 12"/>
          <p:cNvGraphicFramePr>
            <a:graphicFrameLocks noChangeAspect="1"/>
          </p:cNvGraphicFramePr>
          <p:nvPr/>
        </p:nvGraphicFramePr>
        <p:xfrm>
          <a:off x="6278563" y="57197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0835" imgH="520474" progId="Equation.3">
                  <p:embed/>
                </p:oleObj>
              </mc:Choice>
              <mc:Fallback>
                <p:oleObj name="Equation" r:id="rId8" imgW="380835" imgH="520474" progId="Equation.3">
                  <p:embed/>
                  <p:pic>
                    <p:nvPicPr>
                      <p:cNvPr id="32783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8563" y="57197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84" name="Line 13"/>
          <p:cNvSpPr>
            <a:spLocks noChangeShapeType="1"/>
          </p:cNvSpPr>
          <p:nvPr/>
        </p:nvSpPr>
        <p:spPr bwMode="auto">
          <a:xfrm>
            <a:off x="2514600" y="1447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85" name="Line 14"/>
          <p:cNvSpPr>
            <a:spLocks noChangeShapeType="1"/>
          </p:cNvSpPr>
          <p:nvPr/>
        </p:nvSpPr>
        <p:spPr bwMode="auto">
          <a:xfrm>
            <a:off x="2514600" y="2133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86" name="Line 15"/>
          <p:cNvSpPr>
            <a:spLocks noChangeShapeType="1"/>
          </p:cNvSpPr>
          <p:nvPr/>
        </p:nvSpPr>
        <p:spPr bwMode="auto">
          <a:xfrm>
            <a:off x="2971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87" name="Line 16"/>
          <p:cNvSpPr>
            <a:spLocks noChangeShapeType="1"/>
          </p:cNvSpPr>
          <p:nvPr/>
        </p:nvSpPr>
        <p:spPr bwMode="auto">
          <a:xfrm>
            <a:off x="3581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88" name="Line 17"/>
          <p:cNvSpPr>
            <a:spLocks noChangeShapeType="1"/>
          </p:cNvSpPr>
          <p:nvPr/>
        </p:nvSpPr>
        <p:spPr bwMode="auto">
          <a:xfrm>
            <a:off x="4191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89" name="Line 18"/>
          <p:cNvSpPr>
            <a:spLocks noChangeShapeType="1"/>
          </p:cNvSpPr>
          <p:nvPr/>
        </p:nvSpPr>
        <p:spPr bwMode="auto">
          <a:xfrm>
            <a:off x="48006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90" name="Line 19"/>
          <p:cNvSpPr>
            <a:spLocks noChangeShapeType="1"/>
          </p:cNvSpPr>
          <p:nvPr/>
        </p:nvSpPr>
        <p:spPr bwMode="auto">
          <a:xfrm>
            <a:off x="54102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91" name="Line 20"/>
          <p:cNvSpPr>
            <a:spLocks noChangeShapeType="1"/>
          </p:cNvSpPr>
          <p:nvPr/>
        </p:nvSpPr>
        <p:spPr bwMode="auto">
          <a:xfrm>
            <a:off x="60198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92" name="Line 21"/>
          <p:cNvSpPr>
            <a:spLocks noChangeShapeType="1"/>
          </p:cNvSpPr>
          <p:nvPr/>
        </p:nvSpPr>
        <p:spPr bwMode="auto">
          <a:xfrm>
            <a:off x="66294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93" name="Line 22"/>
          <p:cNvSpPr>
            <a:spLocks noChangeShapeType="1"/>
          </p:cNvSpPr>
          <p:nvPr/>
        </p:nvSpPr>
        <p:spPr bwMode="auto">
          <a:xfrm>
            <a:off x="7239000" y="1447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2794" name="Line 23"/>
          <p:cNvSpPr>
            <a:spLocks noChangeShapeType="1"/>
          </p:cNvSpPr>
          <p:nvPr/>
        </p:nvSpPr>
        <p:spPr bwMode="auto">
          <a:xfrm flipV="1">
            <a:off x="4495800" y="2133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2795" name="Object 24"/>
          <p:cNvGraphicFramePr>
            <a:graphicFrameLocks noChangeAspect="1"/>
          </p:cNvGraphicFramePr>
          <p:nvPr/>
        </p:nvGraphicFramePr>
        <p:xfrm>
          <a:off x="3200400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90" imgH="368140" progId="Equation.3">
                  <p:embed/>
                </p:oleObj>
              </mc:Choice>
              <mc:Fallback>
                <p:oleObj name="Equation" r:id="rId10" imgW="253890" imgH="368140" progId="Equation.3">
                  <p:embed/>
                  <p:pic>
                    <p:nvPicPr>
                      <p:cNvPr id="3279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6" name="Object 25"/>
          <p:cNvGraphicFramePr>
            <a:graphicFrameLocks noChangeAspect="1"/>
          </p:cNvGraphicFramePr>
          <p:nvPr/>
        </p:nvGraphicFramePr>
        <p:xfrm>
          <a:off x="3810000" y="1600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90" imgH="368140" progId="Equation.3">
                  <p:embed/>
                </p:oleObj>
              </mc:Choice>
              <mc:Fallback>
                <p:oleObj name="Equation" r:id="rId10" imgW="253890" imgH="368140" progId="Equation.3">
                  <p:embed/>
                  <p:pic>
                    <p:nvPicPr>
                      <p:cNvPr id="3279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1600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7" name="Object 26"/>
          <p:cNvGraphicFramePr>
            <a:graphicFrameLocks noChangeAspect="1"/>
          </p:cNvGraphicFramePr>
          <p:nvPr/>
        </p:nvGraphicFramePr>
        <p:xfrm>
          <a:off x="61468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90" imgH="368140" progId="Equation.3">
                  <p:embed/>
                </p:oleObj>
              </mc:Choice>
              <mc:Fallback>
                <p:oleObj name="Equation" r:id="rId10" imgW="253890" imgH="368140" progId="Equation.3">
                  <p:embed/>
                  <p:pic>
                    <p:nvPicPr>
                      <p:cNvPr id="3279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8" name="Object 27"/>
          <p:cNvGraphicFramePr>
            <a:graphicFrameLocks noChangeAspect="1"/>
          </p:cNvGraphicFramePr>
          <p:nvPr/>
        </p:nvGraphicFramePr>
        <p:xfrm>
          <a:off x="6756400" y="1606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3890" imgH="368140" progId="Equation.3">
                  <p:embed/>
                </p:oleObj>
              </mc:Choice>
              <mc:Fallback>
                <p:oleObj name="Equation" r:id="rId10" imgW="253890" imgH="368140" progId="Equation.3">
                  <p:embed/>
                  <p:pic>
                    <p:nvPicPr>
                      <p:cNvPr id="3279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6400" y="1606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99" name="Object 28"/>
          <p:cNvGraphicFramePr>
            <a:graphicFrameLocks noChangeAspect="1"/>
          </p:cNvGraphicFramePr>
          <p:nvPr/>
        </p:nvGraphicFramePr>
        <p:xfrm>
          <a:off x="5035550" y="1620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53890" imgH="393529" progId="Equation.3">
                  <p:embed/>
                </p:oleObj>
              </mc:Choice>
              <mc:Fallback>
                <p:oleObj name="Equation" r:id="rId12" imgW="253890" imgH="393529" progId="Equation.3">
                  <p:embed/>
                  <p:pic>
                    <p:nvPicPr>
                      <p:cNvPr id="3279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35550" y="16208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0" name="Object 29"/>
          <p:cNvGraphicFramePr>
            <a:graphicFrameLocks noChangeAspect="1"/>
          </p:cNvGraphicFramePr>
          <p:nvPr/>
        </p:nvGraphicFramePr>
        <p:xfrm>
          <a:off x="44196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280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1" name="Text Box 30"/>
          <p:cNvSpPr txBox="1">
            <a:spLocks noChangeArrowheads="1"/>
          </p:cNvSpPr>
          <p:nvPr/>
        </p:nvSpPr>
        <p:spPr bwMode="auto">
          <a:xfrm>
            <a:off x="304800" y="15240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0</a:t>
            </a:r>
          </a:p>
        </p:txBody>
      </p:sp>
      <p:graphicFrame>
        <p:nvGraphicFramePr>
          <p:cNvPr id="32802" name="Object 31"/>
          <p:cNvGraphicFramePr>
            <a:graphicFrameLocks noChangeAspect="1"/>
          </p:cNvGraphicFramePr>
          <p:nvPr/>
        </p:nvGraphicFramePr>
        <p:xfrm>
          <a:off x="4343400" y="25146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533169" progId="Equation.3">
                  <p:embed/>
                </p:oleObj>
              </mc:Choice>
              <mc:Fallback>
                <p:oleObj name="Equation" r:id="rId2" imgW="444307" imgH="533169" progId="Equation.3">
                  <p:embed/>
                  <p:pic>
                    <p:nvPicPr>
                      <p:cNvPr id="3280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5146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803" name="Object 32"/>
          <p:cNvGraphicFramePr>
            <a:graphicFrameLocks noChangeAspect="1"/>
          </p:cNvGraphicFramePr>
          <p:nvPr/>
        </p:nvGraphicFramePr>
        <p:xfrm>
          <a:off x="5638800" y="1676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66584" imgH="279279" progId="Equation.3">
                  <p:embed/>
                </p:oleObj>
              </mc:Choice>
              <mc:Fallback>
                <p:oleObj name="Equation" r:id="rId14" imgW="266584" imgH="279279" progId="Equation.3">
                  <p:embed/>
                  <p:pic>
                    <p:nvPicPr>
                      <p:cNvPr id="32803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8800" y="1676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804" name="Oval 33"/>
          <p:cNvSpPr>
            <a:spLocks noChangeArrowheads="1"/>
          </p:cNvSpPr>
          <p:nvPr/>
        </p:nvSpPr>
        <p:spPr bwMode="auto">
          <a:xfrm>
            <a:off x="2438400" y="4038600"/>
            <a:ext cx="1905000" cy="6858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34820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6BAFA3AF-24BA-46AD-8BC7-A5ED78ACC683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31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821" name="Text Box 3"/>
          <p:cNvSpPr txBox="1">
            <a:spLocks noChangeArrowheads="1"/>
          </p:cNvSpPr>
          <p:nvPr/>
        </p:nvSpPr>
        <p:spPr bwMode="auto">
          <a:xfrm>
            <a:off x="1752600" y="2438400"/>
            <a:ext cx="4351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Accepts the language:</a:t>
            </a:r>
          </a:p>
        </p:txBody>
      </p:sp>
      <p:graphicFrame>
        <p:nvGraphicFramePr>
          <p:cNvPr id="34822" name="Object 4"/>
          <p:cNvGraphicFramePr>
            <a:graphicFrameLocks noChangeAspect="1"/>
          </p:cNvGraphicFramePr>
          <p:nvPr/>
        </p:nvGraphicFramePr>
        <p:xfrm>
          <a:off x="6324600" y="2438400"/>
          <a:ext cx="685800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9696" imgH="355446" progId="Equation.3">
                  <p:embed/>
                </p:oleObj>
              </mc:Choice>
              <mc:Fallback>
                <p:oleObj name="Equation" r:id="rId2" imgW="469696" imgH="355446" progId="Equation.3">
                  <p:embed/>
                  <p:pic>
                    <p:nvPicPr>
                      <p:cNvPr id="3482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2438400"/>
                        <a:ext cx="685800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3" name="Object 6"/>
          <p:cNvGraphicFramePr>
            <a:graphicFrameLocks noChangeAspect="1"/>
          </p:cNvGraphicFramePr>
          <p:nvPr/>
        </p:nvGraphicFramePr>
        <p:xfrm>
          <a:off x="4038600" y="46482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44307" imgH="533169" progId="Equation.3">
                  <p:embed/>
                </p:oleObj>
              </mc:Choice>
              <mc:Fallback>
                <p:oleObj name="Equation" r:id="rId4" imgW="444307" imgH="533169" progId="Equation.3">
                  <p:embed/>
                  <p:pic>
                    <p:nvPicPr>
                      <p:cNvPr id="3482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46482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4" name="Line 8"/>
          <p:cNvSpPr>
            <a:spLocks noChangeShapeType="1"/>
          </p:cNvSpPr>
          <p:nvPr/>
        </p:nvSpPr>
        <p:spPr bwMode="auto">
          <a:xfrm>
            <a:off x="3048000" y="49530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4825" name="Oval 10"/>
          <p:cNvSpPr>
            <a:spLocks noChangeArrowheads="1"/>
          </p:cNvSpPr>
          <p:nvPr/>
        </p:nvSpPr>
        <p:spPr bwMode="auto">
          <a:xfrm>
            <a:off x="3810000" y="45720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4826" name="Oval 11"/>
          <p:cNvSpPr>
            <a:spLocks noChangeArrowheads="1"/>
          </p:cNvSpPr>
          <p:nvPr/>
        </p:nvSpPr>
        <p:spPr bwMode="auto">
          <a:xfrm>
            <a:off x="3657600" y="44196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4827" name="Text Box 15"/>
          <p:cNvSpPr txBox="1">
            <a:spLocks noChangeArrowheads="1"/>
          </p:cNvSpPr>
          <p:nvPr/>
        </p:nvSpPr>
        <p:spPr bwMode="auto">
          <a:xfrm>
            <a:off x="685800" y="762000"/>
            <a:ext cx="4394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but for input alphabet</a:t>
            </a:r>
          </a:p>
        </p:txBody>
      </p:sp>
      <p:graphicFrame>
        <p:nvGraphicFramePr>
          <p:cNvPr id="34828" name="Object 16"/>
          <p:cNvGraphicFramePr>
            <a:graphicFrameLocks noChangeAspect="1"/>
          </p:cNvGraphicFramePr>
          <p:nvPr/>
        </p:nvGraphicFramePr>
        <p:xfrm>
          <a:off x="5257800" y="685800"/>
          <a:ext cx="1905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2937" imgH="215713" progId="Equation.3">
                  <p:embed/>
                </p:oleObj>
              </mc:Choice>
              <mc:Fallback>
                <p:oleObj name="Equation" r:id="rId6" imgW="532937" imgH="215713" progId="Equation.3">
                  <p:embed/>
                  <p:pic>
                    <p:nvPicPr>
                      <p:cNvPr id="3482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685800"/>
                        <a:ext cx="19050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9" name="Text Box 18"/>
          <p:cNvSpPr txBox="1">
            <a:spLocks noChangeArrowheads="1"/>
          </p:cNvSpPr>
          <p:nvPr/>
        </p:nvSpPr>
        <p:spPr bwMode="auto">
          <a:xfrm>
            <a:off x="593725" y="25400"/>
            <a:ext cx="72723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 simpler machine for same language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236A515-DBD1-44BF-B47A-478C3476602D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32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5" name="Oval 28"/>
          <p:cNvSpPr>
            <a:spLocks noChangeArrowheads="1"/>
          </p:cNvSpPr>
          <p:nvPr/>
        </p:nvSpPr>
        <p:spPr bwMode="auto">
          <a:xfrm>
            <a:off x="4419600" y="40386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5846" name="Line 4"/>
          <p:cNvSpPr>
            <a:spLocks noChangeShapeType="1"/>
          </p:cNvSpPr>
          <p:nvPr/>
        </p:nvSpPr>
        <p:spPr bwMode="auto">
          <a:xfrm>
            <a:off x="2590800" y="38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7" name="Line 5"/>
          <p:cNvSpPr>
            <a:spLocks noChangeShapeType="1"/>
          </p:cNvSpPr>
          <p:nvPr/>
        </p:nvSpPr>
        <p:spPr bwMode="auto">
          <a:xfrm>
            <a:off x="2590800" y="1066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8" name="Line 6"/>
          <p:cNvSpPr>
            <a:spLocks noChangeShapeType="1"/>
          </p:cNvSpPr>
          <p:nvPr/>
        </p:nvSpPr>
        <p:spPr bwMode="auto">
          <a:xfrm>
            <a:off x="3048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49" name="Line 7"/>
          <p:cNvSpPr>
            <a:spLocks noChangeShapeType="1"/>
          </p:cNvSpPr>
          <p:nvPr/>
        </p:nvSpPr>
        <p:spPr bwMode="auto">
          <a:xfrm>
            <a:off x="3657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50" name="Line 8"/>
          <p:cNvSpPr>
            <a:spLocks noChangeShapeType="1"/>
          </p:cNvSpPr>
          <p:nvPr/>
        </p:nvSpPr>
        <p:spPr bwMode="auto">
          <a:xfrm>
            <a:off x="4267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51" name="Line 9"/>
          <p:cNvSpPr>
            <a:spLocks noChangeShapeType="1"/>
          </p:cNvSpPr>
          <p:nvPr/>
        </p:nvSpPr>
        <p:spPr bwMode="auto">
          <a:xfrm>
            <a:off x="48768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52" name="Line 10"/>
          <p:cNvSpPr>
            <a:spLocks noChangeShapeType="1"/>
          </p:cNvSpPr>
          <p:nvPr/>
        </p:nvSpPr>
        <p:spPr bwMode="auto">
          <a:xfrm>
            <a:off x="54864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53" name="Line 11"/>
          <p:cNvSpPr>
            <a:spLocks noChangeShapeType="1"/>
          </p:cNvSpPr>
          <p:nvPr/>
        </p:nvSpPr>
        <p:spPr bwMode="auto">
          <a:xfrm>
            <a:off x="60960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54" name="Line 12"/>
          <p:cNvSpPr>
            <a:spLocks noChangeShapeType="1"/>
          </p:cNvSpPr>
          <p:nvPr/>
        </p:nvSpPr>
        <p:spPr bwMode="auto">
          <a:xfrm>
            <a:off x="67056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55" name="Line 13"/>
          <p:cNvSpPr>
            <a:spLocks noChangeShapeType="1"/>
          </p:cNvSpPr>
          <p:nvPr/>
        </p:nvSpPr>
        <p:spPr bwMode="auto">
          <a:xfrm>
            <a:off x="7315200" y="3810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5856" name="Line 14"/>
          <p:cNvSpPr>
            <a:spLocks noChangeShapeType="1"/>
          </p:cNvSpPr>
          <p:nvPr/>
        </p:nvSpPr>
        <p:spPr bwMode="auto">
          <a:xfrm flipV="1">
            <a:off x="4572000" y="10668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5857" name="Object 15"/>
          <p:cNvGraphicFramePr>
            <a:graphicFrameLocks noChangeAspect="1"/>
          </p:cNvGraphicFramePr>
          <p:nvPr/>
        </p:nvGraphicFramePr>
        <p:xfrm>
          <a:off x="32766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5857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8" name="Object 16"/>
          <p:cNvGraphicFramePr>
            <a:graphicFrameLocks noChangeAspect="1"/>
          </p:cNvGraphicFramePr>
          <p:nvPr/>
        </p:nvGraphicFramePr>
        <p:xfrm>
          <a:off x="3886200" y="5334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5858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5334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59" name="Object 17"/>
          <p:cNvGraphicFramePr>
            <a:graphicFrameLocks noChangeAspect="1"/>
          </p:cNvGraphicFramePr>
          <p:nvPr/>
        </p:nvGraphicFramePr>
        <p:xfrm>
          <a:off x="62230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585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0" name="Object 18"/>
          <p:cNvGraphicFramePr>
            <a:graphicFrameLocks noChangeAspect="1"/>
          </p:cNvGraphicFramePr>
          <p:nvPr/>
        </p:nvGraphicFramePr>
        <p:xfrm>
          <a:off x="6832600" y="5397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586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5397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1" name="Object 19"/>
          <p:cNvGraphicFramePr>
            <a:graphicFrameLocks noChangeAspect="1"/>
          </p:cNvGraphicFramePr>
          <p:nvPr/>
        </p:nvGraphicFramePr>
        <p:xfrm>
          <a:off x="51054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35861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2" name="Object 20"/>
          <p:cNvGraphicFramePr>
            <a:graphicFrameLocks noChangeAspect="1"/>
          </p:cNvGraphicFramePr>
          <p:nvPr/>
        </p:nvGraphicFramePr>
        <p:xfrm>
          <a:off x="44958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6584" imgH="279279" progId="Equation.3">
                  <p:embed/>
                </p:oleObj>
              </mc:Choice>
              <mc:Fallback>
                <p:oleObj name="Equation" r:id="rId4" imgW="266584" imgH="279279" progId="Equation.3">
                  <p:embed/>
                  <p:pic>
                    <p:nvPicPr>
                      <p:cNvPr id="35862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3" name="Text Box 21"/>
          <p:cNvSpPr txBox="1">
            <a:spLocks noChangeArrowheads="1"/>
          </p:cNvSpPr>
          <p:nvPr/>
        </p:nvSpPr>
        <p:spPr bwMode="auto">
          <a:xfrm>
            <a:off x="381000" y="4572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0</a:t>
            </a:r>
          </a:p>
        </p:txBody>
      </p:sp>
      <p:graphicFrame>
        <p:nvGraphicFramePr>
          <p:cNvPr id="35864" name="Object 22"/>
          <p:cNvGraphicFramePr>
            <a:graphicFrameLocks noChangeAspect="1"/>
          </p:cNvGraphicFramePr>
          <p:nvPr/>
        </p:nvGraphicFramePr>
        <p:xfrm>
          <a:off x="4419600" y="14478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44307" imgH="533169" progId="Equation.3">
                  <p:embed/>
                </p:oleObj>
              </mc:Choice>
              <mc:Fallback>
                <p:oleObj name="Equation" r:id="rId6" imgW="444307" imgH="533169" progId="Equation.3">
                  <p:embed/>
                  <p:pic>
                    <p:nvPicPr>
                      <p:cNvPr id="35864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4478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5" name="Object 23"/>
          <p:cNvGraphicFramePr>
            <a:graphicFrameLocks noChangeAspect="1"/>
          </p:cNvGraphicFramePr>
          <p:nvPr/>
        </p:nvGraphicFramePr>
        <p:xfrm>
          <a:off x="5715000" y="6096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66584" imgH="279279" progId="Equation.3">
                  <p:embed/>
                </p:oleObj>
              </mc:Choice>
              <mc:Fallback>
                <p:oleObj name="Equation" r:id="rId8" imgW="266584" imgH="279279" progId="Equation.3">
                  <p:embed/>
                  <p:pic>
                    <p:nvPicPr>
                      <p:cNvPr id="35865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6096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66" name="Object 24"/>
          <p:cNvGraphicFramePr>
            <a:graphicFrameLocks noChangeAspect="1"/>
          </p:cNvGraphicFramePr>
          <p:nvPr/>
        </p:nvGraphicFramePr>
        <p:xfrm>
          <a:off x="4648200" y="41148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35866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1148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67" name="Line 25"/>
          <p:cNvSpPr>
            <a:spLocks noChangeShapeType="1"/>
          </p:cNvSpPr>
          <p:nvPr/>
        </p:nvSpPr>
        <p:spPr bwMode="auto">
          <a:xfrm>
            <a:off x="3657600" y="44196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5868" name="Oval 29"/>
          <p:cNvSpPr>
            <a:spLocks noChangeArrowheads="1"/>
          </p:cNvSpPr>
          <p:nvPr/>
        </p:nvSpPr>
        <p:spPr bwMode="auto">
          <a:xfrm>
            <a:off x="4267200" y="3886200"/>
            <a:ext cx="1143000" cy="1066800"/>
          </a:xfrm>
          <a:prstGeom prst="ellipse">
            <a:avLst/>
          </a:prstGeom>
          <a:noFill/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5869" name="Text Box 31"/>
          <p:cNvSpPr txBox="1">
            <a:spLocks noChangeArrowheads="1"/>
          </p:cNvSpPr>
          <p:nvPr/>
        </p:nvSpPr>
        <p:spPr bwMode="auto">
          <a:xfrm>
            <a:off x="3505200" y="3124200"/>
            <a:ext cx="28670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FF0000"/>
                </a:solidFill>
              </a:rPr>
              <a:t>Halt &amp; Accept</a:t>
            </a:r>
          </a:p>
        </p:txBody>
      </p:sp>
      <p:sp>
        <p:nvSpPr>
          <p:cNvPr id="35870" name="Text Box 32"/>
          <p:cNvSpPr txBox="1">
            <a:spLocks noChangeArrowheads="1"/>
          </p:cNvSpPr>
          <p:nvPr/>
        </p:nvSpPr>
        <p:spPr bwMode="auto">
          <a:xfrm>
            <a:off x="1676400" y="5486400"/>
            <a:ext cx="54641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Not necessary to scan input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Infinite Loop Example</a:t>
            </a:r>
          </a:p>
        </p:txBody>
      </p:sp>
      <p:sp>
        <p:nvSpPr>
          <p:cNvPr id="36867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3686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9562A28C-5C5C-49D8-A7BA-7C6242F5D806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33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70" name="Oval 3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6871" name="Object 4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533169" progId="Equation.3">
                  <p:embed/>
                </p:oleObj>
              </mc:Choice>
              <mc:Fallback>
                <p:oleObj name="Equation" r:id="rId2" imgW="444307" imgH="533169" progId="Equation.3">
                  <p:embed/>
                  <p:pic>
                    <p:nvPicPr>
                      <p:cNvPr id="3687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2" name="Freeform 5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873" name="Line 6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874" name="Line 7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6875" name="Oval 8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6876" name="Oval 9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6877" name="Object 10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12900" imgH="457200" progId="Equation.3">
                  <p:embed/>
                </p:oleObj>
              </mc:Choice>
              <mc:Fallback>
                <p:oleObj name="Equation" r:id="rId4" imgW="1612900" imgH="457200" progId="Equation.3">
                  <p:embed/>
                  <p:pic>
                    <p:nvPicPr>
                      <p:cNvPr id="3687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8" name="Object 11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49400" imgH="457200" progId="Equation.3">
                  <p:embed/>
                </p:oleObj>
              </mc:Choice>
              <mc:Fallback>
                <p:oleObj name="Equation" r:id="rId6" imgW="1549400" imgH="457200" progId="Equation.3">
                  <p:embed/>
                  <p:pic>
                    <p:nvPicPr>
                      <p:cNvPr id="36878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79" name="Object 12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0835" imgH="520474" progId="Equation.3">
                  <p:embed/>
                </p:oleObj>
              </mc:Choice>
              <mc:Fallback>
                <p:oleObj name="Equation" r:id="rId4" imgW="380835" imgH="520474" progId="Equation.3">
                  <p:embed/>
                  <p:pic>
                    <p:nvPicPr>
                      <p:cNvPr id="36879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880" name="Object 13"/>
          <p:cNvGraphicFramePr>
            <a:graphicFrameLocks noChangeAspect="1"/>
          </p:cNvGraphicFramePr>
          <p:nvPr/>
        </p:nvGraphicFramePr>
        <p:xfrm>
          <a:off x="2857500" y="3117850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36700" imgH="469900" progId="Equation.3">
                  <p:embed/>
                </p:oleObj>
              </mc:Choice>
              <mc:Fallback>
                <p:oleObj name="Equation" r:id="rId9" imgW="1536700" imgH="469900" progId="Equation.3">
                  <p:embed/>
                  <p:pic>
                    <p:nvPicPr>
                      <p:cNvPr id="3688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117850"/>
                        <a:ext cx="1536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81" name="Text Box 14"/>
          <p:cNvSpPr txBox="1">
            <a:spLocks noChangeArrowheads="1"/>
          </p:cNvSpPr>
          <p:nvPr/>
        </p:nvSpPr>
        <p:spPr bwMode="auto">
          <a:xfrm>
            <a:off x="1127125" y="1016000"/>
            <a:ext cx="3590925" cy="116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/>
              <a:t>A Turing machine </a:t>
            </a:r>
          </a:p>
          <a:p>
            <a:r>
              <a:rPr lang="en-US" altLang="en-US"/>
              <a:t>for language</a:t>
            </a:r>
          </a:p>
        </p:txBody>
      </p:sp>
      <p:graphicFrame>
        <p:nvGraphicFramePr>
          <p:cNvPr id="36882" name="Object 15"/>
          <p:cNvGraphicFramePr>
            <a:graphicFrameLocks noChangeAspect="1"/>
          </p:cNvGraphicFramePr>
          <p:nvPr/>
        </p:nvGraphicFramePr>
        <p:xfrm>
          <a:off x="4030663" y="1676400"/>
          <a:ext cx="3216275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260600" imgH="431800" progId="Equation.3">
                  <p:embed/>
                </p:oleObj>
              </mc:Choice>
              <mc:Fallback>
                <p:oleObj name="Equation" r:id="rId9" imgW="2260600" imgH="431800" progId="Equation.3">
                  <p:embed/>
                  <p:pic>
                    <p:nvPicPr>
                      <p:cNvPr id="36882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0663" y="1676400"/>
                        <a:ext cx="3216275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A411817F-BF3E-4432-88AE-57E8C581EB1E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34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3" name="Line 12"/>
          <p:cNvSpPr>
            <a:spLocks noChangeShapeType="1"/>
          </p:cNvSpPr>
          <p:nvPr/>
        </p:nvSpPr>
        <p:spPr bwMode="auto">
          <a:xfrm>
            <a:off x="2590800" y="304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894" name="Line 13"/>
          <p:cNvSpPr>
            <a:spLocks noChangeShapeType="1"/>
          </p:cNvSpPr>
          <p:nvPr/>
        </p:nvSpPr>
        <p:spPr bwMode="auto">
          <a:xfrm>
            <a:off x="2590800" y="990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895" name="Line 14"/>
          <p:cNvSpPr>
            <a:spLocks noChangeShapeType="1"/>
          </p:cNvSpPr>
          <p:nvPr/>
        </p:nvSpPr>
        <p:spPr bwMode="auto">
          <a:xfrm>
            <a:off x="3048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896" name="Line 15"/>
          <p:cNvSpPr>
            <a:spLocks noChangeShapeType="1"/>
          </p:cNvSpPr>
          <p:nvPr/>
        </p:nvSpPr>
        <p:spPr bwMode="auto">
          <a:xfrm>
            <a:off x="3657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897" name="Line 16"/>
          <p:cNvSpPr>
            <a:spLocks noChangeShapeType="1"/>
          </p:cNvSpPr>
          <p:nvPr/>
        </p:nvSpPr>
        <p:spPr bwMode="auto">
          <a:xfrm>
            <a:off x="4267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898" name="Line 17"/>
          <p:cNvSpPr>
            <a:spLocks noChangeShapeType="1"/>
          </p:cNvSpPr>
          <p:nvPr/>
        </p:nvSpPr>
        <p:spPr bwMode="auto">
          <a:xfrm>
            <a:off x="48768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899" name="Line 18"/>
          <p:cNvSpPr>
            <a:spLocks noChangeShapeType="1"/>
          </p:cNvSpPr>
          <p:nvPr/>
        </p:nvSpPr>
        <p:spPr bwMode="auto">
          <a:xfrm>
            <a:off x="54864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900" name="Line 19"/>
          <p:cNvSpPr>
            <a:spLocks noChangeShapeType="1"/>
          </p:cNvSpPr>
          <p:nvPr/>
        </p:nvSpPr>
        <p:spPr bwMode="auto">
          <a:xfrm>
            <a:off x="6096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901" name="Line 20"/>
          <p:cNvSpPr>
            <a:spLocks noChangeShapeType="1"/>
          </p:cNvSpPr>
          <p:nvPr/>
        </p:nvSpPr>
        <p:spPr bwMode="auto">
          <a:xfrm>
            <a:off x="6705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902" name="Line 21"/>
          <p:cNvSpPr>
            <a:spLocks noChangeShapeType="1"/>
          </p:cNvSpPr>
          <p:nvPr/>
        </p:nvSpPr>
        <p:spPr bwMode="auto">
          <a:xfrm>
            <a:off x="7315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7903" name="Line 22"/>
          <p:cNvSpPr>
            <a:spLocks noChangeShapeType="1"/>
          </p:cNvSpPr>
          <p:nvPr/>
        </p:nvSpPr>
        <p:spPr bwMode="auto">
          <a:xfrm flipV="1">
            <a:off x="4572000" y="9906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7904" name="Object 23"/>
          <p:cNvGraphicFramePr>
            <a:graphicFrameLocks noChangeAspect="1"/>
          </p:cNvGraphicFramePr>
          <p:nvPr/>
        </p:nvGraphicFramePr>
        <p:xfrm>
          <a:off x="32766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7904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5" name="Object 24"/>
          <p:cNvGraphicFramePr>
            <a:graphicFrameLocks noChangeAspect="1"/>
          </p:cNvGraphicFramePr>
          <p:nvPr/>
        </p:nvGraphicFramePr>
        <p:xfrm>
          <a:off x="38862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7905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6" name="Object 25"/>
          <p:cNvGraphicFramePr>
            <a:graphicFrameLocks noChangeAspect="1"/>
          </p:cNvGraphicFramePr>
          <p:nvPr/>
        </p:nvGraphicFramePr>
        <p:xfrm>
          <a:off x="62230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7906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7" name="Object 26"/>
          <p:cNvGraphicFramePr>
            <a:graphicFrameLocks noChangeAspect="1"/>
          </p:cNvGraphicFramePr>
          <p:nvPr/>
        </p:nvGraphicFramePr>
        <p:xfrm>
          <a:off x="68326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7907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8" name="Object 27"/>
          <p:cNvGraphicFramePr>
            <a:graphicFrameLocks noChangeAspect="1"/>
          </p:cNvGraphicFramePr>
          <p:nvPr/>
        </p:nvGraphicFramePr>
        <p:xfrm>
          <a:off x="5111750" y="477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93529" progId="Equation.3">
                  <p:embed/>
                </p:oleObj>
              </mc:Choice>
              <mc:Fallback>
                <p:oleObj name="Equation" r:id="rId5" imgW="253890" imgH="393529" progId="Equation.3">
                  <p:embed/>
                  <p:pic>
                    <p:nvPicPr>
                      <p:cNvPr id="3790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778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09" name="Object 28"/>
          <p:cNvGraphicFramePr>
            <a:graphicFrameLocks noChangeAspect="1"/>
          </p:cNvGraphicFramePr>
          <p:nvPr/>
        </p:nvGraphicFramePr>
        <p:xfrm>
          <a:off x="44958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3790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0" name="Text Box 29"/>
          <p:cNvSpPr txBox="1">
            <a:spLocks noChangeArrowheads="1"/>
          </p:cNvSpPr>
          <p:nvPr/>
        </p:nvSpPr>
        <p:spPr bwMode="auto">
          <a:xfrm>
            <a:off x="381000" y="3810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0</a:t>
            </a:r>
          </a:p>
        </p:txBody>
      </p:sp>
      <p:graphicFrame>
        <p:nvGraphicFramePr>
          <p:cNvPr id="37911" name="Object 30"/>
          <p:cNvGraphicFramePr>
            <a:graphicFrameLocks noChangeAspect="1"/>
          </p:cNvGraphicFramePr>
          <p:nvPr/>
        </p:nvGraphicFramePr>
        <p:xfrm>
          <a:off x="4419600" y="13716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37911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3716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12" name="Object 31"/>
          <p:cNvGraphicFramePr>
            <a:graphicFrameLocks noChangeAspect="1"/>
          </p:cNvGraphicFramePr>
          <p:nvPr/>
        </p:nvGraphicFramePr>
        <p:xfrm>
          <a:off x="57150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37912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3" name="Oval 54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7914" name="Object 55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37914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15" name="Freeform 56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916" name="Line 57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917" name="Line 58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7918" name="Oval 59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7919" name="Oval 60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7920" name="Object 61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12900" imgH="457200" progId="Equation.3">
                  <p:embed/>
                </p:oleObj>
              </mc:Choice>
              <mc:Fallback>
                <p:oleObj name="Equation" r:id="rId11" imgW="1612900" imgH="457200" progId="Equation.3">
                  <p:embed/>
                  <p:pic>
                    <p:nvPicPr>
                      <p:cNvPr id="3792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1" name="Object 62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400" imgH="457200" progId="Equation.3">
                  <p:embed/>
                </p:oleObj>
              </mc:Choice>
              <mc:Fallback>
                <p:oleObj name="Equation" r:id="rId2" imgW="1549400" imgH="457200" progId="Equation.3">
                  <p:embed/>
                  <p:pic>
                    <p:nvPicPr>
                      <p:cNvPr id="37921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2" name="Object 63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80835" imgH="520474" progId="Equation.3">
                  <p:embed/>
                </p:oleObj>
              </mc:Choice>
              <mc:Fallback>
                <p:oleObj name="Equation" r:id="rId2" imgW="380835" imgH="520474" progId="Equation.3">
                  <p:embed/>
                  <p:pic>
                    <p:nvPicPr>
                      <p:cNvPr id="37922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923" name="Object 64"/>
          <p:cNvGraphicFramePr>
            <a:graphicFrameLocks noChangeAspect="1"/>
          </p:cNvGraphicFramePr>
          <p:nvPr/>
        </p:nvGraphicFramePr>
        <p:xfrm>
          <a:off x="2857500" y="3117850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36700" imgH="469900" progId="Equation.3">
                  <p:embed/>
                </p:oleObj>
              </mc:Choice>
              <mc:Fallback>
                <p:oleObj name="Equation" r:id="rId2" imgW="1536700" imgH="469900" progId="Equation.3">
                  <p:embed/>
                  <p:pic>
                    <p:nvPicPr>
                      <p:cNvPr id="37923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117850"/>
                        <a:ext cx="1536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24" name="Oval 65"/>
          <p:cNvSpPr>
            <a:spLocks noChangeArrowheads="1"/>
          </p:cNvSpPr>
          <p:nvPr/>
        </p:nvSpPr>
        <p:spPr bwMode="auto">
          <a:xfrm>
            <a:off x="2590800" y="3581400"/>
            <a:ext cx="20574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2BD93108-4915-45FE-9B50-7695132B81B9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35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917" name="Oval 75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8918" name="Line 12"/>
          <p:cNvSpPr>
            <a:spLocks noChangeShapeType="1"/>
          </p:cNvSpPr>
          <p:nvPr/>
        </p:nvSpPr>
        <p:spPr bwMode="auto">
          <a:xfrm>
            <a:off x="2590800" y="304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19" name="Line 13"/>
          <p:cNvSpPr>
            <a:spLocks noChangeShapeType="1"/>
          </p:cNvSpPr>
          <p:nvPr/>
        </p:nvSpPr>
        <p:spPr bwMode="auto">
          <a:xfrm>
            <a:off x="2590800" y="990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0" name="Line 14"/>
          <p:cNvSpPr>
            <a:spLocks noChangeShapeType="1"/>
          </p:cNvSpPr>
          <p:nvPr/>
        </p:nvSpPr>
        <p:spPr bwMode="auto">
          <a:xfrm>
            <a:off x="3048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1" name="Line 15"/>
          <p:cNvSpPr>
            <a:spLocks noChangeShapeType="1"/>
          </p:cNvSpPr>
          <p:nvPr/>
        </p:nvSpPr>
        <p:spPr bwMode="auto">
          <a:xfrm>
            <a:off x="3657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2" name="Line 16"/>
          <p:cNvSpPr>
            <a:spLocks noChangeShapeType="1"/>
          </p:cNvSpPr>
          <p:nvPr/>
        </p:nvSpPr>
        <p:spPr bwMode="auto">
          <a:xfrm>
            <a:off x="4267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3" name="Line 17"/>
          <p:cNvSpPr>
            <a:spLocks noChangeShapeType="1"/>
          </p:cNvSpPr>
          <p:nvPr/>
        </p:nvSpPr>
        <p:spPr bwMode="auto">
          <a:xfrm>
            <a:off x="48768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4" name="Line 18"/>
          <p:cNvSpPr>
            <a:spLocks noChangeShapeType="1"/>
          </p:cNvSpPr>
          <p:nvPr/>
        </p:nvSpPr>
        <p:spPr bwMode="auto">
          <a:xfrm>
            <a:off x="54864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5" name="Line 19"/>
          <p:cNvSpPr>
            <a:spLocks noChangeShapeType="1"/>
          </p:cNvSpPr>
          <p:nvPr/>
        </p:nvSpPr>
        <p:spPr bwMode="auto">
          <a:xfrm>
            <a:off x="6096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6" name="Line 20"/>
          <p:cNvSpPr>
            <a:spLocks noChangeShapeType="1"/>
          </p:cNvSpPr>
          <p:nvPr/>
        </p:nvSpPr>
        <p:spPr bwMode="auto">
          <a:xfrm>
            <a:off x="6705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7" name="Line 21"/>
          <p:cNvSpPr>
            <a:spLocks noChangeShapeType="1"/>
          </p:cNvSpPr>
          <p:nvPr/>
        </p:nvSpPr>
        <p:spPr bwMode="auto">
          <a:xfrm>
            <a:off x="7315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8928" name="Line 22"/>
          <p:cNvSpPr>
            <a:spLocks noChangeShapeType="1"/>
          </p:cNvSpPr>
          <p:nvPr/>
        </p:nvSpPr>
        <p:spPr bwMode="auto">
          <a:xfrm flipV="1">
            <a:off x="5181600" y="99695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8929" name="Object 23"/>
          <p:cNvGraphicFramePr>
            <a:graphicFrameLocks noChangeAspect="1"/>
          </p:cNvGraphicFramePr>
          <p:nvPr/>
        </p:nvGraphicFramePr>
        <p:xfrm>
          <a:off x="32766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8929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0" name="Object 24"/>
          <p:cNvGraphicFramePr>
            <a:graphicFrameLocks noChangeAspect="1"/>
          </p:cNvGraphicFramePr>
          <p:nvPr/>
        </p:nvGraphicFramePr>
        <p:xfrm>
          <a:off x="38862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893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1" name="Object 25"/>
          <p:cNvGraphicFramePr>
            <a:graphicFrameLocks noChangeAspect="1"/>
          </p:cNvGraphicFramePr>
          <p:nvPr/>
        </p:nvGraphicFramePr>
        <p:xfrm>
          <a:off x="62230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893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2" name="Object 26"/>
          <p:cNvGraphicFramePr>
            <a:graphicFrameLocks noChangeAspect="1"/>
          </p:cNvGraphicFramePr>
          <p:nvPr/>
        </p:nvGraphicFramePr>
        <p:xfrm>
          <a:off x="68326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68140" progId="Equation.3">
                  <p:embed/>
                </p:oleObj>
              </mc:Choice>
              <mc:Fallback>
                <p:oleObj name="Equation" r:id="rId4" imgW="253890" imgH="368140" progId="Equation.3">
                  <p:embed/>
                  <p:pic>
                    <p:nvPicPr>
                      <p:cNvPr id="3893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3" name="Object 27"/>
          <p:cNvGraphicFramePr>
            <a:graphicFrameLocks noChangeAspect="1"/>
          </p:cNvGraphicFramePr>
          <p:nvPr/>
        </p:nvGraphicFramePr>
        <p:xfrm>
          <a:off x="5111750" y="477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53890" imgH="393529" progId="Equation.3">
                  <p:embed/>
                </p:oleObj>
              </mc:Choice>
              <mc:Fallback>
                <p:oleObj name="Equation" r:id="rId5" imgW="253890" imgH="393529" progId="Equation.3">
                  <p:embed/>
                  <p:pic>
                    <p:nvPicPr>
                      <p:cNvPr id="3893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778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4" name="Object 28"/>
          <p:cNvGraphicFramePr>
            <a:graphicFrameLocks noChangeAspect="1"/>
          </p:cNvGraphicFramePr>
          <p:nvPr/>
        </p:nvGraphicFramePr>
        <p:xfrm>
          <a:off x="44958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38934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5" name="Text Box 29"/>
          <p:cNvSpPr txBox="1">
            <a:spLocks noChangeArrowheads="1"/>
          </p:cNvSpPr>
          <p:nvPr/>
        </p:nvSpPr>
        <p:spPr bwMode="auto">
          <a:xfrm>
            <a:off x="381000" y="381000"/>
            <a:ext cx="14176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1</a:t>
            </a:r>
          </a:p>
        </p:txBody>
      </p:sp>
      <p:graphicFrame>
        <p:nvGraphicFramePr>
          <p:cNvPr id="38936" name="Object 30"/>
          <p:cNvGraphicFramePr>
            <a:graphicFrameLocks noChangeAspect="1"/>
          </p:cNvGraphicFramePr>
          <p:nvPr/>
        </p:nvGraphicFramePr>
        <p:xfrm>
          <a:off x="5029200" y="137795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3893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37795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7" name="Object 31"/>
          <p:cNvGraphicFramePr>
            <a:graphicFrameLocks noChangeAspect="1"/>
          </p:cNvGraphicFramePr>
          <p:nvPr/>
        </p:nvGraphicFramePr>
        <p:xfrm>
          <a:off x="57150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584" imgH="279279" progId="Equation.3">
                  <p:embed/>
                </p:oleObj>
              </mc:Choice>
              <mc:Fallback>
                <p:oleObj name="Equation" r:id="rId7" imgW="266584" imgH="279279" progId="Equation.3">
                  <p:embed/>
                  <p:pic>
                    <p:nvPicPr>
                      <p:cNvPr id="3893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38" name="Object 54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44307" imgH="533169" progId="Equation.3">
                  <p:embed/>
                </p:oleObj>
              </mc:Choice>
              <mc:Fallback>
                <p:oleObj name="Equation" r:id="rId9" imgW="444307" imgH="533169" progId="Equation.3">
                  <p:embed/>
                  <p:pic>
                    <p:nvPicPr>
                      <p:cNvPr id="38938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39" name="Freeform 55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940" name="Line 56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941" name="Line 57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8942" name="Oval 58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8943" name="Oval 59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8944" name="Object 60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612900" imgH="457200" progId="Equation.3">
                  <p:embed/>
                </p:oleObj>
              </mc:Choice>
              <mc:Fallback>
                <p:oleObj name="Equation" r:id="rId11" imgW="1612900" imgH="457200" progId="Equation.3">
                  <p:embed/>
                  <p:pic>
                    <p:nvPicPr>
                      <p:cNvPr id="38944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5" name="Object 61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549400" imgH="457200" progId="Equation.3">
                  <p:embed/>
                </p:oleObj>
              </mc:Choice>
              <mc:Fallback>
                <p:oleObj name="Equation" r:id="rId13" imgW="1549400" imgH="457200" progId="Equation.3">
                  <p:embed/>
                  <p:pic>
                    <p:nvPicPr>
                      <p:cNvPr id="38945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6" name="Object 62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835" imgH="520474" progId="Equation.3">
                  <p:embed/>
                </p:oleObj>
              </mc:Choice>
              <mc:Fallback>
                <p:oleObj name="Equation" r:id="rId15" imgW="380835" imgH="520474" progId="Equation.3">
                  <p:embed/>
                  <p:pic>
                    <p:nvPicPr>
                      <p:cNvPr id="38946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47" name="Object 63"/>
          <p:cNvGraphicFramePr>
            <a:graphicFrameLocks noChangeAspect="1"/>
          </p:cNvGraphicFramePr>
          <p:nvPr/>
        </p:nvGraphicFramePr>
        <p:xfrm>
          <a:off x="2857500" y="3117850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36700" imgH="469900" progId="Equation.3">
                  <p:embed/>
                </p:oleObj>
              </mc:Choice>
              <mc:Fallback>
                <p:oleObj name="Equation" r:id="rId17" imgW="1536700" imgH="469900" progId="Equation.3">
                  <p:embed/>
                  <p:pic>
                    <p:nvPicPr>
                      <p:cNvPr id="38947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117850"/>
                        <a:ext cx="1536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48" name="Oval 76"/>
          <p:cNvSpPr>
            <a:spLocks noChangeArrowheads="1"/>
          </p:cNvSpPr>
          <p:nvPr/>
        </p:nvSpPr>
        <p:spPr bwMode="auto">
          <a:xfrm>
            <a:off x="2590800" y="3048000"/>
            <a:ext cx="20574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30597F5D-9ABC-4685-A497-D5C0D1D1865C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36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41" name="Oval 64"/>
          <p:cNvSpPr>
            <a:spLocks noChangeArrowheads="1"/>
          </p:cNvSpPr>
          <p:nvPr/>
        </p:nvSpPr>
        <p:spPr bwMode="auto">
          <a:xfrm>
            <a:off x="3048000" y="5105400"/>
            <a:ext cx="838200" cy="762000"/>
          </a:xfrm>
          <a:prstGeom prst="ellipse">
            <a:avLst/>
          </a:prstGeom>
          <a:solidFill>
            <a:srgbClr val="FF0000">
              <a:alpha val="50195"/>
            </a:srgbClr>
          </a:solidFill>
          <a:ln w="38100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42" name="Line 12"/>
          <p:cNvSpPr>
            <a:spLocks noChangeShapeType="1"/>
          </p:cNvSpPr>
          <p:nvPr/>
        </p:nvSpPr>
        <p:spPr bwMode="auto">
          <a:xfrm>
            <a:off x="2590800" y="304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43" name="Line 13"/>
          <p:cNvSpPr>
            <a:spLocks noChangeShapeType="1"/>
          </p:cNvSpPr>
          <p:nvPr/>
        </p:nvSpPr>
        <p:spPr bwMode="auto">
          <a:xfrm>
            <a:off x="2590800" y="990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44" name="Line 14"/>
          <p:cNvSpPr>
            <a:spLocks noChangeShapeType="1"/>
          </p:cNvSpPr>
          <p:nvPr/>
        </p:nvSpPr>
        <p:spPr bwMode="auto">
          <a:xfrm>
            <a:off x="3048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45" name="Line 15"/>
          <p:cNvSpPr>
            <a:spLocks noChangeShapeType="1"/>
          </p:cNvSpPr>
          <p:nvPr/>
        </p:nvSpPr>
        <p:spPr bwMode="auto">
          <a:xfrm>
            <a:off x="3657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46" name="Line 16"/>
          <p:cNvSpPr>
            <a:spLocks noChangeShapeType="1"/>
          </p:cNvSpPr>
          <p:nvPr/>
        </p:nvSpPr>
        <p:spPr bwMode="auto">
          <a:xfrm>
            <a:off x="4267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47" name="Line 17"/>
          <p:cNvSpPr>
            <a:spLocks noChangeShapeType="1"/>
          </p:cNvSpPr>
          <p:nvPr/>
        </p:nvSpPr>
        <p:spPr bwMode="auto">
          <a:xfrm>
            <a:off x="48768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48" name="Line 18"/>
          <p:cNvSpPr>
            <a:spLocks noChangeShapeType="1"/>
          </p:cNvSpPr>
          <p:nvPr/>
        </p:nvSpPr>
        <p:spPr bwMode="auto">
          <a:xfrm>
            <a:off x="54864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49" name="Line 19"/>
          <p:cNvSpPr>
            <a:spLocks noChangeShapeType="1"/>
          </p:cNvSpPr>
          <p:nvPr/>
        </p:nvSpPr>
        <p:spPr bwMode="auto">
          <a:xfrm>
            <a:off x="60960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50" name="Line 20"/>
          <p:cNvSpPr>
            <a:spLocks noChangeShapeType="1"/>
          </p:cNvSpPr>
          <p:nvPr/>
        </p:nvSpPr>
        <p:spPr bwMode="auto">
          <a:xfrm>
            <a:off x="67056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51" name="Line 21"/>
          <p:cNvSpPr>
            <a:spLocks noChangeShapeType="1"/>
          </p:cNvSpPr>
          <p:nvPr/>
        </p:nvSpPr>
        <p:spPr bwMode="auto">
          <a:xfrm>
            <a:off x="7315200" y="304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39952" name="Line 22"/>
          <p:cNvSpPr>
            <a:spLocks noChangeShapeType="1"/>
          </p:cNvSpPr>
          <p:nvPr/>
        </p:nvSpPr>
        <p:spPr bwMode="auto">
          <a:xfrm flipV="1">
            <a:off x="4572000" y="99695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39953" name="Object 23"/>
          <p:cNvGraphicFramePr>
            <a:graphicFrameLocks noChangeAspect="1"/>
          </p:cNvGraphicFramePr>
          <p:nvPr/>
        </p:nvGraphicFramePr>
        <p:xfrm>
          <a:off x="32766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9953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4" name="Object 24"/>
          <p:cNvGraphicFramePr>
            <a:graphicFrameLocks noChangeAspect="1"/>
          </p:cNvGraphicFramePr>
          <p:nvPr/>
        </p:nvGraphicFramePr>
        <p:xfrm>
          <a:off x="3886200" y="457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995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457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5" name="Object 25"/>
          <p:cNvGraphicFramePr>
            <a:graphicFrameLocks noChangeAspect="1"/>
          </p:cNvGraphicFramePr>
          <p:nvPr/>
        </p:nvGraphicFramePr>
        <p:xfrm>
          <a:off x="62230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995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6" name="Object 26"/>
          <p:cNvGraphicFramePr>
            <a:graphicFrameLocks noChangeAspect="1"/>
          </p:cNvGraphicFramePr>
          <p:nvPr/>
        </p:nvGraphicFramePr>
        <p:xfrm>
          <a:off x="6832600" y="463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3995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463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7" name="Object 27"/>
          <p:cNvGraphicFramePr>
            <a:graphicFrameLocks noChangeAspect="1"/>
          </p:cNvGraphicFramePr>
          <p:nvPr/>
        </p:nvGraphicFramePr>
        <p:xfrm>
          <a:off x="5111750" y="477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93529" progId="Equation.3">
                  <p:embed/>
                </p:oleObj>
              </mc:Choice>
              <mc:Fallback>
                <p:oleObj name="Equation" r:id="rId4" imgW="253890" imgH="393529" progId="Equation.3">
                  <p:embed/>
                  <p:pic>
                    <p:nvPicPr>
                      <p:cNvPr id="3995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778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58" name="Object 28"/>
          <p:cNvGraphicFramePr>
            <a:graphicFrameLocks noChangeAspect="1"/>
          </p:cNvGraphicFramePr>
          <p:nvPr/>
        </p:nvGraphicFramePr>
        <p:xfrm>
          <a:off x="44958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39958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59" name="Text Box 29"/>
          <p:cNvSpPr txBox="1">
            <a:spLocks noChangeArrowheads="1"/>
          </p:cNvSpPr>
          <p:nvPr/>
        </p:nvSpPr>
        <p:spPr bwMode="auto">
          <a:xfrm>
            <a:off x="381000" y="3810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39960" name="Object 30"/>
          <p:cNvGraphicFramePr>
            <a:graphicFrameLocks noChangeAspect="1"/>
          </p:cNvGraphicFramePr>
          <p:nvPr/>
        </p:nvGraphicFramePr>
        <p:xfrm>
          <a:off x="4343400" y="137795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3996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137795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1" name="Object 31"/>
          <p:cNvGraphicFramePr>
            <a:graphicFrameLocks noChangeAspect="1"/>
          </p:cNvGraphicFramePr>
          <p:nvPr/>
        </p:nvGraphicFramePr>
        <p:xfrm>
          <a:off x="5715000" y="533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39961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533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2" name="Object 54"/>
          <p:cNvGraphicFramePr>
            <a:graphicFrameLocks noChangeAspect="1"/>
          </p:cNvGraphicFramePr>
          <p:nvPr/>
        </p:nvGraphicFramePr>
        <p:xfrm>
          <a:off x="3246438" y="5176838"/>
          <a:ext cx="442912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39962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6438" y="5176838"/>
                        <a:ext cx="442912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63" name="Freeform 55"/>
          <p:cNvSpPr>
            <a:spLocks/>
          </p:cNvSpPr>
          <p:nvPr/>
        </p:nvSpPr>
        <p:spPr bwMode="auto">
          <a:xfrm>
            <a:off x="2997200" y="4178300"/>
            <a:ext cx="1066800" cy="1003300"/>
          </a:xfrm>
          <a:custGeom>
            <a:avLst/>
            <a:gdLst>
              <a:gd name="T0" fmla="*/ 736600 w 672"/>
              <a:gd name="T1" fmla="*/ 1003300 h 632"/>
              <a:gd name="T2" fmla="*/ 1041400 w 672"/>
              <a:gd name="T3" fmla="*/ 317500 h 632"/>
              <a:gd name="T4" fmla="*/ 584200 w 672"/>
              <a:gd name="T5" fmla="*/ 12700 h 632"/>
              <a:gd name="T6" fmla="*/ 50800 w 672"/>
              <a:gd name="T7" fmla="*/ 241300 h 632"/>
              <a:gd name="T8" fmla="*/ 279400 w 672"/>
              <a:gd name="T9" fmla="*/ 927100 h 6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72" h="632">
                <a:moveTo>
                  <a:pt x="464" y="632"/>
                </a:moveTo>
                <a:cubicBezTo>
                  <a:pt x="568" y="468"/>
                  <a:pt x="672" y="304"/>
                  <a:pt x="656" y="200"/>
                </a:cubicBezTo>
                <a:cubicBezTo>
                  <a:pt x="640" y="96"/>
                  <a:pt x="472" y="16"/>
                  <a:pt x="368" y="8"/>
                </a:cubicBezTo>
                <a:cubicBezTo>
                  <a:pt x="264" y="0"/>
                  <a:pt x="64" y="56"/>
                  <a:pt x="32" y="152"/>
                </a:cubicBezTo>
                <a:cubicBezTo>
                  <a:pt x="0" y="248"/>
                  <a:pt x="88" y="416"/>
                  <a:pt x="176" y="584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64" name="Line 56"/>
          <p:cNvSpPr>
            <a:spLocks noChangeShapeType="1"/>
          </p:cNvSpPr>
          <p:nvPr/>
        </p:nvSpPr>
        <p:spPr bwMode="auto">
          <a:xfrm>
            <a:off x="2438400" y="5486400"/>
            <a:ext cx="609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65" name="Line 57"/>
          <p:cNvSpPr>
            <a:spLocks noChangeShapeType="1"/>
          </p:cNvSpPr>
          <p:nvPr/>
        </p:nvSpPr>
        <p:spPr bwMode="auto">
          <a:xfrm>
            <a:off x="3886200" y="5486400"/>
            <a:ext cx="2209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39966" name="Oval 58"/>
          <p:cNvSpPr>
            <a:spLocks noChangeArrowheads="1"/>
          </p:cNvSpPr>
          <p:nvPr/>
        </p:nvSpPr>
        <p:spPr bwMode="auto">
          <a:xfrm>
            <a:off x="6248400" y="5105400"/>
            <a:ext cx="838200" cy="7620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sp>
        <p:nvSpPr>
          <p:cNvPr id="39967" name="Oval 59"/>
          <p:cNvSpPr>
            <a:spLocks noChangeArrowheads="1"/>
          </p:cNvSpPr>
          <p:nvPr/>
        </p:nvSpPr>
        <p:spPr bwMode="auto">
          <a:xfrm>
            <a:off x="6096000" y="4953000"/>
            <a:ext cx="1143000" cy="106680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  <p:graphicFrame>
        <p:nvGraphicFramePr>
          <p:cNvPr id="39968" name="Object 60"/>
          <p:cNvGraphicFramePr>
            <a:graphicFrameLocks noChangeAspect="1"/>
          </p:cNvGraphicFramePr>
          <p:nvPr/>
        </p:nvGraphicFramePr>
        <p:xfrm>
          <a:off x="2819400" y="3657600"/>
          <a:ext cx="1612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612900" imgH="457200" progId="Equation.3">
                  <p:embed/>
                </p:oleObj>
              </mc:Choice>
              <mc:Fallback>
                <p:oleObj name="Equation" r:id="rId10" imgW="1612900" imgH="457200" progId="Equation.3">
                  <p:embed/>
                  <p:pic>
                    <p:nvPicPr>
                      <p:cNvPr id="39968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3657600"/>
                        <a:ext cx="16129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69" name="Object 61"/>
          <p:cNvGraphicFramePr>
            <a:graphicFrameLocks noChangeAspect="1"/>
          </p:cNvGraphicFramePr>
          <p:nvPr/>
        </p:nvGraphicFramePr>
        <p:xfrm>
          <a:off x="4222750" y="4953000"/>
          <a:ext cx="1549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549400" imgH="457200" progId="Equation.3">
                  <p:embed/>
                </p:oleObj>
              </mc:Choice>
              <mc:Fallback>
                <p:oleObj name="Equation" r:id="rId12" imgW="1549400" imgH="457200" progId="Equation.3">
                  <p:embed/>
                  <p:pic>
                    <p:nvPicPr>
                      <p:cNvPr id="39969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0" y="4953000"/>
                        <a:ext cx="1549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0" name="Object 62"/>
          <p:cNvGraphicFramePr>
            <a:graphicFrameLocks noChangeAspect="1"/>
          </p:cNvGraphicFramePr>
          <p:nvPr/>
        </p:nvGraphicFramePr>
        <p:xfrm>
          <a:off x="6507163" y="5186363"/>
          <a:ext cx="3810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80835" imgH="520474" progId="Equation.3">
                  <p:embed/>
                </p:oleObj>
              </mc:Choice>
              <mc:Fallback>
                <p:oleObj name="Equation" r:id="rId14" imgW="380835" imgH="520474" progId="Equation.3">
                  <p:embed/>
                  <p:pic>
                    <p:nvPicPr>
                      <p:cNvPr id="3997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7163" y="5186363"/>
                        <a:ext cx="3810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71" name="Object 63"/>
          <p:cNvGraphicFramePr>
            <a:graphicFrameLocks noChangeAspect="1"/>
          </p:cNvGraphicFramePr>
          <p:nvPr/>
        </p:nvGraphicFramePr>
        <p:xfrm>
          <a:off x="2857500" y="3117850"/>
          <a:ext cx="1536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536700" imgH="469900" progId="Equation.3">
                  <p:embed/>
                </p:oleObj>
              </mc:Choice>
              <mc:Fallback>
                <p:oleObj name="Equation" r:id="rId16" imgW="1536700" imgH="469900" progId="Equation.3">
                  <p:embed/>
                  <p:pic>
                    <p:nvPicPr>
                      <p:cNvPr id="39971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00" y="3117850"/>
                        <a:ext cx="1536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972" name="Oval 65"/>
          <p:cNvSpPr>
            <a:spLocks noChangeArrowheads="1"/>
          </p:cNvSpPr>
          <p:nvPr/>
        </p:nvSpPr>
        <p:spPr bwMode="auto">
          <a:xfrm>
            <a:off x="2590800" y="3581400"/>
            <a:ext cx="2057400" cy="609600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Footer Placeholder 2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2D3C4C97-0193-4484-BD53-872ADB326F11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37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65" name="Line 2"/>
          <p:cNvSpPr>
            <a:spLocks noChangeShapeType="1"/>
          </p:cNvSpPr>
          <p:nvPr/>
        </p:nvSpPr>
        <p:spPr bwMode="auto">
          <a:xfrm>
            <a:off x="2590800" y="228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66" name="Line 3"/>
          <p:cNvSpPr>
            <a:spLocks noChangeShapeType="1"/>
          </p:cNvSpPr>
          <p:nvPr/>
        </p:nvSpPr>
        <p:spPr bwMode="auto">
          <a:xfrm>
            <a:off x="2590800" y="9144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67" name="Line 4"/>
          <p:cNvSpPr>
            <a:spLocks noChangeShapeType="1"/>
          </p:cNvSpPr>
          <p:nvPr/>
        </p:nvSpPr>
        <p:spPr bwMode="auto">
          <a:xfrm>
            <a:off x="30480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68" name="Line 5"/>
          <p:cNvSpPr>
            <a:spLocks noChangeShapeType="1"/>
          </p:cNvSpPr>
          <p:nvPr/>
        </p:nvSpPr>
        <p:spPr bwMode="auto">
          <a:xfrm>
            <a:off x="36576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69" name="Line 6"/>
          <p:cNvSpPr>
            <a:spLocks noChangeShapeType="1"/>
          </p:cNvSpPr>
          <p:nvPr/>
        </p:nvSpPr>
        <p:spPr bwMode="auto">
          <a:xfrm>
            <a:off x="42672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70" name="Line 7"/>
          <p:cNvSpPr>
            <a:spLocks noChangeShapeType="1"/>
          </p:cNvSpPr>
          <p:nvPr/>
        </p:nvSpPr>
        <p:spPr bwMode="auto">
          <a:xfrm>
            <a:off x="48768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71" name="Line 8"/>
          <p:cNvSpPr>
            <a:spLocks noChangeShapeType="1"/>
          </p:cNvSpPr>
          <p:nvPr/>
        </p:nvSpPr>
        <p:spPr bwMode="auto">
          <a:xfrm>
            <a:off x="54864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72" name="Line 9"/>
          <p:cNvSpPr>
            <a:spLocks noChangeShapeType="1"/>
          </p:cNvSpPr>
          <p:nvPr/>
        </p:nvSpPr>
        <p:spPr bwMode="auto">
          <a:xfrm>
            <a:off x="60960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73" name="Line 10"/>
          <p:cNvSpPr>
            <a:spLocks noChangeShapeType="1"/>
          </p:cNvSpPr>
          <p:nvPr/>
        </p:nvSpPr>
        <p:spPr bwMode="auto">
          <a:xfrm>
            <a:off x="67056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74" name="Line 11"/>
          <p:cNvSpPr>
            <a:spLocks noChangeShapeType="1"/>
          </p:cNvSpPr>
          <p:nvPr/>
        </p:nvSpPr>
        <p:spPr bwMode="auto">
          <a:xfrm>
            <a:off x="7315200" y="2286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75" name="Line 12"/>
          <p:cNvSpPr>
            <a:spLocks noChangeShapeType="1"/>
          </p:cNvSpPr>
          <p:nvPr/>
        </p:nvSpPr>
        <p:spPr bwMode="auto">
          <a:xfrm flipV="1">
            <a:off x="4572000" y="920750"/>
            <a:ext cx="0" cy="2984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0976" name="Object 13"/>
          <p:cNvGraphicFramePr>
            <a:graphicFrameLocks noChangeAspect="1"/>
          </p:cNvGraphicFramePr>
          <p:nvPr/>
        </p:nvGraphicFramePr>
        <p:xfrm>
          <a:off x="3276600" y="381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0976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81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7" name="Object 14"/>
          <p:cNvGraphicFramePr>
            <a:graphicFrameLocks noChangeAspect="1"/>
          </p:cNvGraphicFramePr>
          <p:nvPr/>
        </p:nvGraphicFramePr>
        <p:xfrm>
          <a:off x="3886200" y="3810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0977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810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8" name="Object 15"/>
          <p:cNvGraphicFramePr>
            <a:graphicFrameLocks noChangeAspect="1"/>
          </p:cNvGraphicFramePr>
          <p:nvPr/>
        </p:nvGraphicFramePr>
        <p:xfrm>
          <a:off x="6223000" y="387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0978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3873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79" name="Object 16"/>
          <p:cNvGraphicFramePr>
            <a:graphicFrameLocks noChangeAspect="1"/>
          </p:cNvGraphicFramePr>
          <p:nvPr/>
        </p:nvGraphicFramePr>
        <p:xfrm>
          <a:off x="6832600" y="3873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097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3873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0" name="Object 17"/>
          <p:cNvGraphicFramePr>
            <a:graphicFrameLocks noChangeAspect="1"/>
          </p:cNvGraphicFramePr>
          <p:nvPr/>
        </p:nvGraphicFramePr>
        <p:xfrm>
          <a:off x="5111750" y="4016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93529" progId="Equation.3">
                  <p:embed/>
                </p:oleObj>
              </mc:Choice>
              <mc:Fallback>
                <p:oleObj name="Equation" r:id="rId4" imgW="253890" imgH="393529" progId="Equation.3">
                  <p:embed/>
                  <p:pic>
                    <p:nvPicPr>
                      <p:cNvPr id="4098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4016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1" name="Object 18"/>
          <p:cNvGraphicFramePr>
            <a:graphicFrameLocks noChangeAspect="1"/>
          </p:cNvGraphicFramePr>
          <p:nvPr/>
        </p:nvGraphicFramePr>
        <p:xfrm>
          <a:off x="4495800" y="45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0981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5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2" name="Text Box 19"/>
          <p:cNvSpPr txBox="1">
            <a:spLocks noChangeArrowheads="1"/>
          </p:cNvSpPr>
          <p:nvPr/>
        </p:nvSpPr>
        <p:spPr bwMode="auto">
          <a:xfrm>
            <a:off x="381000" y="3048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2</a:t>
            </a:r>
          </a:p>
        </p:txBody>
      </p:sp>
      <p:graphicFrame>
        <p:nvGraphicFramePr>
          <p:cNvPr id="40983" name="Object 20"/>
          <p:cNvGraphicFramePr>
            <a:graphicFrameLocks noChangeAspect="1"/>
          </p:cNvGraphicFramePr>
          <p:nvPr/>
        </p:nvGraphicFramePr>
        <p:xfrm>
          <a:off x="4419600" y="11430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40983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11430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84" name="Object 21"/>
          <p:cNvGraphicFramePr>
            <a:graphicFrameLocks noChangeAspect="1"/>
          </p:cNvGraphicFramePr>
          <p:nvPr/>
        </p:nvGraphicFramePr>
        <p:xfrm>
          <a:off x="5715000" y="4572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0984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572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85" name="Line 22"/>
          <p:cNvSpPr>
            <a:spLocks noChangeShapeType="1"/>
          </p:cNvSpPr>
          <p:nvPr/>
        </p:nvSpPr>
        <p:spPr bwMode="auto">
          <a:xfrm>
            <a:off x="2590800" y="1828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86" name="Line 23"/>
          <p:cNvSpPr>
            <a:spLocks noChangeShapeType="1"/>
          </p:cNvSpPr>
          <p:nvPr/>
        </p:nvSpPr>
        <p:spPr bwMode="auto">
          <a:xfrm>
            <a:off x="2590800" y="25146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87" name="Line 24"/>
          <p:cNvSpPr>
            <a:spLocks noChangeShapeType="1"/>
          </p:cNvSpPr>
          <p:nvPr/>
        </p:nvSpPr>
        <p:spPr bwMode="auto">
          <a:xfrm>
            <a:off x="3048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88" name="Line 25"/>
          <p:cNvSpPr>
            <a:spLocks noChangeShapeType="1"/>
          </p:cNvSpPr>
          <p:nvPr/>
        </p:nvSpPr>
        <p:spPr bwMode="auto">
          <a:xfrm>
            <a:off x="3657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89" name="Line 26"/>
          <p:cNvSpPr>
            <a:spLocks noChangeShapeType="1"/>
          </p:cNvSpPr>
          <p:nvPr/>
        </p:nvSpPr>
        <p:spPr bwMode="auto">
          <a:xfrm>
            <a:off x="4267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90" name="Line 27"/>
          <p:cNvSpPr>
            <a:spLocks noChangeShapeType="1"/>
          </p:cNvSpPr>
          <p:nvPr/>
        </p:nvSpPr>
        <p:spPr bwMode="auto">
          <a:xfrm>
            <a:off x="48768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91" name="Line 28"/>
          <p:cNvSpPr>
            <a:spLocks noChangeShapeType="1"/>
          </p:cNvSpPr>
          <p:nvPr/>
        </p:nvSpPr>
        <p:spPr bwMode="auto">
          <a:xfrm>
            <a:off x="54864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92" name="Line 29"/>
          <p:cNvSpPr>
            <a:spLocks noChangeShapeType="1"/>
          </p:cNvSpPr>
          <p:nvPr/>
        </p:nvSpPr>
        <p:spPr bwMode="auto">
          <a:xfrm>
            <a:off x="60960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93" name="Line 30"/>
          <p:cNvSpPr>
            <a:spLocks noChangeShapeType="1"/>
          </p:cNvSpPr>
          <p:nvPr/>
        </p:nvSpPr>
        <p:spPr bwMode="auto">
          <a:xfrm>
            <a:off x="67056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94" name="Line 31"/>
          <p:cNvSpPr>
            <a:spLocks noChangeShapeType="1"/>
          </p:cNvSpPr>
          <p:nvPr/>
        </p:nvSpPr>
        <p:spPr bwMode="auto">
          <a:xfrm>
            <a:off x="7315200" y="18288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0995" name="Line 32"/>
          <p:cNvSpPr>
            <a:spLocks noChangeShapeType="1"/>
          </p:cNvSpPr>
          <p:nvPr/>
        </p:nvSpPr>
        <p:spPr bwMode="auto">
          <a:xfrm flipV="1">
            <a:off x="5181600" y="25146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0996" name="Object 33"/>
          <p:cNvGraphicFramePr>
            <a:graphicFrameLocks noChangeAspect="1"/>
          </p:cNvGraphicFramePr>
          <p:nvPr/>
        </p:nvGraphicFramePr>
        <p:xfrm>
          <a:off x="3276600" y="1981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0996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81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7" name="Object 34"/>
          <p:cNvGraphicFramePr>
            <a:graphicFrameLocks noChangeAspect="1"/>
          </p:cNvGraphicFramePr>
          <p:nvPr/>
        </p:nvGraphicFramePr>
        <p:xfrm>
          <a:off x="3886200" y="19812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0997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9812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8" name="Object 35"/>
          <p:cNvGraphicFramePr>
            <a:graphicFrameLocks noChangeAspect="1"/>
          </p:cNvGraphicFramePr>
          <p:nvPr/>
        </p:nvGraphicFramePr>
        <p:xfrm>
          <a:off x="62230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0998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9" name="Object 36"/>
          <p:cNvGraphicFramePr>
            <a:graphicFrameLocks noChangeAspect="1"/>
          </p:cNvGraphicFramePr>
          <p:nvPr/>
        </p:nvGraphicFramePr>
        <p:xfrm>
          <a:off x="6832600" y="19875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0999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19875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0" name="Object 37"/>
          <p:cNvGraphicFramePr>
            <a:graphicFrameLocks noChangeAspect="1"/>
          </p:cNvGraphicFramePr>
          <p:nvPr/>
        </p:nvGraphicFramePr>
        <p:xfrm>
          <a:off x="5111750" y="20018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93529" progId="Equation.3">
                  <p:embed/>
                </p:oleObj>
              </mc:Choice>
              <mc:Fallback>
                <p:oleObj name="Equation" r:id="rId4" imgW="253890" imgH="393529" progId="Equation.3">
                  <p:embed/>
                  <p:pic>
                    <p:nvPicPr>
                      <p:cNvPr id="4100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20018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1" name="Object 38"/>
          <p:cNvGraphicFramePr>
            <a:graphicFrameLocks noChangeAspect="1"/>
          </p:cNvGraphicFramePr>
          <p:nvPr/>
        </p:nvGraphicFramePr>
        <p:xfrm>
          <a:off x="44958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1001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2" name="Text Box 39"/>
          <p:cNvSpPr txBox="1">
            <a:spLocks noChangeArrowheads="1"/>
          </p:cNvSpPr>
          <p:nvPr/>
        </p:nvSpPr>
        <p:spPr bwMode="auto">
          <a:xfrm>
            <a:off x="381000" y="19050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3</a:t>
            </a:r>
          </a:p>
        </p:txBody>
      </p:sp>
      <p:graphicFrame>
        <p:nvGraphicFramePr>
          <p:cNvPr id="41003" name="Object 40"/>
          <p:cNvGraphicFramePr>
            <a:graphicFrameLocks noChangeAspect="1"/>
          </p:cNvGraphicFramePr>
          <p:nvPr/>
        </p:nvGraphicFramePr>
        <p:xfrm>
          <a:off x="5029200" y="27432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41003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7432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4" name="Object 41"/>
          <p:cNvGraphicFramePr>
            <a:graphicFrameLocks noChangeAspect="1"/>
          </p:cNvGraphicFramePr>
          <p:nvPr/>
        </p:nvGraphicFramePr>
        <p:xfrm>
          <a:off x="5715000" y="20574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1004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20574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5" name="Line 42"/>
          <p:cNvSpPr>
            <a:spLocks noChangeShapeType="1"/>
          </p:cNvSpPr>
          <p:nvPr/>
        </p:nvSpPr>
        <p:spPr bwMode="auto">
          <a:xfrm>
            <a:off x="2590800" y="35052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06" name="Line 43"/>
          <p:cNvSpPr>
            <a:spLocks noChangeShapeType="1"/>
          </p:cNvSpPr>
          <p:nvPr/>
        </p:nvSpPr>
        <p:spPr bwMode="auto">
          <a:xfrm>
            <a:off x="2590800" y="41910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07" name="Line 44"/>
          <p:cNvSpPr>
            <a:spLocks noChangeShapeType="1"/>
          </p:cNvSpPr>
          <p:nvPr/>
        </p:nvSpPr>
        <p:spPr bwMode="auto">
          <a:xfrm>
            <a:off x="3048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08" name="Line 45"/>
          <p:cNvSpPr>
            <a:spLocks noChangeShapeType="1"/>
          </p:cNvSpPr>
          <p:nvPr/>
        </p:nvSpPr>
        <p:spPr bwMode="auto">
          <a:xfrm>
            <a:off x="3657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09" name="Line 46"/>
          <p:cNvSpPr>
            <a:spLocks noChangeShapeType="1"/>
          </p:cNvSpPr>
          <p:nvPr/>
        </p:nvSpPr>
        <p:spPr bwMode="auto">
          <a:xfrm>
            <a:off x="4267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10" name="Line 47"/>
          <p:cNvSpPr>
            <a:spLocks noChangeShapeType="1"/>
          </p:cNvSpPr>
          <p:nvPr/>
        </p:nvSpPr>
        <p:spPr bwMode="auto">
          <a:xfrm>
            <a:off x="48768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11" name="Line 48"/>
          <p:cNvSpPr>
            <a:spLocks noChangeShapeType="1"/>
          </p:cNvSpPr>
          <p:nvPr/>
        </p:nvSpPr>
        <p:spPr bwMode="auto">
          <a:xfrm>
            <a:off x="54864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12" name="Line 49"/>
          <p:cNvSpPr>
            <a:spLocks noChangeShapeType="1"/>
          </p:cNvSpPr>
          <p:nvPr/>
        </p:nvSpPr>
        <p:spPr bwMode="auto">
          <a:xfrm>
            <a:off x="60960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13" name="Line 50"/>
          <p:cNvSpPr>
            <a:spLocks noChangeShapeType="1"/>
          </p:cNvSpPr>
          <p:nvPr/>
        </p:nvSpPr>
        <p:spPr bwMode="auto">
          <a:xfrm>
            <a:off x="67056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14" name="Line 51"/>
          <p:cNvSpPr>
            <a:spLocks noChangeShapeType="1"/>
          </p:cNvSpPr>
          <p:nvPr/>
        </p:nvSpPr>
        <p:spPr bwMode="auto">
          <a:xfrm>
            <a:off x="7315200" y="3505200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15" name="Line 52"/>
          <p:cNvSpPr>
            <a:spLocks noChangeShapeType="1"/>
          </p:cNvSpPr>
          <p:nvPr/>
        </p:nvSpPr>
        <p:spPr bwMode="auto">
          <a:xfrm flipV="1">
            <a:off x="4572000" y="4191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1016" name="Object 53"/>
          <p:cNvGraphicFramePr>
            <a:graphicFrameLocks noChangeAspect="1"/>
          </p:cNvGraphicFramePr>
          <p:nvPr/>
        </p:nvGraphicFramePr>
        <p:xfrm>
          <a:off x="32766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16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7" name="Object 54"/>
          <p:cNvGraphicFramePr>
            <a:graphicFrameLocks noChangeAspect="1"/>
          </p:cNvGraphicFramePr>
          <p:nvPr/>
        </p:nvGraphicFramePr>
        <p:xfrm>
          <a:off x="3886200" y="365760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17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65760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8" name="Object 55"/>
          <p:cNvGraphicFramePr>
            <a:graphicFrameLocks noChangeAspect="1"/>
          </p:cNvGraphicFramePr>
          <p:nvPr/>
        </p:nvGraphicFramePr>
        <p:xfrm>
          <a:off x="6223000" y="366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18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0" y="3663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9" name="Object 56"/>
          <p:cNvGraphicFramePr>
            <a:graphicFrameLocks noChangeAspect="1"/>
          </p:cNvGraphicFramePr>
          <p:nvPr/>
        </p:nvGraphicFramePr>
        <p:xfrm>
          <a:off x="6832600" y="3663950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19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3663950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0" name="Object 57"/>
          <p:cNvGraphicFramePr>
            <a:graphicFrameLocks noChangeAspect="1"/>
          </p:cNvGraphicFramePr>
          <p:nvPr/>
        </p:nvGraphicFramePr>
        <p:xfrm>
          <a:off x="5111750" y="3678238"/>
          <a:ext cx="252413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93529" progId="Equation.3">
                  <p:embed/>
                </p:oleObj>
              </mc:Choice>
              <mc:Fallback>
                <p:oleObj name="Equation" r:id="rId4" imgW="253890" imgH="393529" progId="Equation.3">
                  <p:embed/>
                  <p:pic>
                    <p:nvPicPr>
                      <p:cNvPr id="4102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750" y="3678238"/>
                        <a:ext cx="252413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1" name="Object 58"/>
          <p:cNvGraphicFramePr>
            <a:graphicFrameLocks noChangeAspect="1"/>
          </p:cNvGraphicFramePr>
          <p:nvPr/>
        </p:nvGraphicFramePr>
        <p:xfrm>
          <a:off x="4495800" y="373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1021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373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2" name="Text Box 59"/>
          <p:cNvSpPr txBox="1">
            <a:spLocks noChangeArrowheads="1"/>
          </p:cNvSpPr>
          <p:nvPr/>
        </p:nvSpPr>
        <p:spPr bwMode="auto">
          <a:xfrm>
            <a:off x="381000" y="3581400"/>
            <a:ext cx="1482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4</a:t>
            </a:r>
          </a:p>
        </p:txBody>
      </p:sp>
      <p:graphicFrame>
        <p:nvGraphicFramePr>
          <p:cNvPr id="41023" name="Object 60"/>
          <p:cNvGraphicFramePr>
            <a:graphicFrameLocks noChangeAspect="1"/>
          </p:cNvGraphicFramePr>
          <p:nvPr/>
        </p:nvGraphicFramePr>
        <p:xfrm>
          <a:off x="4343400" y="44196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41023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44196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4" name="Object 61"/>
          <p:cNvGraphicFramePr>
            <a:graphicFrameLocks noChangeAspect="1"/>
          </p:cNvGraphicFramePr>
          <p:nvPr/>
        </p:nvGraphicFramePr>
        <p:xfrm>
          <a:off x="5715000" y="3733800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1024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733800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25" name="Line 82"/>
          <p:cNvSpPr>
            <a:spLocks noChangeShapeType="1"/>
          </p:cNvSpPr>
          <p:nvPr/>
        </p:nvSpPr>
        <p:spPr bwMode="auto">
          <a:xfrm>
            <a:off x="2667000" y="5257800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26" name="Line 83"/>
          <p:cNvSpPr>
            <a:spLocks noChangeShapeType="1"/>
          </p:cNvSpPr>
          <p:nvPr/>
        </p:nvSpPr>
        <p:spPr bwMode="auto">
          <a:xfrm>
            <a:off x="2667000" y="5945188"/>
            <a:ext cx="5105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27" name="Line 84"/>
          <p:cNvSpPr>
            <a:spLocks noChangeShapeType="1"/>
          </p:cNvSpPr>
          <p:nvPr/>
        </p:nvSpPr>
        <p:spPr bwMode="auto">
          <a:xfrm>
            <a:off x="31242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28" name="Line 85"/>
          <p:cNvSpPr>
            <a:spLocks noChangeShapeType="1"/>
          </p:cNvSpPr>
          <p:nvPr/>
        </p:nvSpPr>
        <p:spPr bwMode="auto">
          <a:xfrm>
            <a:off x="37338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29" name="Line 86"/>
          <p:cNvSpPr>
            <a:spLocks noChangeShapeType="1"/>
          </p:cNvSpPr>
          <p:nvPr/>
        </p:nvSpPr>
        <p:spPr bwMode="auto">
          <a:xfrm>
            <a:off x="43434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30" name="Line 87"/>
          <p:cNvSpPr>
            <a:spLocks noChangeShapeType="1"/>
          </p:cNvSpPr>
          <p:nvPr/>
        </p:nvSpPr>
        <p:spPr bwMode="auto">
          <a:xfrm>
            <a:off x="49530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31" name="Line 88"/>
          <p:cNvSpPr>
            <a:spLocks noChangeShapeType="1"/>
          </p:cNvSpPr>
          <p:nvPr/>
        </p:nvSpPr>
        <p:spPr bwMode="auto">
          <a:xfrm>
            <a:off x="55626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32" name="Line 89"/>
          <p:cNvSpPr>
            <a:spLocks noChangeShapeType="1"/>
          </p:cNvSpPr>
          <p:nvPr/>
        </p:nvSpPr>
        <p:spPr bwMode="auto">
          <a:xfrm>
            <a:off x="61722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33" name="Line 90"/>
          <p:cNvSpPr>
            <a:spLocks noChangeShapeType="1"/>
          </p:cNvSpPr>
          <p:nvPr/>
        </p:nvSpPr>
        <p:spPr bwMode="auto">
          <a:xfrm>
            <a:off x="67818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34" name="Line 91"/>
          <p:cNvSpPr>
            <a:spLocks noChangeShapeType="1"/>
          </p:cNvSpPr>
          <p:nvPr/>
        </p:nvSpPr>
        <p:spPr bwMode="auto">
          <a:xfrm>
            <a:off x="7391400" y="525938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sp>
        <p:nvSpPr>
          <p:cNvPr id="41035" name="Line 92"/>
          <p:cNvSpPr>
            <a:spLocks noChangeShapeType="1"/>
          </p:cNvSpPr>
          <p:nvPr/>
        </p:nvSpPr>
        <p:spPr bwMode="auto">
          <a:xfrm flipV="1">
            <a:off x="5257800" y="5943600"/>
            <a:ext cx="0" cy="303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US"/>
          </a:p>
        </p:txBody>
      </p:sp>
      <p:graphicFrame>
        <p:nvGraphicFramePr>
          <p:cNvPr id="41036" name="Object 93"/>
          <p:cNvGraphicFramePr>
            <a:graphicFrameLocks noChangeAspect="1"/>
          </p:cNvGraphicFramePr>
          <p:nvPr/>
        </p:nvGraphicFramePr>
        <p:xfrm>
          <a:off x="3352800" y="541178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36" name="Object 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541178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7" name="Object 94"/>
          <p:cNvGraphicFramePr>
            <a:graphicFrameLocks noChangeAspect="1"/>
          </p:cNvGraphicFramePr>
          <p:nvPr/>
        </p:nvGraphicFramePr>
        <p:xfrm>
          <a:off x="3962400" y="541178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37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41178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8" name="Object 95"/>
          <p:cNvGraphicFramePr>
            <a:graphicFrameLocks noChangeAspect="1"/>
          </p:cNvGraphicFramePr>
          <p:nvPr/>
        </p:nvGraphicFramePr>
        <p:xfrm>
          <a:off x="6299200" y="541813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38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541813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9" name="Object 96"/>
          <p:cNvGraphicFramePr>
            <a:graphicFrameLocks noChangeAspect="1"/>
          </p:cNvGraphicFramePr>
          <p:nvPr/>
        </p:nvGraphicFramePr>
        <p:xfrm>
          <a:off x="6908800" y="5418138"/>
          <a:ext cx="2524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90" imgH="368140" progId="Equation.3">
                  <p:embed/>
                </p:oleObj>
              </mc:Choice>
              <mc:Fallback>
                <p:oleObj name="Equation" r:id="rId2" imgW="253890" imgH="368140" progId="Equation.3">
                  <p:embed/>
                  <p:pic>
                    <p:nvPicPr>
                      <p:cNvPr id="41039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8800" y="5418138"/>
                        <a:ext cx="2524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0" name="Object 97"/>
          <p:cNvGraphicFramePr>
            <a:graphicFrameLocks noChangeAspect="1"/>
          </p:cNvGraphicFramePr>
          <p:nvPr/>
        </p:nvGraphicFramePr>
        <p:xfrm>
          <a:off x="5187950" y="5432425"/>
          <a:ext cx="2524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3890" imgH="393529" progId="Equation.3">
                  <p:embed/>
                </p:oleObj>
              </mc:Choice>
              <mc:Fallback>
                <p:oleObj name="Equation" r:id="rId4" imgW="253890" imgH="393529" progId="Equation.3">
                  <p:embed/>
                  <p:pic>
                    <p:nvPicPr>
                      <p:cNvPr id="41040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7950" y="5432425"/>
                        <a:ext cx="2524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1" name="Object 98"/>
          <p:cNvGraphicFramePr>
            <a:graphicFrameLocks noChangeAspect="1"/>
          </p:cNvGraphicFramePr>
          <p:nvPr/>
        </p:nvGraphicFramePr>
        <p:xfrm>
          <a:off x="4572000" y="5487988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1041" name="Object 9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87988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2" name="Text Box 99"/>
          <p:cNvSpPr txBox="1">
            <a:spLocks noChangeArrowheads="1"/>
          </p:cNvSpPr>
          <p:nvPr/>
        </p:nvSpPr>
        <p:spPr bwMode="auto">
          <a:xfrm>
            <a:off x="457200" y="5335588"/>
            <a:ext cx="1482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solidFill>
                  <a:srgbClr val="339933"/>
                </a:solidFill>
              </a:rPr>
              <a:t>Time 5</a:t>
            </a:r>
          </a:p>
        </p:txBody>
      </p:sp>
      <p:graphicFrame>
        <p:nvGraphicFramePr>
          <p:cNvPr id="41043" name="Object 100"/>
          <p:cNvGraphicFramePr>
            <a:graphicFrameLocks noChangeAspect="1"/>
          </p:cNvGraphicFramePr>
          <p:nvPr/>
        </p:nvGraphicFramePr>
        <p:xfrm>
          <a:off x="5105400" y="6096000"/>
          <a:ext cx="442913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307" imgH="533169" progId="Equation.3">
                  <p:embed/>
                </p:oleObj>
              </mc:Choice>
              <mc:Fallback>
                <p:oleObj name="Equation" r:id="rId8" imgW="444307" imgH="533169" progId="Equation.3">
                  <p:embed/>
                  <p:pic>
                    <p:nvPicPr>
                      <p:cNvPr id="41043" name="Object 1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6096000"/>
                        <a:ext cx="442913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44" name="Object 101"/>
          <p:cNvGraphicFramePr>
            <a:graphicFrameLocks noChangeAspect="1"/>
          </p:cNvGraphicFramePr>
          <p:nvPr/>
        </p:nvGraphicFramePr>
        <p:xfrm>
          <a:off x="5791200" y="5487988"/>
          <a:ext cx="265113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66584" imgH="279279" progId="Equation.3">
                  <p:embed/>
                </p:oleObj>
              </mc:Choice>
              <mc:Fallback>
                <p:oleObj name="Equation" r:id="rId6" imgW="266584" imgH="279279" progId="Equation.3">
                  <p:embed/>
                  <p:pic>
                    <p:nvPicPr>
                      <p:cNvPr id="41044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487988"/>
                        <a:ext cx="265113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5" name="Text Box 103"/>
          <p:cNvSpPr txBox="1">
            <a:spLocks noChangeArrowheads="1"/>
          </p:cNvSpPr>
          <p:nvPr/>
        </p:nvSpPr>
        <p:spPr bwMode="auto">
          <a:xfrm rot="5400000">
            <a:off x="6797675" y="3184525"/>
            <a:ext cx="320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 sz="3600"/>
              <a:t>Infinite loop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Footer Placeholder 3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t>Dr.A.Bazila Banu</a:t>
            </a:r>
          </a:p>
        </p:txBody>
      </p:sp>
      <p:sp>
        <p:nvSpPr>
          <p:cNvPr id="41988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fld id="{CA35D8FF-01BD-401E-9177-BE16F8D8405E}" type="slidenum">
              <a:rPr lang="en-US" altLang="en-US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</a:pPr>
              <a:t>38</a:t>
            </a:fld>
            <a:endParaRPr lang="en-US" altLang="en-US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9" name="Text Box 3"/>
          <p:cNvSpPr txBox="1">
            <a:spLocks noChangeArrowheads="1"/>
          </p:cNvSpPr>
          <p:nvPr/>
        </p:nvSpPr>
        <p:spPr bwMode="auto">
          <a:xfrm>
            <a:off x="533400" y="838200"/>
            <a:ext cx="7871065" cy="41303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spcBef>
                <a:spcPct val="20000"/>
              </a:spcBef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Because of the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infinite loop</a:t>
            </a: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US" altLang="en-US"/>
          </a:p>
          <a:p>
            <a:pPr lvl="1">
              <a:buFontTx/>
              <a:buChar char="•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accepting state cannot be reached</a:t>
            </a:r>
          </a:p>
          <a:p>
            <a:pPr lvl="1">
              <a:buFontTx/>
              <a:buChar char="•"/>
            </a:pPr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Char char="•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machine never halts </a:t>
            </a:r>
          </a:p>
          <a:p>
            <a:pPr lvl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Tx/>
              <a:buChar char="•"/>
            </a:pPr>
            <a:r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t>The input string is </a:t>
            </a:r>
            <a:r>
              <a:rPr lang="en-US" altLang="en-US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rejected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707" y="-169665"/>
            <a:ext cx="7042150" cy="852865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Turing Machine –Example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0D2CC73-D926-466C-A92A-DE8D4637A5BC}" type="slidenum">
              <a:rPr lang="en-US" altLang="en-US" smtClean="0"/>
              <a:pPr>
                <a:defRPr/>
              </a:pPr>
              <a:t>39</a:t>
            </a:fld>
            <a:endParaRPr lang="en-US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152400" y="1295400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Design Turing machine &lt; Q1 ,  ,  , q0 ,  &gt; accepts the language aba* , where Q1 = { q0, q1, q2, q3 } , </a:t>
            </a:r>
            <a:r>
              <a:rPr lang="en-US" altLang="en-US"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∑ </a:t>
            </a:r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= { a , b } 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934926"/>
              </p:ext>
            </p:extLst>
          </p:nvPr>
        </p:nvGraphicFramePr>
        <p:xfrm>
          <a:off x="685346" y="2656205"/>
          <a:ext cx="68580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r>
                        <a:rPr lang="en-US"/>
                        <a:t>State(q)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Input(x)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Move </a:t>
                      </a:r>
                      <a:r>
                        <a:rPr lang="el-GR" altLang="en-US" sz="1800">
                          <a:sym typeface="Symbol" panose="05050102010706020507" pitchFamily="18" charset="2"/>
                        </a:rPr>
                        <a:t>δ</a:t>
                      </a:r>
                      <a:r>
                        <a:rPr lang="en-US" altLang="en-US" sz="1800">
                          <a:sym typeface="Symbol" panose="05050102010706020507" pitchFamily="18" charset="2"/>
                        </a:rPr>
                        <a:t>(</a:t>
                      </a:r>
                      <a:r>
                        <a:rPr lang="en-US" altLang="en-US" sz="1800" err="1">
                          <a:sym typeface="Symbol" panose="05050102010706020507" pitchFamily="18" charset="2"/>
                        </a:rPr>
                        <a:t>q,X</a:t>
                      </a:r>
                      <a:r>
                        <a:rPr lang="en-US" altLang="en-US" sz="1800">
                          <a:sym typeface="Symbol" panose="05050102010706020507" pitchFamily="18" charset="2"/>
                        </a:rPr>
                        <a:t>)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</a:t>
                      </a:r>
                      <a:r>
                        <a:rPr lang="en-US" baseline="-25000"/>
                        <a:t>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ym typeface="Wingdings" panose="05000000000000000000" pitchFamily="2" charset="2"/>
                        </a:rPr>
                        <a:t>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( q</a:t>
                      </a:r>
                      <a:r>
                        <a:rPr lang="en-US" baseline="-25000"/>
                        <a:t>1</a:t>
                      </a:r>
                      <a:r>
                        <a:rPr lang="en-US"/>
                        <a:t> , 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</a:t>
                      </a:r>
                      <a:r>
                        <a:rPr lang="en-US"/>
                        <a:t> , R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</a:t>
                      </a:r>
                      <a:r>
                        <a:rPr lang="en-US" baseline="-25000"/>
                        <a:t>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( q</a:t>
                      </a:r>
                      <a:r>
                        <a:rPr lang="en-US" baseline="-25000"/>
                        <a:t>2</a:t>
                      </a:r>
                      <a:r>
                        <a:rPr lang="en-US"/>
                        <a:t> , a , R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</a:t>
                      </a:r>
                      <a:r>
                        <a:rPr lang="en-US" baseline="-25000"/>
                        <a:t>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( q</a:t>
                      </a:r>
                      <a:r>
                        <a:rPr lang="en-US" baseline="-25000"/>
                        <a:t>3</a:t>
                      </a:r>
                      <a:r>
                        <a:rPr lang="en-US"/>
                        <a:t> , b , R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</a:t>
                      </a:r>
                      <a:r>
                        <a:rPr lang="en-US" baseline="-25000"/>
                        <a:t>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( q</a:t>
                      </a:r>
                      <a:r>
                        <a:rPr lang="en-US" baseline="-25000"/>
                        <a:t>3</a:t>
                      </a:r>
                      <a:r>
                        <a:rPr lang="en-US"/>
                        <a:t> , a , R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q</a:t>
                      </a:r>
                      <a:r>
                        <a:rPr lang="en-US" baseline="-25000"/>
                        <a:t>3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ym typeface="Wingdings" panose="05000000000000000000" pitchFamily="2" charset="2"/>
                        </a:rPr>
                        <a:t>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( h , </a:t>
                      </a:r>
                      <a:r>
                        <a:rPr lang="en-US">
                          <a:sym typeface="Wingdings" panose="05000000000000000000" pitchFamily="2" charset="2"/>
                        </a:rPr>
                        <a:t></a:t>
                      </a:r>
                      <a:r>
                        <a:rPr lang="en-US"/>
                        <a:t> , S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2288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 Transition Diagram-Turing Machine  for  aba*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0D2CC73-D926-466C-A92A-DE8D4637A5BC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  <p:sp>
        <p:nvSpPr>
          <p:cNvPr id="6" name="Oval 5"/>
          <p:cNvSpPr/>
          <p:nvPr/>
        </p:nvSpPr>
        <p:spPr bwMode="auto">
          <a:xfrm>
            <a:off x="762000" y="2819400"/>
            <a:ext cx="685800" cy="838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7" name="Oval 6"/>
          <p:cNvSpPr/>
          <p:nvPr/>
        </p:nvSpPr>
        <p:spPr bwMode="auto">
          <a:xfrm>
            <a:off x="2781300" y="2887249"/>
            <a:ext cx="685800" cy="838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8" name="Oval 7"/>
          <p:cNvSpPr/>
          <p:nvPr/>
        </p:nvSpPr>
        <p:spPr bwMode="auto">
          <a:xfrm>
            <a:off x="4830536" y="2887249"/>
            <a:ext cx="685800" cy="838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9" name="Oval 8"/>
          <p:cNvSpPr/>
          <p:nvPr/>
        </p:nvSpPr>
        <p:spPr bwMode="auto">
          <a:xfrm>
            <a:off x="6879772" y="2818306"/>
            <a:ext cx="685800" cy="838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omic Sans MS" panose="030F0702030302020204" pitchFamily="66" charset="0"/>
            </a:endParaRPr>
          </a:p>
        </p:txBody>
      </p:sp>
      <p:cxnSp>
        <p:nvCxnSpPr>
          <p:cNvPr id="11" name="Straight Arrow Connector 10"/>
          <p:cNvCxnSpPr>
            <a:stCxn id="6" idx="6"/>
          </p:cNvCxnSpPr>
          <p:nvPr/>
        </p:nvCxnSpPr>
        <p:spPr bwMode="auto">
          <a:xfrm>
            <a:off x="1447800" y="3238500"/>
            <a:ext cx="135255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3467100" y="3300906"/>
            <a:ext cx="135255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" name="Straight Arrow Connector 13"/>
          <p:cNvCxnSpPr/>
          <p:nvPr/>
        </p:nvCxnSpPr>
        <p:spPr bwMode="auto">
          <a:xfrm>
            <a:off x="5516336" y="3238500"/>
            <a:ext cx="1352550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7565572" y="3237406"/>
            <a:ext cx="819150" cy="18863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Oval 15"/>
          <p:cNvSpPr/>
          <p:nvPr/>
        </p:nvSpPr>
        <p:spPr bwMode="auto">
          <a:xfrm>
            <a:off x="8384722" y="2881806"/>
            <a:ext cx="685800" cy="83820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8" name="Freeform 17"/>
          <p:cNvSpPr/>
          <p:nvPr/>
        </p:nvSpPr>
        <p:spPr bwMode="auto">
          <a:xfrm>
            <a:off x="6159534" y="1869638"/>
            <a:ext cx="1784938" cy="1207391"/>
          </a:xfrm>
          <a:custGeom>
            <a:avLst/>
            <a:gdLst>
              <a:gd name="connsiteX0" fmla="*/ 720237 w 1784938"/>
              <a:gd name="connsiteY0" fmla="*/ 1207391 h 1207391"/>
              <a:gd name="connsiteX1" fmla="*/ 38066 w 1784938"/>
              <a:gd name="connsiteY1" fmla="*/ 118819 h 1207391"/>
              <a:gd name="connsiteX2" fmla="*/ 1736237 w 1784938"/>
              <a:gd name="connsiteY2" fmla="*/ 147848 h 1207391"/>
              <a:gd name="connsiteX3" fmla="*/ 1358866 w 1784938"/>
              <a:gd name="connsiteY3" fmla="*/ 1178362 h 1207391"/>
              <a:gd name="connsiteX4" fmla="*/ 1358866 w 1784938"/>
              <a:gd name="connsiteY4" fmla="*/ 1178362 h 1207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84938" h="1207391">
                <a:moveTo>
                  <a:pt x="720237" y="1207391"/>
                </a:moveTo>
                <a:cubicBezTo>
                  <a:pt x="294485" y="751400"/>
                  <a:pt x="-131267" y="295409"/>
                  <a:pt x="38066" y="118819"/>
                </a:cubicBezTo>
                <a:cubicBezTo>
                  <a:pt x="207399" y="-57772"/>
                  <a:pt x="1516104" y="-28742"/>
                  <a:pt x="1736237" y="147848"/>
                </a:cubicBezTo>
                <a:cubicBezTo>
                  <a:pt x="1956370" y="324438"/>
                  <a:pt x="1358866" y="1178362"/>
                  <a:pt x="1358866" y="1178362"/>
                </a:cubicBezTo>
                <a:lnTo>
                  <a:pt x="1358866" y="1178362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>
              <a:ln>
                <a:noFill/>
              </a:ln>
              <a:solidFill>
                <a:schemeClr val="accent2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38464" y="2999481"/>
            <a:ext cx="590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q0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62489" y="3100851"/>
            <a:ext cx="590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q1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41518" y="3046782"/>
            <a:ext cx="590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q2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83186" y="3056214"/>
            <a:ext cx="590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q3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8347" y="3046782"/>
            <a:ext cx="590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863" y="2478099"/>
            <a:ext cx="17063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>
                <a:sym typeface="Wingdings" panose="05000000000000000000" pitchFamily="2" charset="2"/>
              </a:rPr>
              <a:t> </a:t>
            </a:r>
            <a:r>
              <a:rPr lang="en-US" sz="2800"/>
              <a:t>/</a:t>
            </a:r>
            <a:r>
              <a:rPr lang="en-US" sz="2800">
                <a:sym typeface="Wingdings" panose="05000000000000000000" pitchFamily="2" charset="2"/>
              </a:rPr>
              <a:t></a:t>
            </a:r>
            <a:r>
              <a:rPr lang="en-US" sz="2800"/>
              <a:t>,R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48050" y="2647594"/>
            <a:ext cx="16975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a/</a:t>
            </a:r>
            <a:r>
              <a:rPr lang="en-US" err="1"/>
              <a:t>a,R</a:t>
            </a:r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5469450" y="2718658"/>
            <a:ext cx="22129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b/</a:t>
            </a:r>
            <a:r>
              <a:rPr lang="en-US" err="1"/>
              <a:t>b,R</a:t>
            </a:r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6575937" y="1371600"/>
            <a:ext cx="13685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a/</a:t>
            </a:r>
            <a:r>
              <a:rPr lang="en-US" err="1"/>
              <a:t>a,R</a:t>
            </a:r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316881" y="3598205"/>
            <a:ext cx="165301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ym typeface="Wingdings" panose="05000000000000000000" pitchFamily="2" charset="2"/>
              </a:rPr>
              <a:t> </a:t>
            </a:r>
            <a:r>
              <a:rPr lang="en-US"/>
              <a:t>/</a:t>
            </a:r>
            <a:r>
              <a:rPr lang="en-US">
                <a:sym typeface="Wingdings" panose="05000000000000000000" pitchFamily="2" charset="2"/>
              </a:rPr>
              <a:t></a:t>
            </a:r>
            <a:r>
              <a:rPr lang="en-US"/>
              <a:t>,S </a:t>
            </a:r>
          </a:p>
        </p:txBody>
      </p:sp>
    </p:spTree>
    <p:extLst>
      <p:ext uri="{BB962C8B-B14F-4D97-AF65-F5344CB8AC3E}">
        <p14:creationId xmlns:p14="http://schemas.microsoft.com/office/powerpoint/2010/main" val="16478145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Try This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90800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Design Turing machine for L={O*10 }to accept the given input  </a:t>
            </a:r>
          </a:p>
        </p:txBody>
      </p:sp>
    </p:spTree>
    <p:extLst>
      <p:ext uri="{BB962C8B-B14F-4D97-AF65-F5344CB8AC3E}">
        <p14:creationId xmlns:p14="http://schemas.microsoft.com/office/powerpoint/2010/main" val="9879855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0D2CC73-D926-466C-A92A-DE8D4637A5BC}" type="slidenum">
              <a:rPr lang="en-US" altLang="en-US" smtClean="0"/>
              <a:pPr>
                <a:defRPr/>
              </a:pPr>
              <a:t>42</a:t>
            </a:fld>
            <a:endParaRPr lang="en-US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63286" y="1595496"/>
            <a:ext cx="86759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Finite automata and push down automata are </a:t>
            </a:r>
          </a:p>
          <a:p>
            <a:pPr algn="just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Robust models.</a:t>
            </a:r>
          </a:p>
          <a:p>
            <a:pPr algn="just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But Turing machines have high degree of robustness.</a:t>
            </a:r>
          </a:p>
        </p:txBody>
      </p:sp>
    </p:spTree>
    <p:extLst>
      <p:ext uri="{BB962C8B-B14F-4D97-AF65-F5344CB8AC3E}">
        <p14:creationId xmlns:p14="http://schemas.microsoft.com/office/powerpoint/2010/main" val="15778134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Dr.A.Bazila Banu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294967295"/>
          </p:nvPr>
        </p:nvSpPr>
        <p:spPr>
          <a:xfrm>
            <a:off x="7239000" y="6553200"/>
            <a:ext cx="1905000" cy="30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0D2CC73-D926-466C-A92A-DE8D4637A5BC}" type="slidenum">
              <a:rPr lang="en-US" altLang="en-US" smtClean="0"/>
              <a:pPr>
                <a:defRPr/>
              </a:pPr>
              <a:t>43</a:t>
            </a:fld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-7257" y="1219200"/>
            <a:ext cx="8972802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en-US" sz="2400" err="1">
                <a:cs typeface="Arial" panose="020B0604020202020204" pitchFamily="34" charset="0"/>
              </a:rPr>
              <a:t>Sipser</a:t>
            </a:r>
            <a:r>
              <a:rPr lang="en-GB" altLang="en-US" sz="2400">
                <a:cs typeface="Arial" panose="020B0604020202020204" pitchFamily="34" charset="0"/>
              </a:rPr>
              <a:t>, M. (2012). Introduction to the Theory of Computation</a:t>
            </a:r>
          </a:p>
          <a:p>
            <a:r>
              <a:rPr lang="en-GB" altLang="en-US" sz="2400">
                <a:cs typeface="Arial" panose="020B0604020202020204" pitchFamily="34" charset="0"/>
              </a:rPr>
              <a:t> (3rd Edition). Course Technology (ISBN: 978-1133187790)</a:t>
            </a:r>
          </a:p>
          <a:p>
            <a:r>
              <a:rPr lang="en-GB" altLang="en-US" sz="2400">
                <a:cs typeface="Arial" panose="020B0604020202020204" pitchFamily="34" charset="0"/>
              </a:rPr>
              <a:t>Chapter -3.</a:t>
            </a:r>
          </a:p>
          <a:p>
            <a:endParaRPr lang="en-GB" altLang="en-US" sz="2400">
              <a:cs typeface="Arial" panose="020B0604020202020204" pitchFamily="34" charset="0"/>
            </a:endParaRPr>
          </a:p>
          <a:p>
            <a:endParaRPr lang="en-US" altLang="en-US" sz="2400">
              <a:cs typeface="Arial" panose="020B0604020202020204" pitchFamily="34" charset="0"/>
            </a:endParaRP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40210"/>
      </p:ext>
    </p:extLst>
  </p:cSld>
  <p:clrMapOvr>
    <a:masterClrMapping/>
  </p:clrMapOvr>
</p:sld>
</file>

<file path=ppt/theme/theme1.xml><?xml version="1.0" encoding="utf-8"?>
<a:theme xmlns:a="http://schemas.openxmlformats.org/drawingml/2006/main" name="UCTI-Template-foundation-level">
  <a:themeElements>
    <a:clrScheme name="UCTI-Template-foundation-lev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UCTI-Template-foundation-lev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UCTI-Template-foundation-lev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UCTI-Template-foundation-lev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UCTI-Template-foundation-lev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APUtemplate-Level_2</Template>
  <TotalTime>0</TotalTime>
  <Words>1181</Words>
  <Application>Microsoft Office PowerPoint</Application>
  <PresentationFormat>On-screen Show (4:3)</PresentationFormat>
  <Paragraphs>319</Paragraphs>
  <Slides>43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4" baseType="lpstr">
      <vt:lpstr>UCTI-Template-foundation-level</vt:lpstr>
      <vt:lpstr>Turing Machines</vt:lpstr>
      <vt:lpstr>Turing Machines</vt:lpstr>
      <vt:lpstr>Turing Machines</vt:lpstr>
      <vt:lpstr>The Language Hierarchy</vt:lpstr>
      <vt:lpstr>PowerPoint Presentation</vt:lpstr>
      <vt:lpstr>PowerPoint Presentation</vt:lpstr>
      <vt:lpstr>PowerPoint Presentation</vt:lpstr>
      <vt:lpstr>A Turing Machine</vt:lpstr>
      <vt:lpstr>The Tape</vt:lpstr>
      <vt:lpstr>PowerPoint Presentation</vt:lpstr>
      <vt:lpstr>PowerPoint Presentation</vt:lpstr>
      <vt:lpstr>PowerPoint Presentation</vt:lpstr>
      <vt:lpstr>The Input String</vt:lpstr>
      <vt:lpstr>States &amp; Transitions</vt:lpstr>
      <vt:lpstr>PowerPoint Presentation</vt:lpstr>
      <vt:lpstr>PowerPoint Presentation</vt:lpstr>
      <vt:lpstr>PowerPoint Presentation</vt:lpstr>
      <vt:lpstr>PowerPoint Presentation</vt:lpstr>
      <vt:lpstr>Halting</vt:lpstr>
      <vt:lpstr>PowerPoint Presentation</vt:lpstr>
      <vt:lpstr>Accepting States</vt:lpstr>
      <vt:lpstr>Acceptance</vt:lpstr>
      <vt:lpstr>PowerPoint Presentation</vt:lpstr>
      <vt:lpstr>Turing Machine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Infinite Loop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Turing Machine –Example</vt:lpstr>
      <vt:lpstr>State Transition Diagram-Turing Machine  for  aba*</vt:lpstr>
      <vt:lpstr>Try This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Turing Machines</dc:title>
  <dc:creator>Dr. Bazila Banu Abdul Jabbar</dc:creator>
  <cp:lastModifiedBy>Farhana Illiani Binti Hassan</cp:lastModifiedBy>
  <cp:revision>3</cp:revision>
  <dcterms:created xsi:type="dcterms:W3CDTF">2016-08-12T02:27:12Z</dcterms:created>
  <dcterms:modified xsi:type="dcterms:W3CDTF">2025-11-06T01:12:02Z</dcterms:modified>
</cp:coreProperties>
</file>